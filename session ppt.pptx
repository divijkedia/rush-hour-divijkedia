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3.xml" ContentType="application/vnd.openxmlformats-officedocument.theme+xml"/>
  <Override PartName="/ppt/slideLayouts/slideLayout21.xml" ContentType="application/vnd.openxmlformats-officedocument.presentationml.slideLayout+xml"/>
  <Override PartName="/ppt/theme/theme4.xml" ContentType="application/vnd.openxmlformats-officedocument.theme+xml"/>
  <Override PartName="/ppt/slideLayouts/slideLayout2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8" r:id="rId3"/>
    <p:sldMasterId id="2147483671" r:id="rId4"/>
    <p:sldMasterId id="2147483673" r:id="rId5"/>
  </p:sldMasterIdLst>
  <p:notesMasterIdLst>
    <p:notesMasterId r:id="rId115"/>
  </p:notesMasterIdLst>
  <p:sldIdLst>
    <p:sldId id="310" r:id="rId6"/>
    <p:sldId id="311" r:id="rId7"/>
    <p:sldId id="312" r:id="rId8"/>
    <p:sldId id="313" r:id="rId9"/>
    <p:sldId id="314" r:id="rId10"/>
    <p:sldId id="315" r:id="rId11"/>
    <p:sldId id="316" r:id="rId12"/>
    <p:sldId id="317" r:id="rId13"/>
    <p:sldId id="318" r:id="rId14"/>
    <p:sldId id="319" r:id="rId15"/>
    <p:sldId id="320" r:id="rId16"/>
    <p:sldId id="256" r:id="rId17"/>
    <p:sldId id="321" r:id="rId18"/>
    <p:sldId id="257" r:id="rId19"/>
    <p:sldId id="258" r:id="rId20"/>
    <p:sldId id="259" r:id="rId21"/>
    <p:sldId id="260" r:id="rId22"/>
    <p:sldId id="261" r:id="rId23"/>
    <p:sldId id="262" r:id="rId24"/>
    <p:sldId id="263" r:id="rId25"/>
    <p:sldId id="264" r:id="rId26"/>
    <p:sldId id="265" r:id="rId27"/>
    <p:sldId id="266" r:id="rId28"/>
    <p:sldId id="267" r:id="rId29"/>
    <p:sldId id="268" r:id="rId30"/>
    <p:sldId id="269" r:id="rId31"/>
    <p:sldId id="270" r:id="rId32"/>
    <p:sldId id="271" r:id="rId33"/>
    <p:sldId id="272" r:id="rId34"/>
    <p:sldId id="273" r:id="rId35"/>
    <p:sldId id="274" r:id="rId36"/>
    <p:sldId id="275" r:id="rId37"/>
    <p:sldId id="276" r:id="rId38"/>
    <p:sldId id="277" r:id="rId39"/>
    <p:sldId id="278" r:id="rId40"/>
    <p:sldId id="279" r:id="rId41"/>
    <p:sldId id="280" r:id="rId42"/>
    <p:sldId id="281" r:id="rId43"/>
    <p:sldId id="282" r:id="rId44"/>
    <p:sldId id="283" r:id="rId45"/>
    <p:sldId id="284" r:id="rId46"/>
    <p:sldId id="309" r:id="rId47"/>
    <p:sldId id="285" r:id="rId48"/>
    <p:sldId id="286" r:id="rId49"/>
    <p:sldId id="287" r:id="rId50"/>
    <p:sldId id="288" r:id="rId51"/>
    <p:sldId id="289" r:id="rId52"/>
    <p:sldId id="290" r:id="rId53"/>
    <p:sldId id="291" r:id="rId54"/>
    <p:sldId id="292" r:id="rId55"/>
    <p:sldId id="293" r:id="rId56"/>
    <p:sldId id="294" r:id="rId57"/>
    <p:sldId id="295" r:id="rId58"/>
    <p:sldId id="296" r:id="rId59"/>
    <p:sldId id="297" r:id="rId60"/>
    <p:sldId id="298" r:id="rId61"/>
    <p:sldId id="299" r:id="rId62"/>
    <p:sldId id="300" r:id="rId63"/>
    <p:sldId id="301" r:id="rId64"/>
    <p:sldId id="302" r:id="rId65"/>
    <p:sldId id="303" r:id="rId66"/>
    <p:sldId id="304" r:id="rId67"/>
    <p:sldId id="305" r:id="rId68"/>
    <p:sldId id="306" r:id="rId69"/>
    <p:sldId id="307" r:id="rId70"/>
    <p:sldId id="308"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72"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17" Type="http://schemas.openxmlformats.org/officeDocument/2006/relationships/viewProps" Target="viewProps.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openxmlformats.org/officeDocument/2006/relationships/slide" Target="slides/slide107.xml"/><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5" Type="http://schemas.openxmlformats.org/officeDocument/2006/relationships/slideMaster" Target="slideMasters/slideMaster5.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113" Type="http://schemas.openxmlformats.org/officeDocument/2006/relationships/slide" Target="slides/slide108.xml"/><Relationship Id="rId118" Type="http://schemas.openxmlformats.org/officeDocument/2006/relationships/theme" Target="theme/theme1.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slide" Target="slides/slide103.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 Type="http://schemas.openxmlformats.org/officeDocument/2006/relationships/slideMaster" Target="slideMasters/slideMaster1.xml"/><Relationship Id="rId6" Type="http://schemas.openxmlformats.org/officeDocument/2006/relationships/slide" Target="slides/slide1.xml"/><Relationship Id="rId23" Type="http://schemas.openxmlformats.org/officeDocument/2006/relationships/slide" Target="slides/slide18.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119" Type="http://schemas.openxmlformats.org/officeDocument/2006/relationships/tableStyles" Target="tableStyle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notesMaster" Target="notesMasters/notesMaster1.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3" Type="http://schemas.openxmlformats.org/officeDocument/2006/relationships/slideMaster" Target="slideMasters/slideMaster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slide" Target="slides/slide106.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1F3B"/>
                </a:solidFill>
                <a:latin typeface="Arial"/>
              </a:defRPr>
            </a:pPr>
            <a:r>
              <a:rPr lang="en-US" sz="1400" b="0" i="0" u="none" strike="noStrike">
                <a:solidFill>
                  <a:srgbClr val="1B1F3B"/>
                </a:solidFill>
                <a:latin typeface="Arial"/>
              </a:rPr>
              <a:t>Share of cells by label (%)</a:t>
            </a:r>
          </a:p>
        </c:rich>
      </c:tx>
      <c:overlay val="0"/>
    </c:title>
    <c:autoTitleDeleted val="0"/>
    <c:plotArea>
      <c:layout/>
      <c:barChart>
        <c:barDir val="bar"/>
        <c:grouping val="stacked"/>
        <c:varyColors val="0"/>
        <c:ser>
          <c:idx val="0"/>
          <c:order val="0"/>
          <c:tx>
            <c:strRef>
              <c:f>Sheet1!$B$1</c:f>
              <c:strCache>
                <c:ptCount val="1"/>
                <c:pt idx="0">
                  <c:v>Free flow</c:v>
                </c:pt>
              </c:strCache>
            </c:strRef>
          </c:tx>
          <c:spPr>
            <a:solidFill>
              <a:srgbClr val="3BAA8C"/>
            </a:solidFill>
            <a:effectLst/>
          </c:spPr>
          <c:invertIfNegative val="0"/>
          <c:dLbls>
            <c:numFmt formatCode="0" sourceLinked="0"/>
            <c:spPr>
              <a:noFill/>
              <a:ln>
                <a:noFill/>
              </a:ln>
              <a:effectLst/>
            </c:spPr>
            <c:txPr>
              <a:bodyPr/>
              <a:lstStyle/>
              <a:p>
                <a:pPr>
                  <a:defRPr sz="1100" b="0"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Train (6 maps)</c:v>
                </c:pt>
                <c:pt idx="1">
                  <c:v>Test (2 maps)</c:v>
                </c:pt>
                <c:pt idx="2">
                  <c:v>Train map 0</c:v>
                </c:pt>
                <c:pt idx="3">
                  <c:v>Train map 5</c:v>
                </c:pt>
              </c:strCache>
            </c:strRef>
          </c:cat>
          <c:val>
            <c:numRef>
              <c:f>Sheet1!$B$2:$B$5</c:f>
              <c:numCache>
                <c:formatCode>General</c:formatCode>
                <c:ptCount val="4"/>
                <c:pt idx="0">
                  <c:v>62</c:v>
                </c:pt>
                <c:pt idx="1">
                  <c:v>48.4</c:v>
                </c:pt>
                <c:pt idx="2">
                  <c:v>69.2</c:v>
                </c:pt>
                <c:pt idx="3">
                  <c:v>40.799999999999997</c:v>
                </c:pt>
              </c:numCache>
            </c:numRef>
          </c:val>
          <c:extLst>
            <c:ext xmlns:c16="http://schemas.microsoft.com/office/drawing/2014/chart" uri="{C3380CC4-5D6E-409C-BE32-E72D297353CC}">
              <c16:uniqueId val="{00000000-AA36-4A47-88D4-E751289AAC40}"/>
            </c:ext>
          </c:extLst>
        </c:ser>
        <c:ser>
          <c:idx val="1"/>
          <c:order val="1"/>
          <c:tx>
            <c:strRef>
              <c:f>Sheet1!$C$1</c:f>
              <c:strCache>
                <c:ptCount val="1"/>
                <c:pt idx="0">
                  <c:v>Congested</c:v>
                </c:pt>
              </c:strCache>
            </c:strRef>
          </c:tx>
          <c:spPr>
            <a:solidFill>
              <a:srgbClr val="F2A33A"/>
            </a:solidFill>
            <a:effectLst/>
          </c:spPr>
          <c:invertIfNegative val="0"/>
          <c:dLbls>
            <c:numFmt formatCode="0" sourceLinked="0"/>
            <c:spPr>
              <a:noFill/>
              <a:ln>
                <a:noFill/>
              </a:ln>
              <a:effectLst/>
            </c:spPr>
            <c:txPr>
              <a:bodyPr/>
              <a:lstStyle/>
              <a:p>
                <a:pPr>
                  <a:defRPr sz="1100" b="0"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Train (6 maps)</c:v>
                </c:pt>
                <c:pt idx="1">
                  <c:v>Test (2 maps)</c:v>
                </c:pt>
                <c:pt idx="2">
                  <c:v>Train map 0</c:v>
                </c:pt>
                <c:pt idx="3">
                  <c:v>Train map 5</c:v>
                </c:pt>
              </c:strCache>
            </c:strRef>
          </c:cat>
          <c:val>
            <c:numRef>
              <c:f>Sheet1!$C$2:$C$5</c:f>
              <c:numCache>
                <c:formatCode>General</c:formatCode>
                <c:ptCount val="4"/>
                <c:pt idx="0">
                  <c:v>30.4</c:v>
                </c:pt>
                <c:pt idx="1">
                  <c:v>42.9</c:v>
                </c:pt>
                <c:pt idx="2">
                  <c:v>26.6</c:v>
                </c:pt>
                <c:pt idx="3">
                  <c:v>45.9</c:v>
                </c:pt>
              </c:numCache>
            </c:numRef>
          </c:val>
          <c:extLst>
            <c:ext xmlns:c16="http://schemas.microsoft.com/office/drawing/2014/chart" uri="{C3380CC4-5D6E-409C-BE32-E72D297353CC}">
              <c16:uniqueId val="{00000001-AA36-4A47-88D4-E751289AAC40}"/>
            </c:ext>
          </c:extLst>
        </c:ser>
        <c:ser>
          <c:idx val="2"/>
          <c:order val="2"/>
          <c:tx>
            <c:strRef>
              <c:f>Sheet1!$D$1</c:f>
              <c:strCache>
                <c:ptCount val="1"/>
                <c:pt idx="0">
                  <c:v>Blocked</c:v>
                </c:pt>
              </c:strCache>
            </c:strRef>
          </c:tx>
          <c:spPr>
            <a:solidFill>
              <a:srgbClr val="E55B5B"/>
            </a:solidFill>
            <a:effectLst/>
          </c:spPr>
          <c:invertIfNegative val="0"/>
          <c:dLbls>
            <c:numFmt formatCode="0" sourceLinked="0"/>
            <c:spPr>
              <a:noFill/>
              <a:ln>
                <a:noFill/>
              </a:ln>
              <a:effectLst/>
            </c:spPr>
            <c:txPr>
              <a:bodyPr/>
              <a:lstStyle/>
              <a:p>
                <a:pPr>
                  <a:defRPr sz="1100" b="0"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Train (6 maps)</c:v>
                </c:pt>
                <c:pt idx="1">
                  <c:v>Test (2 maps)</c:v>
                </c:pt>
                <c:pt idx="2">
                  <c:v>Train map 0</c:v>
                </c:pt>
                <c:pt idx="3">
                  <c:v>Train map 5</c:v>
                </c:pt>
              </c:strCache>
            </c:strRef>
          </c:cat>
          <c:val>
            <c:numRef>
              <c:f>Sheet1!$D$2:$D$5</c:f>
              <c:numCache>
                <c:formatCode>General</c:formatCode>
                <c:ptCount val="4"/>
                <c:pt idx="0">
                  <c:v>7.6</c:v>
                </c:pt>
                <c:pt idx="1">
                  <c:v>8.6999999999999993</c:v>
                </c:pt>
                <c:pt idx="2">
                  <c:v>4.3</c:v>
                </c:pt>
                <c:pt idx="3">
                  <c:v>13.3</c:v>
                </c:pt>
              </c:numCache>
            </c:numRef>
          </c:val>
          <c:extLst>
            <c:ext xmlns:c16="http://schemas.microsoft.com/office/drawing/2014/chart" uri="{C3380CC4-5D6E-409C-BE32-E72D297353CC}">
              <c16:uniqueId val="{00000002-AA36-4A47-88D4-E751289AAC40}"/>
            </c:ext>
          </c:extLst>
        </c:ser>
        <c:dLbls>
          <c:dLblPos val="ctr"/>
          <c:showLegendKey val="0"/>
          <c:showVal val="1"/>
          <c:showCatName val="0"/>
          <c:showSerName val="0"/>
          <c:showPercent val="0"/>
          <c:showBubbleSize val="0"/>
        </c:dLbls>
        <c:gapWidth val="50"/>
        <c:overlap val="10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4F6A"/>
                </a:solidFill>
                <a:latin typeface="Arial"/>
              </a:defRPr>
            </a:pPr>
            <a:endParaRPr lang="en-US"/>
          </a:p>
        </c:txPr>
        <c:crossAx val="2094734552"/>
        <c:crosses val="autoZero"/>
        <c:auto val="1"/>
        <c:lblAlgn val="ctr"/>
        <c:lblOffset val="100"/>
        <c:noMultiLvlLbl val="1"/>
      </c:catAx>
      <c:valAx>
        <c:axId val="2094734552"/>
        <c:scaling>
          <c:orientation val="minMax"/>
          <c:max val="100"/>
        </c:scaling>
        <c:delete val="1"/>
        <c:axPos val="t"/>
        <c:numFmt formatCode="General" sourceLinked="0"/>
        <c:majorTickMark val="out"/>
        <c:minorTickMark val="none"/>
        <c:tickLblPos val="low"/>
        <c:crossAx val="2094734554"/>
        <c:crosses val="autoZero"/>
        <c:crossBetween val="between"/>
      </c:valAx>
      <c:spPr>
        <a:noFill/>
        <a:ln>
          <a:noFill/>
        </a:ln>
        <a:effectLst/>
      </c:spPr>
    </c:plotArea>
    <c:legend>
      <c:legendPos val="b"/>
      <c:overlay val="0"/>
      <c:txPr>
        <a:bodyPr/>
        <a:lstStyle/>
        <a:p>
          <a:pPr>
            <a:defRPr sz="1200">
              <a:solidFill>
                <a:srgbClr val="4A4F6A"/>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A04A65-C7BC-48BF-846D-F8550B4B8431}" type="datetimeFigureOut">
              <a:rPr lang="en-IN" smtClean="0"/>
              <a:t>24-10-2026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9442E7-73D5-403B-9340-CE84BE0AC162}" type="slidenum">
              <a:rPr lang="en-IN" smtClean="0"/>
              <a:t>‹#›</a:t>
            </a:fld>
            <a:endParaRPr lang="en-IN"/>
          </a:p>
        </p:txBody>
      </p:sp>
    </p:spTree>
    <p:extLst>
      <p:ext uri="{BB962C8B-B14F-4D97-AF65-F5344CB8AC3E}">
        <p14:creationId xmlns:p14="http://schemas.microsoft.com/office/powerpoint/2010/main" val="3642604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 Hi everyone, I'm [your name]. In the last section you saw the big picture: a 60x60 city, a model that predicts, a planner that decides. Now I'll cover Stage 1 of the pipeline - Explore. This is EDA: Exploratory Data Analysis. Simply put, it means looking carefully at the data before we build anything. All numbers in my slides come from the actual training data in the Rush Hour repo.</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33728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Quick recap from Section 1: five stages - Explore, Classify, Cost and block, Plan, Compare. We are at stage 1, highlighted. Why does it matter? Because each stage feeds the next. If we misunderstand the data, our model learns the wrong thing, the costs and blocks are wrong, and the ambulance gets a bad route. In a real emergency, that means lost minutes. EDA is cheap insurance. It also gives us the evidence we need later - Section 4's error analysis and Section 5's blocking policy both depend on what we learn here.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604622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EDA is not magic, it is a routine. Step 1: load and look - how big, what columns. Step 2: check quality - missing values, duplicates, odd values. Step 3: see the map - because our data is a city, we can actually draw it. Step 4: study the classes and features - how many cells are free, congested, blocked, and how features differ. Step 5: note the surprises - things that could trip up a model. The next slides follow exactly these steps using our real data.</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57919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First, what do we have? One CSV row is one cell of the city. A city map is 60x60 = 3,600 cells. Training file: 21,600 rows = 6 maps. Test file: 7,200 rows = 2 other maps - we only use it to evaluate, never to train. Scenario files are the maps we actually route on - they have features but NO labels, on purpose, because our route is judged against hidden truth. Baseline predictions are the starter Random Forest's guesses.
Columns: row and col are the location, with row 0 at the top and rows going downward. Five numeric features: average speed, signal delay, traffic density, intersection density, incident probability. Plus road_type, which is a category. The target is congestion_label: free_flow, congested or blocked. simulated_travel_cost is an optional extra number. Remember: the data is synthetic - generated from rules plus noise - so it is not real traffic.</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8806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Now the first look, using pandas. Four commands: shape, head, info, describe - and isnull().sum() and duplicated().sum() for quality. Results on our training file: 21,600 rows and 11 columns. Zero missing values and zero duplicates - this dataset is clean, which is not typical of real data. So we don't need to fix anything here.
But describe() still tells us useful things. Average speed ranges from 3 to about 77 km/h, with a typical value around 21. Traffic density is between 0 and 1 as expected. Incident probability is mostly low - median 0.08 - but goes up to 1. Always check that min and max values make sense - for example, a negative speed would be an error.</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12668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This is the fun part, and it is special to our data. Because one row is one cell with a (row, col) position, we can pivot the table into a 60x60 grid and draw it as an image with imshow. Here is the label drawn for two training maps. Green is free flow, amber is congested, red is blocked.
What do we see? Congestion is not random noise - it forms clusters, or blobs. Neighbouring cells tend to have the same label. That is because the data is synthetic and generated so that neighbours are alike. Also, Map 0 is mostly green, but Map 5 is full of amber and red. So maps differ a lot from each other. The code on the right is the core of it: pivot with row as index and col as columns, then imshow. One tip: first convert labels to numbers, 0 1 2, so imshow can draw them.</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012754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Now count the labels with value_counts(normalize=True). Across all training cells: about 62 percent free flow, 30 percent congested and only 8 percent blocked. Blocked is the rare class - but it is the one that matters most for an ambulance.
Two big lessons. First, ACCURACY MISLEADS. A model that says free flow everywhere would be right about 62 percent of the time and still miss every blocked road. So we will use confusion matrix, recall and macro-F1 in Section 4.
Second, the mix changes between maps. Map 0 is 4 percent blocked, Map 5 is 13 percent blocked. And look at the test set: 48 percent free, 43 percent congested - quite different from training. So a model can face a different mix than it was trained on. Use groupby on map_id to see this.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294536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Next: do the features actually separate the classes? Use groupby on the label and look at the mean or median, or draw box plots like these. Left: average speed. Free flow cells have a median speed of about 23 km/h, congested about 18, blocked about 12. Right: traffic density. Median 0.29 for free flow, 0.52 for congested, 0.75 for blocked. So lower speed and higher density go with worse labels. That is exactly what we hope a model can learn.
But the boxes overlap - there is no clean line. So no single feature is enough, and that is why we need machine learning.
A surprise: road_type. We might expect highways to behave differently, but the share of blocked cells is about 7 to 9 percent for every road type. So road_type alone doesn't predict the label here. EDA saves us from assuming that it does.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844267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A correlation heatmap, made with train[cols].corr(). Numbers run from -1 to +1. Near zero means no linear relationship. Three things to point out. Traffic density and travel cost have a strong positive correlation, 0.71 - denser traffic, higher cost. Traffic density and signal delay: 0.57. Speed and density: -0.45 - the more traffic, the slower. Meanwhile intersection density and incident probability are close to zero with most others - they carry different information.
Remember: correlation is not causation, and correlation only captures straight-line relationships. Also note that simulated_travel_cost is only in the labelled files, not in the scenario maps, so we cannot use it as a feature when routing.</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825662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Finally, the risks EDA warns us about. 1) Distribution shift: the test maps have a different class mix from training. So good training results may not carry over. 2) Leakage: we must split by map_id, not by random rows. Neighbouring cells look alike, so a random split would put near-copies in both train and test, and the score would look better than it really is. Also simulated_travel_cost exists only in labelled data, so it must not be a feature. 3) Outliers and skew: incident probability is skewed - most cells are low, a few are high - and speed has a long upper tail, with the top 1 percent above 59 km/h and a maximum of about 77. We shouldn't delete these automatically; they might be real events. 4) Synthetic data: everything is generated from rules plus noise, so results show what the simulation does, not real traffic. We will come back to all of these in Sections 3 to 5.</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127609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 questions] To wrap up. EDA means understanding the data before modelling. Our city is 60x60 cells, one row per cell; the data is clean, but labels are imbalanced, with only about 8 percent blocked. Features trend with the label but overlap, so we need ML. Test maps differ from training, so we split by map and use better metrics than accuracy. Next section: Machine Learning - we train a classifier on exactly these features. Thank you - questions? If I don't know an answer, I'll say I'll check and come back.</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070355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about 20 minutes: what we predict, how trees and forests learn, and how to test without fooling ourselves.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35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10116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 use if someone asks how to do it in code, or screenshot it for the audience.] The same steps in code: load, check quality, class balance, groupby by map and by label, pivot and imshow for the map picture, and corr for the heatmap. Replace paths and column names as needed. Needs pandas and matplotlib.</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569639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Features are inputs, the target is the answer. Two types: classification (category) and regression (number).</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35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23494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flowchart of yes/no questions. Try: speed 15, density 0.9 gives blocked.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35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74827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one class: 0. Half and half: 0.5. Three classes evenly: 0.67. The formula is a shortcut for the ball game.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35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4420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 each box by its size. The computer tries every feature and cut point and keeps the best.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35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844475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different trees voting is steadier than one tree.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35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130919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column per category: 1 where true, 0 where false.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35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04409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 reports the biggest number. Print classes_ to check column order before thresholding.</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35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23583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memorizing last year's exam answers. Train accuracy climbs while test stalls or drops.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35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37803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lines: test information sneaks into training; neighbouring cells look identical; fix by holding out whole maps.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35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445010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pd.Series(rf.feature_importances_, index=X_train.columns).sort_values().plot.barh()</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35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13013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 name="Google Shape;3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25290447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 name="Google Shape;9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 name="Google Shape;96;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32648258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extLst>
      <p:ext uri="{BB962C8B-B14F-4D97-AF65-F5344CB8AC3E}">
        <p14:creationId xmlns:p14="http://schemas.microsoft.com/office/powerpoint/2010/main" val="12266094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extLst>
      <p:ext uri="{BB962C8B-B14F-4D97-AF65-F5344CB8AC3E}">
        <p14:creationId xmlns:p14="http://schemas.microsoft.com/office/powerpoint/2010/main" val="1280758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31086134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extLst>
      <p:ext uri="{BB962C8B-B14F-4D97-AF65-F5344CB8AC3E}">
        <p14:creationId xmlns:p14="http://schemas.microsoft.com/office/powerpoint/2010/main" val="13070315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5" name="Google Shape;48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6" name="Google Shape;48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extLst>
      <p:ext uri="{BB962C8B-B14F-4D97-AF65-F5344CB8AC3E}">
        <p14:creationId xmlns:p14="http://schemas.microsoft.com/office/powerpoint/2010/main" val="14696111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4" name="Google Shape;59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5" name="Google Shape;595;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extLst>
      <p:ext uri="{BB962C8B-B14F-4D97-AF65-F5344CB8AC3E}">
        <p14:creationId xmlns:p14="http://schemas.microsoft.com/office/powerpoint/2010/main" val="33706482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5" name="Google Shape;60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6" name="Google Shape;606;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extLst>
      <p:ext uri="{BB962C8B-B14F-4D97-AF65-F5344CB8AC3E}">
        <p14:creationId xmlns:p14="http://schemas.microsoft.com/office/powerpoint/2010/main" val="20312623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8" name="Google Shape;618;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9" name="Google Shape;619;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extLst>
      <p:ext uri="{BB962C8B-B14F-4D97-AF65-F5344CB8AC3E}">
        <p14:creationId xmlns:p14="http://schemas.microsoft.com/office/powerpoint/2010/main" val="21605949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5" name="Google Shape;675;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6" name="Google Shape;676;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extLst>
      <p:ext uri="{BB962C8B-B14F-4D97-AF65-F5344CB8AC3E}">
        <p14:creationId xmlns:p14="http://schemas.microsoft.com/office/powerpoint/2010/main" val="9079311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4" name="Google Shape;684;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5" name="Google Shape;685;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extLst>
      <p:ext uri="{BB962C8B-B14F-4D97-AF65-F5344CB8AC3E}">
        <p14:creationId xmlns:p14="http://schemas.microsoft.com/office/powerpoint/2010/main" val="8898024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0" name="Google Shape;700;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1" name="Google Shape;701;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Tree>
    <p:extLst>
      <p:ext uri="{BB962C8B-B14F-4D97-AF65-F5344CB8AC3E}">
        <p14:creationId xmlns:p14="http://schemas.microsoft.com/office/powerpoint/2010/main" val="15953976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6" name="Google Shape;716;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7" name="Google Shape;717;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a:p>
        </p:txBody>
      </p:sp>
    </p:spTree>
    <p:extLst>
      <p:ext uri="{BB962C8B-B14F-4D97-AF65-F5344CB8AC3E}">
        <p14:creationId xmlns:p14="http://schemas.microsoft.com/office/powerpoint/2010/main" val="5180816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3" name="Google Shape;753;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4" name="Google Shape;754;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44</a:t>
            </a:fld>
            <a:endParaRPr/>
          </a:p>
        </p:txBody>
      </p:sp>
    </p:spTree>
    <p:extLst>
      <p:ext uri="{BB962C8B-B14F-4D97-AF65-F5344CB8AC3E}">
        <p14:creationId xmlns:p14="http://schemas.microsoft.com/office/powerpoint/2010/main" val="237028520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0" name="Google Shape;810;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1" name="Google Shape;811;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45</a:t>
            </a:fld>
            <a:endParaRPr/>
          </a:p>
        </p:txBody>
      </p:sp>
    </p:spTree>
    <p:extLst>
      <p:ext uri="{BB962C8B-B14F-4D97-AF65-F5344CB8AC3E}">
        <p14:creationId xmlns:p14="http://schemas.microsoft.com/office/powerpoint/2010/main" val="128866791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7" name="Google Shape;827;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8" name="Google Shape;828;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46</a:t>
            </a:fld>
            <a:endParaRPr/>
          </a:p>
        </p:txBody>
      </p:sp>
    </p:spTree>
    <p:extLst>
      <p:ext uri="{BB962C8B-B14F-4D97-AF65-F5344CB8AC3E}">
        <p14:creationId xmlns:p14="http://schemas.microsoft.com/office/powerpoint/2010/main" val="3566434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4" name="Google Shape;884;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5" name="Google Shape;885;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47</a:t>
            </a:fld>
            <a:endParaRPr/>
          </a:p>
        </p:txBody>
      </p:sp>
    </p:spTree>
    <p:extLst>
      <p:ext uri="{BB962C8B-B14F-4D97-AF65-F5344CB8AC3E}">
        <p14:creationId xmlns:p14="http://schemas.microsoft.com/office/powerpoint/2010/main" val="23858468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1" name="Google Shape;901;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2" name="Google Shape;902;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48</a:t>
            </a:fld>
            <a:endParaRPr/>
          </a:p>
        </p:txBody>
      </p:sp>
    </p:spTree>
    <p:extLst>
      <p:ext uri="{BB962C8B-B14F-4D97-AF65-F5344CB8AC3E}">
        <p14:creationId xmlns:p14="http://schemas.microsoft.com/office/powerpoint/2010/main" val="10713901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6"/>
        <p:cNvGrpSpPr/>
        <p:nvPr/>
      </p:nvGrpSpPr>
      <p:grpSpPr>
        <a:xfrm>
          <a:off x="0" y="0"/>
          <a:ext cx="0" cy="0"/>
          <a:chOff x="0" y="0"/>
          <a:chExt cx="0" cy="0"/>
        </a:xfrm>
      </p:grpSpPr>
      <p:sp>
        <p:nvSpPr>
          <p:cNvPr id="957" name="Google Shape;957;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8" name="Google Shape;958;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9" name="Google Shape;959;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49</a:t>
            </a:fld>
            <a:endParaRPr/>
          </a:p>
        </p:txBody>
      </p:sp>
    </p:spTree>
    <p:extLst>
      <p:ext uri="{BB962C8B-B14F-4D97-AF65-F5344CB8AC3E}">
        <p14:creationId xmlns:p14="http://schemas.microsoft.com/office/powerpoint/2010/main" val="247191796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2"/>
        <p:cNvGrpSpPr/>
        <p:nvPr/>
      </p:nvGrpSpPr>
      <p:grpSpPr>
        <a:xfrm>
          <a:off x="0" y="0"/>
          <a:ext cx="0" cy="0"/>
          <a:chOff x="0" y="0"/>
          <a:chExt cx="0" cy="0"/>
        </a:xfrm>
      </p:grpSpPr>
      <p:sp>
        <p:nvSpPr>
          <p:cNvPr id="973" name="Google Shape;973;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4" name="Google Shape;974;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5" name="Google Shape;975;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50</a:t>
            </a:fld>
            <a:endParaRPr/>
          </a:p>
        </p:txBody>
      </p:sp>
    </p:spTree>
    <p:extLst>
      <p:ext uri="{BB962C8B-B14F-4D97-AF65-F5344CB8AC3E}">
        <p14:creationId xmlns:p14="http://schemas.microsoft.com/office/powerpoint/2010/main" val="38970136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p:cNvGrpSpPr/>
        <p:nvPr/>
      </p:nvGrpSpPr>
      <p:grpSpPr>
        <a:xfrm>
          <a:off x="0" y="0"/>
          <a:ext cx="0" cy="0"/>
          <a:chOff x="0" y="0"/>
          <a:chExt cx="0" cy="0"/>
        </a:xfrm>
      </p:grpSpPr>
      <p:sp>
        <p:nvSpPr>
          <p:cNvPr id="988" name="Google Shape;988;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9" name="Google Shape;989;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0" name="Google Shape;990;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51</a:t>
            </a:fld>
            <a:endParaRPr/>
          </a:p>
        </p:txBody>
      </p:sp>
    </p:spTree>
    <p:extLst>
      <p:ext uri="{BB962C8B-B14F-4D97-AF65-F5344CB8AC3E}">
        <p14:creationId xmlns:p14="http://schemas.microsoft.com/office/powerpoint/2010/main" val="28769220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
        <p:cNvGrpSpPr/>
        <p:nvPr/>
      </p:nvGrpSpPr>
      <p:grpSpPr>
        <a:xfrm>
          <a:off x="0" y="0"/>
          <a:ext cx="0" cy="0"/>
          <a:chOff x="0" y="0"/>
          <a:chExt cx="0" cy="0"/>
        </a:xfrm>
      </p:grpSpPr>
      <p:sp>
        <p:nvSpPr>
          <p:cNvPr id="1007" name="Google Shape;1007;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8" name="Google Shape;1008;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9" name="Google Shape;1009;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52</a:t>
            </a:fld>
            <a:endParaRPr/>
          </a:p>
        </p:txBody>
      </p:sp>
    </p:spTree>
    <p:extLst>
      <p:ext uri="{BB962C8B-B14F-4D97-AF65-F5344CB8AC3E}">
        <p14:creationId xmlns:p14="http://schemas.microsoft.com/office/powerpoint/2010/main" val="322564348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0"/>
        <p:cNvGrpSpPr/>
        <p:nvPr/>
      </p:nvGrpSpPr>
      <p:grpSpPr>
        <a:xfrm>
          <a:off x="0" y="0"/>
          <a:ext cx="0" cy="0"/>
          <a:chOff x="0" y="0"/>
          <a:chExt cx="0" cy="0"/>
        </a:xfrm>
      </p:grpSpPr>
      <p:sp>
        <p:nvSpPr>
          <p:cNvPr id="1021" name="Google Shape;1021;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2" name="Google Shape;1022;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3" name="Google Shape;1023;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53</a:t>
            </a:fld>
            <a:endParaRPr/>
          </a:p>
        </p:txBody>
      </p:sp>
    </p:spTree>
    <p:extLst>
      <p:ext uri="{BB962C8B-B14F-4D97-AF65-F5344CB8AC3E}">
        <p14:creationId xmlns:p14="http://schemas.microsoft.com/office/powerpoint/2010/main" val="68512603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1" name="Google Shape;1031;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2" name="Google Shape;1032;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54</a:t>
            </a:fld>
            <a:endParaRPr/>
          </a:p>
        </p:txBody>
      </p:sp>
    </p:spTree>
    <p:extLst>
      <p:ext uri="{BB962C8B-B14F-4D97-AF65-F5344CB8AC3E}">
        <p14:creationId xmlns:p14="http://schemas.microsoft.com/office/powerpoint/2010/main" val="16112074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6"/>
        <p:cNvGrpSpPr/>
        <p:nvPr/>
      </p:nvGrpSpPr>
      <p:grpSpPr>
        <a:xfrm>
          <a:off x="0" y="0"/>
          <a:ext cx="0" cy="0"/>
          <a:chOff x="0" y="0"/>
          <a:chExt cx="0" cy="0"/>
        </a:xfrm>
      </p:grpSpPr>
      <p:sp>
        <p:nvSpPr>
          <p:cNvPr id="1087" name="Google Shape;1087;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8" name="Google Shape;1088;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9" name="Google Shape;1089;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55</a:t>
            </a:fld>
            <a:endParaRPr/>
          </a:p>
        </p:txBody>
      </p:sp>
    </p:spTree>
    <p:extLst>
      <p:ext uri="{BB962C8B-B14F-4D97-AF65-F5344CB8AC3E}">
        <p14:creationId xmlns:p14="http://schemas.microsoft.com/office/powerpoint/2010/main" val="193333596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3"/>
        <p:cNvGrpSpPr/>
        <p:nvPr/>
      </p:nvGrpSpPr>
      <p:grpSpPr>
        <a:xfrm>
          <a:off x="0" y="0"/>
          <a:ext cx="0" cy="0"/>
          <a:chOff x="0" y="0"/>
          <a:chExt cx="0" cy="0"/>
        </a:xfrm>
      </p:grpSpPr>
      <p:sp>
        <p:nvSpPr>
          <p:cNvPr id="1094" name="Google Shape;1094;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5" name="Google Shape;1095;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6" name="Google Shape;1096;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56</a:t>
            </a:fld>
            <a:endParaRPr/>
          </a:p>
        </p:txBody>
      </p:sp>
    </p:spTree>
    <p:extLst>
      <p:ext uri="{BB962C8B-B14F-4D97-AF65-F5344CB8AC3E}">
        <p14:creationId xmlns:p14="http://schemas.microsoft.com/office/powerpoint/2010/main" val="198687824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0"/>
        <p:cNvGrpSpPr/>
        <p:nvPr/>
      </p:nvGrpSpPr>
      <p:grpSpPr>
        <a:xfrm>
          <a:off x="0" y="0"/>
          <a:ext cx="0" cy="0"/>
          <a:chOff x="0" y="0"/>
          <a:chExt cx="0" cy="0"/>
        </a:xfrm>
      </p:grpSpPr>
      <p:sp>
        <p:nvSpPr>
          <p:cNvPr id="1101" name="Google Shape;1101;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2" name="Google Shape;1102;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3" name="Google Shape;1103;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57</a:t>
            </a:fld>
            <a:endParaRPr/>
          </a:p>
        </p:txBody>
      </p:sp>
    </p:spTree>
    <p:extLst>
      <p:ext uri="{BB962C8B-B14F-4D97-AF65-F5344CB8AC3E}">
        <p14:creationId xmlns:p14="http://schemas.microsoft.com/office/powerpoint/2010/main" val="210875793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p:cNvGrpSpPr/>
        <p:nvPr/>
      </p:nvGrpSpPr>
      <p:grpSpPr>
        <a:xfrm>
          <a:off x="0" y="0"/>
          <a:ext cx="0" cy="0"/>
          <a:chOff x="0" y="0"/>
          <a:chExt cx="0" cy="0"/>
        </a:xfrm>
      </p:grpSpPr>
      <p:sp>
        <p:nvSpPr>
          <p:cNvPr id="1117" name="Google Shape;111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8" name="Google Shape;1118;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9" name="Google Shape;1119;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58</a:t>
            </a:fld>
            <a:endParaRPr/>
          </a:p>
        </p:txBody>
      </p:sp>
    </p:spTree>
    <p:extLst>
      <p:ext uri="{BB962C8B-B14F-4D97-AF65-F5344CB8AC3E}">
        <p14:creationId xmlns:p14="http://schemas.microsoft.com/office/powerpoint/2010/main" val="223166249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3"/>
        <p:cNvGrpSpPr/>
        <p:nvPr/>
      </p:nvGrpSpPr>
      <p:grpSpPr>
        <a:xfrm>
          <a:off x="0" y="0"/>
          <a:ext cx="0" cy="0"/>
          <a:chOff x="0" y="0"/>
          <a:chExt cx="0" cy="0"/>
        </a:xfrm>
      </p:grpSpPr>
      <p:sp>
        <p:nvSpPr>
          <p:cNvPr id="1174" name="Google Shape;1174;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5" name="Google Shape;1175;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How to choose t</a:t>
            </a:r>
            <a:br>
              <a:rPr lang="en-US"/>
            </a:br>
            <a:r>
              <a:rPr lang="en-US"/>
              <a:t>Put rough costs on each mistake, e.g. one missed hazard ≈ 10 minutes of lost time (illustrative), one detour ≈ 1 minute.</a:t>
            </a:r>
            <a:br>
              <a:rPr lang="en-US"/>
            </a:br>
            <a:r>
              <a:rPr lang="en-US"/>
              <a:t>Pick the threshold that minimises the total expected cost.</a:t>
            </a:r>
            <a:br>
              <a:rPr lang="en-US"/>
            </a:br>
            <a:r>
              <a:rPr lang="en-US"/>
              <a:t>That’s why the brief says to document and justify your blocking policy.</a:t>
            </a:r>
            <a:br>
              <a:rPr lang="en-US"/>
            </a:br>
            <a:endParaRPr/>
          </a:p>
        </p:txBody>
      </p:sp>
      <p:sp>
        <p:nvSpPr>
          <p:cNvPr id="1176" name="Google Shape;1176;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59</a:t>
            </a:fld>
            <a:endParaRPr/>
          </a:p>
        </p:txBody>
      </p:sp>
    </p:spTree>
    <p:extLst>
      <p:ext uri="{BB962C8B-B14F-4D97-AF65-F5344CB8AC3E}">
        <p14:creationId xmlns:p14="http://schemas.microsoft.com/office/powerpoint/2010/main" val="53083234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p:cNvGrpSpPr/>
        <p:nvPr/>
      </p:nvGrpSpPr>
      <p:grpSpPr>
        <a:xfrm>
          <a:off x="0" y="0"/>
          <a:ext cx="0" cy="0"/>
          <a:chOff x="0" y="0"/>
          <a:chExt cx="0" cy="0"/>
        </a:xfrm>
      </p:grpSpPr>
      <p:sp>
        <p:nvSpPr>
          <p:cNvPr id="1220" name="Google Shape;1220;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1" name="Google Shape;1221;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2" name="Google Shape;1222;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60</a:t>
            </a:fld>
            <a:endParaRPr/>
          </a:p>
        </p:txBody>
      </p:sp>
    </p:spTree>
    <p:extLst>
      <p:ext uri="{BB962C8B-B14F-4D97-AF65-F5344CB8AC3E}">
        <p14:creationId xmlns:p14="http://schemas.microsoft.com/office/powerpoint/2010/main" val="279100394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0"/>
        <p:cNvGrpSpPr/>
        <p:nvPr/>
      </p:nvGrpSpPr>
      <p:grpSpPr>
        <a:xfrm>
          <a:off x="0" y="0"/>
          <a:ext cx="0" cy="0"/>
          <a:chOff x="0" y="0"/>
          <a:chExt cx="0" cy="0"/>
        </a:xfrm>
      </p:grpSpPr>
      <p:sp>
        <p:nvSpPr>
          <p:cNvPr id="1241" name="Google Shape;1241;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2" name="Google Shape;1242;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3" name="Google Shape;1243;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61</a:t>
            </a:fld>
            <a:endParaRPr/>
          </a:p>
        </p:txBody>
      </p:sp>
    </p:spTree>
    <p:extLst>
      <p:ext uri="{BB962C8B-B14F-4D97-AF65-F5344CB8AC3E}">
        <p14:creationId xmlns:p14="http://schemas.microsoft.com/office/powerpoint/2010/main" val="247534974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0"/>
        <p:cNvGrpSpPr/>
        <p:nvPr/>
      </p:nvGrpSpPr>
      <p:grpSpPr>
        <a:xfrm>
          <a:off x="0" y="0"/>
          <a:ext cx="0" cy="0"/>
          <a:chOff x="0" y="0"/>
          <a:chExt cx="0" cy="0"/>
        </a:xfrm>
      </p:grpSpPr>
      <p:sp>
        <p:nvSpPr>
          <p:cNvPr id="1261" name="Google Shape;126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2" name="Google Shape;1262;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3" name="Google Shape;1263;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62</a:t>
            </a:fld>
            <a:endParaRPr/>
          </a:p>
        </p:txBody>
      </p:sp>
    </p:spTree>
    <p:extLst>
      <p:ext uri="{BB962C8B-B14F-4D97-AF65-F5344CB8AC3E}">
        <p14:creationId xmlns:p14="http://schemas.microsoft.com/office/powerpoint/2010/main" val="361138553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7"/>
        <p:cNvGrpSpPr/>
        <p:nvPr/>
      </p:nvGrpSpPr>
      <p:grpSpPr>
        <a:xfrm>
          <a:off x="0" y="0"/>
          <a:ext cx="0" cy="0"/>
          <a:chOff x="0" y="0"/>
          <a:chExt cx="0" cy="0"/>
        </a:xfrm>
      </p:grpSpPr>
      <p:sp>
        <p:nvSpPr>
          <p:cNvPr id="1318" name="Google Shape;1318;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9" name="Google Shape;1319;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0" name="Google Shape;1320;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63</a:t>
            </a:fld>
            <a:endParaRPr/>
          </a:p>
        </p:txBody>
      </p:sp>
    </p:spTree>
    <p:extLst>
      <p:ext uri="{BB962C8B-B14F-4D97-AF65-F5344CB8AC3E}">
        <p14:creationId xmlns:p14="http://schemas.microsoft.com/office/powerpoint/2010/main" val="239284268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4"/>
        <p:cNvGrpSpPr/>
        <p:nvPr/>
      </p:nvGrpSpPr>
      <p:grpSpPr>
        <a:xfrm>
          <a:off x="0" y="0"/>
          <a:ext cx="0" cy="0"/>
          <a:chOff x="0" y="0"/>
          <a:chExt cx="0" cy="0"/>
        </a:xfrm>
      </p:grpSpPr>
      <p:sp>
        <p:nvSpPr>
          <p:cNvPr id="1325" name="Google Shape;1325;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6" name="Google Shape;1326;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7" name="Google Shape;1327;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64</a:t>
            </a:fld>
            <a:endParaRPr/>
          </a:p>
        </p:txBody>
      </p:sp>
    </p:spTree>
    <p:extLst>
      <p:ext uri="{BB962C8B-B14F-4D97-AF65-F5344CB8AC3E}">
        <p14:creationId xmlns:p14="http://schemas.microsoft.com/office/powerpoint/2010/main" val="105891766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1"/>
        <p:cNvGrpSpPr/>
        <p:nvPr/>
      </p:nvGrpSpPr>
      <p:grpSpPr>
        <a:xfrm>
          <a:off x="0" y="0"/>
          <a:ext cx="0" cy="0"/>
          <a:chOff x="0" y="0"/>
          <a:chExt cx="0" cy="0"/>
        </a:xfrm>
      </p:grpSpPr>
      <p:sp>
        <p:nvSpPr>
          <p:cNvPr id="1332" name="Google Shape;1332;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3" name="Google Shape;1333;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4" name="Google Shape;1334;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65</a:t>
            </a:fld>
            <a:endParaRPr/>
          </a:p>
        </p:txBody>
      </p:sp>
    </p:spTree>
    <p:extLst>
      <p:ext uri="{BB962C8B-B14F-4D97-AF65-F5344CB8AC3E}">
        <p14:creationId xmlns:p14="http://schemas.microsoft.com/office/powerpoint/2010/main" val="52481693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3"/>
        <p:cNvGrpSpPr/>
        <p:nvPr/>
      </p:nvGrpSpPr>
      <p:grpSpPr>
        <a:xfrm>
          <a:off x="0" y="0"/>
          <a:ext cx="0" cy="0"/>
          <a:chOff x="0" y="0"/>
          <a:chExt cx="0" cy="0"/>
        </a:xfrm>
      </p:grpSpPr>
      <p:sp>
        <p:nvSpPr>
          <p:cNvPr id="1354" name="Google Shape;135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5" name="Google Shape;1355;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56" name="Google Shape;1356;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66</a:t>
            </a:fld>
            <a:endParaRPr/>
          </a:p>
        </p:txBody>
      </p:sp>
    </p:spTree>
    <p:extLst>
      <p:ext uri="{BB962C8B-B14F-4D97-AF65-F5344CB8AC3E}">
        <p14:creationId xmlns:p14="http://schemas.microsoft.com/office/powerpoint/2010/main" val="149914969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00:00-00:30 (30 seconds)</a:t>
            </a:r>
          </a:p>
          <a:p>
            <a:r>
              <a:t>TOPICS 5.1</a:t>
            </a:r>
          </a:p>
          <a:p>
            <a:endParaRPr/>
          </a:p>
          <a:p>
            <a:r>
              <a:t>SAY</a:t>
            </a:r>
          </a:p>
          <a:p>
            <a:r>
              <a:t>Imagine a vehicle travelling from S, the start, to G, the goal. Green roads are clear. Yellow roads are congested. Red roads are blocked. Would you choose the direct purple route or the longer blue route?</a:t>
            </a:r>
          </a:p>
          <a:p>
            <a:endParaRPr/>
          </a:p>
          <a:p>
            <a:r>
              <a:t>DO</a:t>
            </a:r>
          </a:p>
          <a:p>
            <a:r>
              <a:t>Point to S and G, then trace each route. Allow a five-second show of hands. Accept both choices without discussion.</a:t>
            </a:r>
          </a:p>
          <a:p>
            <a:endParaRPr/>
          </a:p>
          <a:p>
            <a:r>
              <a:t>ASK ONCE</a:t>
            </a:r>
          </a:p>
          <a:p>
            <a:r>
              <a:t>Would you choose the direct purple route or the longer blue route?</a:t>
            </a:r>
          </a:p>
          <a:p>
            <a:r>
              <a:t>EXPECTED ANSWER</a:t>
            </a:r>
          </a:p>
          <a:p>
            <a:r>
              <a:t>Either is reasonable before costs and priorities are specified.</a:t>
            </a:r>
          </a:p>
          <a:p>
            <a:endParaRPr/>
          </a:p>
          <a:p>
            <a:r>
              <a:t>TRANSITION</a:t>
            </a:r>
          </a:p>
          <a:p>
            <a:r>
              <a:t>To decide, we first need a way to express what matters.</a:t>
            </a:r>
          </a:p>
          <a:p>
            <a:endParaRPr/>
          </a:p>
          <a:p>
            <a:r>
              <a:t>Teaching examples are illustrative. Source scope: Project RUSH HOUR Ordered Workshop Topic List, sections 5, 6 and 7.</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80295413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00:30-01:30 (60 seconds)</a:t>
            </a:r>
          </a:p>
          <a:p>
            <a:r>
              <a:t>TOPICS 5.1, 5.2</a:t>
            </a:r>
          </a:p>
          <a:p>
            <a:endParaRPr/>
          </a:p>
          <a:p>
            <a:r>
              <a:t>SAY</a:t>
            </a:r>
          </a:p>
          <a:p>
            <a:r>
              <a:t>We give each road cell a score called its cost. A larger score makes that road less attractive. Here, we choose one for a clear road and three point five for a congested road. These values express our priorities. They are not automatically minutes, money, or a measured danger level. A label is simply the predicted category, such as clear or congested. Turning each label into a chosen score is a label-based cost rule. Different priorities can produce different sensible scores. What would increasing the yellow score encourage?</a:t>
            </a:r>
          </a:p>
          <a:p>
            <a:endParaRPr/>
          </a:p>
          <a:p>
            <a:r>
              <a:t>DO</a:t>
            </a:r>
          </a:p>
          <a:p>
            <a:r>
              <a:t>Point from each colored cell to its score. Pause four seconds after the question, then acknowledge the expected answer.</a:t>
            </a:r>
          </a:p>
          <a:p>
            <a:endParaRPr/>
          </a:p>
          <a:p>
            <a:r>
              <a:t>ASK ONCE</a:t>
            </a:r>
          </a:p>
          <a:p>
            <a:r>
              <a:t>What would increasing the yellow score encourage?</a:t>
            </a:r>
          </a:p>
          <a:p>
            <a:r>
              <a:t>EXPECTED ANSWER</a:t>
            </a:r>
          </a:p>
          <a:p>
            <a:r>
              <a:t>More avoidance of congestion, possibly through a longer route.</a:t>
            </a:r>
          </a:p>
          <a:p>
            <a:endParaRPr/>
          </a:p>
          <a:p>
            <a:r>
              <a:t>TRANSITION</a:t>
            </a:r>
          </a:p>
          <a:p>
            <a:r>
              <a:t>A prediction can also give us more information than one category.</a:t>
            </a:r>
          </a:p>
          <a:p>
            <a:endParaRPr/>
          </a:p>
          <a:p>
            <a:r>
              <a:t>Teaching examples are illustrative. Source scope: Project RUSH HOUR Ordered Workshop Topic List, sections 5, 6 and 7.</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48722225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01:30-02:30 (60 seconds)</a:t>
            </a:r>
          </a:p>
          <a:p>
            <a:r>
              <a:t>TOPICS 5.3</a:t>
            </a:r>
          </a:p>
          <a:p>
            <a:endParaRPr/>
          </a:p>
          <a:p>
            <a:r>
              <a:t>SAY</a:t>
            </a:r>
          </a:p>
          <a:p>
            <a:r>
              <a:t>A model can estimate the chance of each condition. A probability is an estimated chance, not a guarantee. This cell has a sixty percent chance of clear traffic, thirty percent of congestion, and ten percent of blockage. We multiply each chance by its chosen score, then add. That gives two point eight five. This is an expected cost, a weighted average of the possibilities. The score twelve makes possible blockage expensive. It still does not forbid entry. We will make that separate decision shortly.</a:t>
            </a:r>
          </a:p>
          <a:p>
            <a:endParaRPr/>
          </a:p>
          <a:p>
            <a:r>
              <a:t>DO</a:t>
            </a:r>
          </a:p>
          <a:p>
            <a:r>
              <a:t>Read the three probability rows slowly. Point to each matching multiplication, then the final value. Leave three seconds to inspect the calculation.</a:t>
            </a:r>
          </a:p>
          <a:p>
            <a:endParaRPr/>
          </a:p>
          <a:p>
            <a:r>
              <a:t>TRANSITION</a:t>
            </a:r>
          </a:p>
          <a:p>
            <a:r>
              <a:t>We can also consider an extra signal when we choose the score.</a:t>
            </a:r>
          </a:p>
          <a:p>
            <a:endParaRPr/>
          </a:p>
          <a:p>
            <a:r>
              <a:t>Teaching examples are illustrative. Source scope: Project RUSH HOUR Ordered Workshop Topic List, sections 5, 6 and 7.</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91210967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02:30-03:45 (75 seconds)</a:t>
            </a:r>
          </a:p>
          <a:p>
            <a:r>
              <a:t>TOPICS 5.4</a:t>
            </a:r>
          </a:p>
          <a:p>
            <a:endParaRPr/>
          </a:p>
          <a:p>
            <a:r>
              <a:t>SAY</a:t>
            </a:r>
          </a:p>
          <a:p>
            <a:r>
              <a:t>Suppose two cells have the same prediction cost of two. One also has a five percent estimated incident chance. The other has a thirty percent chance. An incident chance describes a possibility, not a confirmed closure. We can add four times this chance to the original score. The first cell becomes two point two. The second becomes three point two. Four is our chosen penalty strength. A larger value makes this signal matter more. We should test that choice. If the original prediction already uses incident information, adding it again may count the same concern twice. Which cell does this new rule discourage more?</a:t>
            </a:r>
          </a:p>
          <a:p>
            <a:endParaRPr/>
          </a:p>
          <a:p>
            <a:r>
              <a:t>DO</a:t>
            </a:r>
          </a:p>
          <a:p>
            <a:r>
              <a:t>Compare the two columns row by row. Pause four seconds for the answer. Indicate that the multiplier four is an assumption.</a:t>
            </a:r>
          </a:p>
          <a:p>
            <a:endParaRPr/>
          </a:p>
          <a:p>
            <a:r>
              <a:t>ASK ONCE</a:t>
            </a:r>
          </a:p>
          <a:p>
            <a:r>
              <a:t>Which cell does this new rule discourage more?</a:t>
            </a:r>
          </a:p>
          <a:p>
            <a:r>
              <a:t>EXPECTED ANSWER</a:t>
            </a:r>
          </a:p>
          <a:p>
            <a:r>
              <a:t>Cell B, because its incident chance and resulting score are higher.</a:t>
            </a:r>
          </a:p>
          <a:p>
            <a:endParaRPr/>
          </a:p>
          <a:p>
            <a:r>
              <a:t>TRANSITION</a:t>
            </a:r>
          </a:p>
          <a:p>
            <a:r>
              <a:t>A large score discourages a road. A block does something stronger.</a:t>
            </a:r>
          </a:p>
          <a:p>
            <a:endParaRPr/>
          </a:p>
          <a:p>
            <a:r>
              <a:t>Teaching examples are illustrative. Source scope: Project RUSH HOUR Ordered Workshop Topic List, sections 5, 6 and 7.</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262669944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03:45-04:30 (45 seconds)</a:t>
            </a:r>
          </a:p>
          <a:p>
            <a:r>
              <a:t>TOPICS 5.6</a:t>
            </a:r>
          </a:p>
          <a:p>
            <a:endParaRPr/>
          </a:p>
          <a:p>
            <a:r>
              <a:t>SAY</a:t>
            </a:r>
          </a:p>
          <a:p>
            <a:r>
              <a:t>On the left, the middle cell costs twenty. It is expensive, but the vehicle can still use it when that is the only connection. This is a soft penalty. On the right, the middle cell is forbidden. This is a hard block. The planner removes it from the available roads, or treats its cost as infinite and never enters it. Here, that leaves no route.</a:t>
            </a:r>
          </a:p>
          <a:p>
            <a:endParaRPr/>
          </a:p>
          <a:p>
            <a:r>
              <a:t>DO</a:t>
            </a:r>
          </a:p>
          <a:p>
            <a:r>
              <a:t>Trace the left corridor through twenty. On the right, stop the pointer before the blocked cell. Pause three seconds.</a:t>
            </a:r>
          </a:p>
          <a:p>
            <a:endParaRPr/>
          </a:p>
          <a:p>
            <a:r>
              <a:t>TRANSITION</a:t>
            </a:r>
          </a:p>
          <a:p>
            <a:r>
              <a:t>Now we need a rule for deciding which cells receive a hard block.</a:t>
            </a:r>
          </a:p>
          <a:p>
            <a:endParaRPr/>
          </a:p>
          <a:p>
            <a:r>
              <a:t>Teaching examples are illustrative. Source scope: Project RUSH HOUR Ordered Workshop Topic List, sections 5, 6 and 7.</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176786836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04:30-05:45 (75 seconds)</a:t>
            </a:r>
          </a:p>
          <a:p>
            <a:r>
              <a:t>TOPICS 5.5</a:t>
            </a:r>
          </a:p>
          <a:p>
            <a:endParaRPr/>
          </a:p>
          <a:p>
            <a:r>
              <a:t>SAY</a:t>
            </a:r>
          </a:p>
          <a:p>
            <a:r>
              <a:t>A blocking policy is our rule for excluding roads. One simple rule blocks a cell only when its predicted label is blocked. In this example, congested has the largest probability, forty-five percent. The label is therefore congested, so the label rule keeps this cell open. Another rule uses the estimated blocked chance, often written p blocked. We choose a threshold, meaning a cutoff. At a thirty percent threshold, any blocked chance of thirty percent or higher is excluded. This cell has thirty-five percent, so it is excluded. Same prediction, different policy. Neither rule has a universally correct cutoff. We need evidence for our choice.</a:t>
            </a:r>
          </a:p>
          <a:p>
            <a:endParaRPr/>
          </a:p>
          <a:p>
            <a:r>
              <a:t>DO</a:t>
            </a:r>
          </a:p>
          <a:p>
            <a:r>
              <a:t>Point to forty-five percent to identify the largest category, then to thirty-five percent for the threshold comparison. Leave four seconds to compare the two outcomes.</a:t>
            </a:r>
          </a:p>
          <a:p>
            <a:endParaRPr/>
          </a:p>
          <a:p>
            <a:r>
              <a:t>TRANSITION</a:t>
            </a:r>
          </a:p>
          <a:p>
            <a:r>
              <a:t>Watch what happens to a route when we lower that cutoff.</a:t>
            </a:r>
          </a:p>
          <a:p>
            <a:endParaRPr/>
          </a:p>
          <a:p>
            <a:r>
              <a:t>Teaching examples are illustrative. Source scope: Project RUSH HOUR Ordered Workshop Topic List, sections 5, 6 and 7.</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336674068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05:45-06:45 (60 seconds)</a:t>
            </a:r>
          </a:p>
          <a:p>
            <a:r>
              <a:t>TOPICS 5.7</a:t>
            </a:r>
          </a:p>
          <a:p>
            <a:endParaRPr/>
          </a:p>
          <a:p>
            <a:r>
              <a:t>SAY</a:t>
            </a:r>
          </a:p>
          <a:p>
            <a:r>
              <a:t>The numbers now show estimated blocked chances. Both pictures use exactly the same predictions. At a fifty percent threshold, the sixty percent cell is excluded, but the forty percent cell stays open. The direct route has length four. Lower the threshold to thirty percent, and the forty percent cell is excluded too. The vehicle takes a detour of about four point eight three. A lower threshold can avoid more suspected hazards. It can also mean longer routes, or no route at all. It does not guarantee true safety.</a:t>
            </a:r>
          </a:p>
          <a:p>
            <a:endParaRPr/>
          </a:p>
          <a:p>
            <a:r>
              <a:t>DO</a:t>
            </a:r>
          </a:p>
          <a:p>
            <a:r>
              <a:t>Trace the direct route, then point to the newly excluded forty percent cell and trace the detour. Pause three seconds at the two distance labels.</a:t>
            </a:r>
          </a:p>
          <a:p>
            <a:endParaRPr/>
          </a:p>
          <a:p>
            <a:r>
              <a:t>TRANSITION</a:t>
            </a:r>
          </a:p>
          <a:p>
            <a:r>
              <a:t>We choose between these effects by examining mistakes on examples with known answers.</a:t>
            </a:r>
          </a:p>
          <a:p>
            <a:endParaRPr/>
          </a:p>
          <a:p>
            <a:r>
              <a:t>Teaching examples are illustrative. Source scope: Project RUSH HOUR Ordered Workshop Topic List, sections 5, 6 and 7.</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259530209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06:45-08:00 (75 seconds)</a:t>
            </a:r>
          </a:p>
          <a:p>
            <a:r>
              <a:t>TOPICS 5.8</a:t>
            </a:r>
          </a:p>
          <a:p>
            <a:endParaRPr/>
          </a:p>
          <a:p>
            <a:r>
              <a:t>SAY</a:t>
            </a:r>
          </a:p>
          <a:p>
            <a:r>
              <a:t>These are illustrative results from validation maps, which are examples with known answers used to make design choices. We examine one hundred truly blocked cells, one thousand truly open cells, and the same twenty journeys. At fifty percent, we catch sixty blocked cells, wrongly exclude twenty open cells, and all twenty journeys remain possible. At thirty percent, we catch eighty-five blocked cells, but eighteen journeys remain possible. At fifteen percent, we catch ninety-six, but only twelve journeys remain possible. Which trade-off deserves further investigation? There is no automatic winning row. Choose using the consequences of both kinds of mistake, and avoid repeatedly tuning on the final test maps.</a:t>
            </a:r>
          </a:p>
          <a:p>
            <a:endParaRPr/>
          </a:p>
          <a:p>
            <a:r>
              <a:t>DO</a:t>
            </a:r>
          </a:p>
          <a:p>
            <a:r>
              <a:t>Read each row across rather than reading one column at a time. Allow five seconds for one short response. Do not hold an open discussion.</a:t>
            </a:r>
          </a:p>
          <a:p>
            <a:endParaRPr/>
          </a:p>
          <a:p>
            <a:r>
              <a:t>ASK ONCE</a:t>
            </a:r>
          </a:p>
          <a:p>
            <a:r>
              <a:t>Which trade-off deserves further investigation?</a:t>
            </a:r>
          </a:p>
          <a:p>
            <a:r>
              <a:t>EXPECTED ANSWER</a:t>
            </a:r>
          </a:p>
          <a:p>
            <a:r>
              <a:t>Any justified choice that considers missed blocked cells, unnecessary exclusions, and whether journeys remain possible.</a:t>
            </a:r>
          </a:p>
          <a:p>
            <a:endParaRPr/>
          </a:p>
          <a:p>
            <a:r>
              <a:t>TRANSITION</a:t>
            </a:r>
          </a:p>
          <a:p>
            <a:r>
              <a:t>The cutoff is one design choice. The cost values need checking too.</a:t>
            </a:r>
          </a:p>
          <a:p>
            <a:endParaRPr/>
          </a:p>
          <a:p>
            <a:r>
              <a:t>Teaching examples are illustrative. Source scope: Project RUSH HOUR Ordered Workshop Topic List, sections 5, 6 and 7.</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173008533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08:00-09:00 (60 seconds)</a:t>
            </a:r>
          </a:p>
          <a:p>
            <a:r>
              <a:t>TOPICS 5.9</a:t>
            </a:r>
          </a:p>
          <a:p>
            <a:endParaRPr/>
          </a:p>
          <a:p>
            <a:r>
              <a:t>SAY</a:t>
            </a:r>
          </a:p>
          <a:p>
            <a:r>
              <a:t>Here are two candidate routes between the same endpoints. Purple takes four straight moves through three congested cells. Blue takes six straight moves through clear cells. When the congested score is one point five, purple costs five point five and blue costs six. Purple wins this comparison. Increase the congested score to three point five, and purple costs eleven point five. Blue still costs six, so blue wins. This is a sensitivity check: change a reasonable assumption and see what changes. These are candidate routes; we are not claiming they include every possible route.</a:t>
            </a:r>
          </a:p>
          <a:p>
            <a:endParaRPr/>
          </a:p>
          <a:p>
            <a:r>
              <a:t>DO</a:t>
            </a:r>
          </a:p>
          <a:p>
            <a:r>
              <a:t>Trace both routes. Compare the first table row, pause two seconds, then compare the second row.</a:t>
            </a:r>
          </a:p>
          <a:p>
            <a:endParaRPr/>
          </a:p>
          <a:p>
            <a:r>
              <a:t>TRANSITION</a:t>
            </a:r>
          </a:p>
          <a:p>
            <a:r>
              <a:t>Before we search for a route, let us check that our policy has a clear reason.</a:t>
            </a:r>
          </a:p>
          <a:p>
            <a:endParaRPr/>
          </a:p>
          <a:p>
            <a:r>
              <a:t>Teaching examples are illustrative. Source scope: Project RUSH HOUR Ordered Workshop Topic List, sections 5, 6 and 7.</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301963999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09:00-10:00 (60 seconds)</a:t>
            </a:r>
          </a:p>
          <a:p>
            <a:r>
              <a:t>TOPICS 5.1, 5.2, 5.3, 5.4, 5.5, 5.6, 5.7, 5.8, 5.9</a:t>
            </a:r>
          </a:p>
          <a:p>
            <a:endParaRPr/>
          </a:p>
          <a:p>
            <a:r>
              <a:t>SAY</a:t>
            </a:r>
          </a:p>
          <a:p>
            <a:r>
              <a:t>We have made two decisions. The cost rule says which allowed roads are less attractive. The blocking rule says which roads cannot be used at all. What choice would you make, and what evidence would support it? Your answer could mention missed blocked roads, unnecessary exclusions, or whether a route remains possible. There is no special threshold that works everywhere. A useful explanation gives a rule, a reason, and a check. We now have the ingredients needed to search.</a:t>
            </a:r>
          </a:p>
          <a:p>
            <a:endParaRPr/>
          </a:p>
          <a:p>
            <a:r>
              <a:t>DO</a:t>
            </a:r>
          </a:p>
          <a:p>
            <a:r>
              <a:t>Allow eight seconds of quiet thinking. Invite one sentence from one student, allowing at most five seconds. Point to the three questions as they answer.</a:t>
            </a:r>
          </a:p>
          <a:p>
            <a:endParaRPr/>
          </a:p>
          <a:p>
            <a:r>
              <a:t>ASK ONCE</a:t>
            </a:r>
          </a:p>
          <a:p>
            <a:r>
              <a:t>What choice would you make, and what evidence would support it?</a:t>
            </a:r>
          </a:p>
          <a:p>
            <a:r>
              <a:t>EXPECTED ANSWER</a:t>
            </a:r>
          </a:p>
          <a:p>
            <a:r>
              <a:t>For example: choose a blocked-probability cutoff using missed hazards, false exclusions, and route availability on validation maps.</a:t>
            </a:r>
          </a:p>
          <a:p>
            <a:endParaRPr/>
          </a:p>
          <a:p>
            <a:r>
              <a:t>TRANSITION</a:t>
            </a:r>
          </a:p>
          <a:p>
            <a:r>
              <a:t>Our next job is to find a connected route using those rules.</a:t>
            </a:r>
          </a:p>
          <a:p>
            <a:endParaRPr/>
          </a:p>
          <a:p>
            <a:r>
              <a:t>Teaching examples are illustrative. Source scope: Project RUSH HOUR Ordered Workshop Topic List, sections 5, 6 and 7.</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207291626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10:00-11:00 (60 seconds)</a:t>
            </a:r>
          </a:p>
          <a:p>
            <a:r>
              <a:t>TOPICS 6.1</a:t>
            </a:r>
          </a:p>
          <a:p>
            <a:endParaRPr/>
          </a:p>
          <a:p>
            <a:r>
              <a:t>SAY</a:t>
            </a:r>
          </a:p>
          <a:p>
            <a:r>
              <a:t>A graph is a collection of places and the connections between them. Here, each cell is a place. A connection represents one allowed move. From the center, the vehicle can move to as many as eight neighboring cells: four straight directions and four diagonals. A straight move has distance one. A diagonal crosses the square, so its distance is the square root of two, about one point four one. These are grid units, not kilometres. Blocked cells and movement rules can remove some of these connections.</a:t>
            </a:r>
          </a:p>
          <a:p>
            <a:endParaRPr/>
          </a:p>
          <a:p>
            <a:r>
              <a:t>DO</a:t>
            </a:r>
          </a:p>
          <a:p>
            <a:r>
              <a:t>Point to the eight neighbors in order. Trace a straight move and a diagonal. Give students three seconds to inspect the difference in length.</a:t>
            </a:r>
          </a:p>
          <a:p>
            <a:endParaRPr/>
          </a:p>
          <a:p>
            <a:r>
              <a:t>TRANSITION</a:t>
            </a:r>
          </a:p>
          <a:p>
            <a:r>
              <a:t>For each permitted connection, we calculate the cost of that one move.</a:t>
            </a:r>
          </a:p>
          <a:p>
            <a:endParaRPr/>
          </a:p>
          <a:p>
            <a:r>
              <a:t>Teaching examples are illustrative. Source scope: Project RUSH HOUR Ordered Workshop Topic List, sections 5, 6 and 7.</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279634742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11:00-12:30 (90 seconds)</a:t>
            </a:r>
          </a:p>
          <a:p>
            <a:r>
              <a:t>TOPICS 6.2, 6.3</a:t>
            </a:r>
          </a:p>
          <a:p>
            <a:endParaRPr/>
          </a:p>
          <a:p>
            <a:r>
              <a:t>SAY</a:t>
            </a:r>
          </a:p>
          <a:p>
            <a:r>
              <a:t>Our movement rule combines distance and cell scores. Take the average score of the two cells, then multiply by the movement distance. In the first example, a straight move joins scores one and three point five. What is the average of one and three point five? Their average is two point two five. Multiply by distance one, and the move costs two point two five. In the second example, both cells have score one. Their average is one. The diagonal distance is about one point four one, so the move costs about one point four one. The letter c means a cell's cost. The letter d means the distance of a move. These calculated move costs are the numbers we supply to the route search.</a:t>
            </a:r>
          </a:p>
          <a:p>
            <a:endParaRPr/>
          </a:p>
          <a:p>
            <a:r>
              <a:t>DO</a:t>
            </a:r>
          </a:p>
          <a:p>
            <a:r>
              <a:t>Allow five seconds for students to calculate the first average. Trace the multiplication. Repeat with the diagonal and leave five seconds to inspect both examples.</a:t>
            </a:r>
          </a:p>
          <a:p>
            <a:endParaRPr/>
          </a:p>
          <a:p>
            <a:r>
              <a:t>ASK ONCE</a:t>
            </a:r>
          </a:p>
          <a:p>
            <a:r>
              <a:t>What is the average of one and three point five?</a:t>
            </a:r>
          </a:p>
          <a:p>
            <a:r>
              <a:t>EXPECTED ANSWER</a:t>
            </a:r>
          </a:p>
          <a:p>
            <a:r>
              <a:t>Two point two five.</a:t>
            </a:r>
          </a:p>
          <a:p>
            <a:endParaRPr/>
          </a:p>
          <a:p>
            <a:r>
              <a:t>TRANSITION</a:t>
            </a:r>
          </a:p>
          <a:p>
            <a:r>
              <a:t>A route contains several moves, so we add their costs.</a:t>
            </a:r>
          </a:p>
          <a:p>
            <a:endParaRPr/>
          </a:p>
          <a:p>
            <a:r>
              <a:t>Teaching examples are illustrative. Source scope: Project RUSH HOUR Ordered Workshop Topic List, sections 5, 6 and 7.</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932669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12:30-13:30 (60 seconds)</a:t>
            </a:r>
          </a:p>
          <a:p>
            <a:r>
              <a:t>TOPICS 6.2</a:t>
            </a:r>
          </a:p>
          <a:p>
            <a:endParaRPr/>
          </a:p>
          <a:p>
            <a:r>
              <a:t>SAY</a:t>
            </a:r>
          </a:p>
          <a:p>
            <a:r>
              <a:t>Follow this three-cell route. The first move costs two point two five. The second also costs two point two five. Together, the route costs four point five. The formula says exactly that, for any number of moves. P means the route. The letters u and v mean the two neighboring cells in one move. J of P means its total score. The large summation symbol means add the move costs along the route. The planner searches for the smallest total score. That can lead to a different route from simply taking the fewest steps or travelling the shortest distance.</a:t>
            </a:r>
          </a:p>
          <a:p>
            <a:endParaRPr/>
          </a:p>
          <a:p>
            <a:r>
              <a:t>DO</a:t>
            </a:r>
          </a:p>
          <a:p>
            <a:r>
              <a:t>Trace the two moves individually, then circle their sum with the pointer. Point from P and J(P) to their plain-language labels. Pause three seconds.</a:t>
            </a:r>
          </a:p>
          <a:p>
            <a:endParaRPr/>
          </a:p>
          <a:p>
            <a:r>
              <a:t>TRANSITION</a:t>
            </a:r>
          </a:p>
          <a:p>
            <a:r>
              <a:t>We will now find that smallest total using a small road network.</a:t>
            </a:r>
          </a:p>
          <a:p>
            <a:endParaRPr/>
          </a:p>
          <a:p>
            <a:r>
              <a:t>Teaching examples are illustrative. Source scope: Project RUSH HOUR Ordered Workshop Topic List, sections 5, 6 and 7.</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97713274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13:30-14:30 (60 seconds)</a:t>
            </a:r>
          </a:p>
          <a:p>
            <a:r>
              <a:t>TOPICS 6.3</a:t>
            </a:r>
          </a:p>
          <a:p>
            <a:endParaRPr/>
          </a:p>
          <a:p>
            <a:r>
              <a:t>SAY</a:t>
            </a:r>
          </a:p>
          <a:p>
            <a:r>
              <a:t>This method is called Dijkstra's, pronounced Dike-stra. Each circle is a place. Each road number is the cost of one move, already calculated. Inside each circle, we record the cheapest total found from S so far. A question mark means we have not discovered a way there yet. The repeated rule is: choose the smallest unfinished total, then check nearby places for improvements. Amber means work here next. Green means finished. White means still unfinished. All move costs here are positive, so adding more moves cannot reduce a total.</a:t>
            </a:r>
          </a:p>
          <a:p>
            <a:endParaRPr/>
          </a:p>
          <a:p>
            <a:r>
              <a:t>DO</a:t>
            </a:r>
          </a:p>
          <a:p>
            <a:r>
              <a:t>Point to one road cost and one circle total to distinguish them. Point to the color key. Allow four seconds to inspect the network before continuing.</a:t>
            </a:r>
          </a:p>
          <a:p>
            <a:endParaRPr/>
          </a:p>
          <a:p>
            <a:r>
              <a:t>TRANSITION</a:t>
            </a:r>
          </a:p>
          <a:p>
            <a:r>
              <a:t>We begin at S, before making any move.</a:t>
            </a:r>
          </a:p>
          <a:p>
            <a:endParaRPr/>
          </a:p>
          <a:p>
            <a:r>
              <a:t>Teaching examples are illustrative. Source scope: Project RUSH HOUR Ordered Workshop Topic List, sections 5, 6 and 7.</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50731413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14:30-15:45 (75 seconds)</a:t>
            </a:r>
          </a:p>
          <a:p>
            <a:r>
              <a:t>TOPICS 6.3</a:t>
            </a:r>
          </a:p>
          <a:p>
            <a:endParaRPr/>
          </a:p>
          <a:p>
            <a:r>
              <a:t>SAY</a:t>
            </a:r>
          </a:p>
          <a:p>
            <a:r>
              <a:t>The total at S is zero because we have not travelled. From S, one road reaches A for a cost of two. Another reaches B for five. We write those totals inside A and B, and mark S finished. Which unfinished place has the smaller total? A does, with two. That is where we work next. We compare totals from the start, rather than choosing the road that looks shortest on the picture. Once the smallest unfinished total is chosen, positive move costs ensure that an undiscovered detour cannot make that total cheaper. Now let us examine the roads leaving A.</a:t>
            </a:r>
          </a:p>
          <a:p>
            <a:endParaRPr/>
          </a:p>
          <a:p>
            <a:r>
              <a:t>DO</a:t>
            </a:r>
          </a:p>
          <a:p>
            <a:r>
              <a:t>Trace S to A and S to B separately. Pause five seconds for the question. Point to the two and five inside the circles before emphasizing A.</a:t>
            </a:r>
          </a:p>
          <a:p>
            <a:endParaRPr/>
          </a:p>
          <a:p>
            <a:r>
              <a:t>ASK ONCE</a:t>
            </a:r>
          </a:p>
          <a:p>
            <a:r>
              <a:t>Which unfinished place has the smaller total?</a:t>
            </a:r>
          </a:p>
          <a:p>
            <a:r>
              <a:t>EXPECTED ANSWER</a:t>
            </a:r>
          </a:p>
          <a:p>
            <a:r>
              <a:t>A, with a total of two.</a:t>
            </a:r>
          </a:p>
          <a:p>
            <a:endParaRPr/>
          </a:p>
          <a:p>
            <a:r>
              <a:t>TRANSITION</a:t>
            </a:r>
          </a:p>
          <a:p>
            <a:r>
              <a:t>Travelling through A may improve a total we already recorded.</a:t>
            </a:r>
          </a:p>
          <a:p>
            <a:endParaRPr/>
          </a:p>
          <a:p>
            <a:r>
              <a:t>Teaching examples are illustrative. Source scope: Project RUSH HOUR Ordered Workshop Topic List, sections 5, 6 and 7.</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179319820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15:45-17:00 (75 seconds)</a:t>
            </a:r>
          </a:p>
          <a:p>
            <a:r>
              <a:t>TOPICS 6.3</a:t>
            </a:r>
          </a:p>
          <a:p>
            <a:endParaRPr/>
          </a:p>
          <a:p>
            <a:r>
              <a:t>SAY</a:t>
            </a:r>
          </a:p>
          <a:p>
            <a:r>
              <a:t>We reached A for two. From A to B costs one more, so reaching B through A costs three. Our previous total for B was five. Why replace B's old total of five? Three is better, so we replace five with three. We also remember that this better route to B came through A. From A to C costs four more, giving a total of six. We have now checked A's useful connections and mark A finished. Among unfinished places, B has three and C has six. B is next. The method keeps revising discoveries when it finds a cheaper way to reach a place.</a:t>
            </a:r>
          </a:p>
          <a:p>
            <a:endParaRPr/>
          </a:p>
          <a:p>
            <a:r>
              <a:t>DO</a:t>
            </a:r>
          </a:p>
          <a:p>
            <a:r>
              <a:t>Trace S to A to B, pointing to the two and one as they are added. Pause four seconds to compare three against five. Then point to B and C's totals.</a:t>
            </a:r>
          </a:p>
          <a:p>
            <a:endParaRPr/>
          </a:p>
          <a:p>
            <a:r>
              <a:t>ASK ONCE</a:t>
            </a:r>
          </a:p>
          <a:p>
            <a:r>
              <a:t>Why replace B's old total of five?</a:t>
            </a:r>
          </a:p>
          <a:p>
            <a:r>
              <a:t>EXPECTED ANSWER</a:t>
            </a:r>
          </a:p>
          <a:p>
            <a:r>
              <a:t>The route through A reaches B for three, which is cheaper.</a:t>
            </a:r>
          </a:p>
          <a:p>
            <a:endParaRPr/>
          </a:p>
          <a:p>
            <a:r>
              <a:t>TRANSITION</a:t>
            </a:r>
          </a:p>
          <a:p>
            <a:r>
              <a:t>We repeat exactly the same process from B.</a:t>
            </a:r>
          </a:p>
          <a:p>
            <a:endParaRPr/>
          </a:p>
          <a:p>
            <a:r>
              <a:t>Teaching examples are illustrative. Source scope: Project RUSH HOUR Ordered Workshop Topic List, sections 5, 6 and 7.</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302355048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17:00-18:00 (60 seconds)</a:t>
            </a:r>
          </a:p>
          <a:p>
            <a:r>
              <a:t>TOPICS 6.3</a:t>
            </a:r>
          </a:p>
          <a:p>
            <a:endParaRPr/>
          </a:p>
          <a:p>
            <a:r>
              <a:t>SAY</a:t>
            </a:r>
          </a:p>
          <a:p>
            <a:r>
              <a:t>B has total three. Moving from B to C costs one, so C can be reached for four. That improves C's old total of six. B can also reach G for eight more, giving G a total of eleven. We have found a route to the goal. Should we stop? No. Another unfinished place could still improve it. After finishing B, the smallest unfinished total is C's four. We therefore work from C next. Finding the goal for the first time is different from confirming its cheapest total.</a:t>
            </a:r>
          </a:p>
          <a:p>
            <a:endParaRPr/>
          </a:p>
          <a:p>
            <a:r>
              <a:t>DO</a:t>
            </a:r>
          </a:p>
          <a:p>
            <a:r>
              <a:t>Trace B to C and B to G. Allow four seconds for the stop-or-continue question. Point to C's four and G's eleven together.</a:t>
            </a:r>
          </a:p>
          <a:p>
            <a:endParaRPr/>
          </a:p>
          <a:p>
            <a:r>
              <a:t>ASK ONCE</a:t>
            </a:r>
          </a:p>
          <a:p>
            <a:r>
              <a:t>Should we stop?</a:t>
            </a:r>
          </a:p>
          <a:p>
            <a:r>
              <a:t>EXPECTED ANSWER</a:t>
            </a:r>
          </a:p>
          <a:p>
            <a:r>
              <a:t>No. C has a smaller unfinished total and may lead to a cheaper route to G.</a:t>
            </a:r>
          </a:p>
          <a:p>
            <a:endParaRPr/>
          </a:p>
          <a:p>
            <a:r>
              <a:t>TRANSITION</a:t>
            </a:r>
          </a:p>
          <a:p>
            <a:r>
              <a:t>C now gives us one final improvement.</a:t>
            </a:r>
          </a:p>
          <a:p>
            <a:endParaRPr/>
          </a:p>
          <a:p>
            <a:r>
              <a:t>Teaching examples are illustrative. Source scope: Project RUSH HOUR Ordered Workshop Topic List, sections 5, 6 and 7.</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129149470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18:00-19:00 (60 seconds)</a:t>
            </a:r>
          </a:p>
          <a:p>
            <a:r>
              <a:t>TOPICS 6.3</a:t>
            </a:r>
          </a:p>
          <a:p>
            <a:endParaRPr/>
          </a:p>
          <a:p>
            <a:r>
              <a:t>SAY</a:t>
            </a:r>
          </a:p>
          <a:p>
            <a:r>
              <a:t>C has total four. The road from C to G costs three, so G improves from eleven to seven. G now has the smallest unfinished total. We choose it and can stop. Remember the rule: stop when the goal is chosen as the cheapest unfinished place, not when it first appears. To recover the route, follow the remembered previous places backward, then read them forward: S, A, B, C, G. Its cost is two plus one plus one plus three, giving seven. A grid uses this same process with more places.</a:t>
            </a:r>
          </a:p>
          <a:p>
            <a:endParaRPr/>
          </a:p>
          <a:p>
            <a:r>
              <a:t>DO</a:t>
            </a:r>
          </a:p>
          <a:p>
            <a:r>
              <a:t>Trace C to G, then trace the complete blue route from S. Give students four seconds to check the final sum.</a:t>
            </a:r>
          </a:p>
          <a:p>
            <a:endParaRPr/>
          </a:p>
          <a:p>
            <a:r>
              <a:t>TRANSITION</a:t>
            </a:r>
          </a:p>
          <a:p>
            <a:r>
              <a:t>The search must also respect which movements are physically allowed.</a:t>
            </a:r>
          </a:p>
          <a:p>
            <a:endParaRPr/>
          </a:p>
          <a:p>
            <a:r>
              <a:t>Teaching examples are illustrative. Source scope: Project RUSH HOUR Ordered Workshop Topic List, sections 5, 6 and 7.</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353317102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19:00-20:00 (60 seconds)</a:t>
            </a:r>
          </a:p>
          <a:p>
            <a:r>
              <a:t>TOPICS 6.4</a:t>
            </a:r>
          </a:p>
          <a:p>
            <a:endParaRPr/>
          </a:p>
          <a:p>
            <a:r>
              <a:t>SAY</a:t>
            </a:r>
          </a:p>
          <a:p>
            <a:r>
              <a:t>An open destination cell does not make every diagonal legal. Look at the left picture. The diagonal would squeeze past a blocked side cell. Under our movement rule, that move is forbidden. On the right, both side cells are open, so the diagonal is allowed. For every diagonal, check the two adjoining side cells as well as the destination. Both sides must be open. The search only considers permitted connections. A low numerical cost cannot make a forbidden movement acceptable. Which side cell prevents the left diagonal?</a:t>
            </a:r>
          </a:p>
          <a:p>
            <a:endParaRPr/>
          </a:p>
          <a:p>
            <a:r>
              <a:t>DO</a:t>
            </a:r>
          </a:p>
          <a:p>
            <a:r>
              <a:t>Point to the two side cells in each picture. Pause four seconds for students to identify the blocked side. Trace the allowed diagonal only after the check.</a:t>
            </a:r>
          </a:p>
          <a:p>
            <a:endParaRPr/>
          </a:p>
          <a:p>
            <a:r>
              <a:t>ASK ONCE</a:t>
            </a:r>
          </a:p>
          <a:p>
            <a:r>
              <a:t>Which side cell prevents the left diagonal?</a:t>
            </a:r>
          </a:p>
          <a:p>
            <a:r>
              <a:t>EXPECTED ANSWER</a:t>
            </a:r>
          </a:p>
          <a:p>
            <a:r>
              <a:t>The blocked cell beside the start, at the upper right of the small grid.</a:t>
            </a:r>
          </a:p>
          <a:p>
            <a:endParaRPr/>
          </a:p>
          <a:p>
            <a:r>
              <a:t>TRANSITION</a:t>
            </a:r>
          </a:p>
          <a:p>
            <a:r>
              <a:t>Sometimes the movement rules leave no valid connection to the goal.</a:t>
            </a:r>
          </a:p>
          <a:p>
            <a:endParaRPr/>
          </a:p>
          <a:p>
            <a:r>
              <a:t>Teaching examples are illustrative. Source scope: Project RUSH HOUR Ordered Workshop Topic List, sections 5, 6 and 7.</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224759696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20:00-21:00 (60 seconds)</a:t>
            </a:r>
          </a:p>
          <a:p>
            <a:r>
              <a:t>TOPICS 6.5</a:t>
            </a:r>
          </a:p>
          <a:p>
            <a:endParaRPr/>
          </a:p>
          <a:p>
            <a:r>
              <a:t>SAY</a:t>
            </a:r>
          </a:p>
          <a:p>
            <a:r>
              <a:t>A feasible route is one that follows every movement and blocking rule. Here are three reasons it might not exist. First, the starting cell is blocked. Second, the goal is blocked. Third, both endpoints are open, but a wall separates them. In each case, the planner should clearly report no route. It should not silently reopen a cell or draw a line through a wall. We could reconsider the blocking policy, but that would be an explicit new decision requiring a reason. A clear failure result is useful information.</a:t>
            </a:r>
          </a:p>
          <a:p>
            <a:endParaRPr/>
          </a:p>
          <a:p>
            <a:r>
              <a:t>DO</a:t>
            </a:r>
          </a:p>
          <a:p>
            <a:r>
              <a:t>Point to the blocked start, blocked goal, and separating wall in order. Allow five seconds to inspect the last example.</a:t>
            </a:r>
          </a:p>
          <a:p>
            <a:endParaRPr/>
          </a:p>
          <a:p>
            <a:r>
              <a:t>TRANSITION</a:t>
            </a:r>
          </a:p>
          <a:p>
            <a:r>
              <a:t>When routes do exist, we need a fair way to compare them.</a:t>
            </a:r>
          </a:p>
          <a:p>
            <a:endParaRPr/>
          </a:p>
          <a:p>
            <a:r>
              <a:t>Teaching examples are illustrative. Source scope: Project RUSH HOUR Ordered Workshop Topic List, sections 5, 6 and 7.</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112231735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21:00-22:30 (90 seconds)</a:t>
            </a:r>
          </a:p>
          <a:p>
            <a:r>
              <a:t>TOPICS 7.1, 7.2</a:t>
            </a:r>
          </a:p>
          <a:p>
            <a:endParaRPr/>
          </a:p>
          <a:p>
            <a:r>
              <a:t>SAY</a:t>
            </a:r>
          </a:p>
          <a:p>
            <a:r>
              <a:t>Our baseline is the distance-only route: the reference route we compare against. Give every allowed cell a flat cost of one. Straight moves then cost one and diagonals cost the square root of two. This search chooses the shortest distance. The traffic-aware search instead uses our varying cell scores. Both searches must use the same start, goal, blocked cells, and corner rule. The blocked mask is simply the grid showing which cells are off limits. Choosing routes and scoring routes are two separate steps. After choosing them, calculate both route costs using the same original varying scores and the same total-cost formula. Otherwise, we would be comparing numbers measured by different rules. Can we let the baseline use roads that our other route is forbidden to use? No. The allowed roads must stay identical.</a:t>
            </a:r>
          </a:p>
          <a:p>
            <a:endParaRPr/>
          </a:p>
          <a:p>
            <a:r>
              <a:t>DO</a:t>
            </a:r>
          </a:p>
          <a:p>
            <a:r>
              <a:t>Point to the route-selection stage, first flat costs and then varying costs. Move to the common evaluation stage and trace both routes into the same J(P) label. Pause five seconds.</a:t>
            </a:r>
          </a:p>
          <a:p>
            <a:endParaRPr/>
          </a:p>
          <a:p>
            <a:r>
              <a:t>ASK ONCE</a:t>
            </a:r>
          </a:p>
          <a:p>
            <a:r>
              <a:t>Can we let the baseline use roads that our other route is forbidden to use?</a:t>
            </a:r>
          </a:p>
          <a:p>
            <a:r>
              <a:t>EXPECTED ANSWER</a:t>
            </a:r>
          </a:p>
          <a:p>
            <a:r>
              <a:t>No. Both routes must use the same blocked-cell policy and movement rules.</a:t>
            </a:r>
          </a:p>
          <a:p>
            <a:endParaRPr/>
          </a:p>
          <a:p>
            <a:r>
              <a:t>TRANSITION</a:t>
            </a:r>
          </a:p>
          <a:p>
            <a:r>
              <a:t>With that fair setup, we can report two measurements for each route.</a:t>
            </a:r>
          </a:p>
          <a:p>
            <a:endParaRPr/>
          </a:p>
          <a:p>
            <a:r>
              <a:t>Teaching examples are illustrative. Source scope: Project RUSH HOUR Ordered Workshop Topic List, sections 5, 6 and 7.</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21787013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22:30-23:30 (60 seconds)</a:t>
            </a:r>
          </a:p>
          <a:p>
            <a:r>
              <a:t>TOPICS 7.3</a:t>
            </a:r>
          </a:p>
          <a:p>
            <a:endParaRPr/>
          </a:p>
          <a:p>
            <a:r>
              <a:t>SAY</a:t>
            </a:r>
          </a:p>
          <a:p>
            <a:r>
              <a:t>Distance and cost answer different questions. Distance measures how far the vehicle travels. Cost measures the total score under our chosen priorities. On our teaching map, the distance-only route has length six and cost thirteen point five. The blue route has length about six point eight three and cost about six point eight three. Its cost matches its distance because every cell it uses has score one. It travels farther, but avoids expensive congestion. These are illustrative teaching results, not results from the challenge's actual maps. We should always report both columns.</a:t>
            </a:r>
          </a:p>
          <a:p>
            <a:endParaRPr/>
          </a:p>
          <a:p>
            <a:r>
              <a:t>DO</a:t>
            </a:r>
          </a:p>
          <a:p>
            <a:r>
              <a:t>Read across each route's row. Point to the units in both headers. Pause three seconds before comparing the rows.</a:t>
            </a:r>
          </a:p>
          <a:p>
            <a:endParaRPr/>
          </a:p>
          <a:p>
            <a:r>
              <a:t>TRANSITION</a:t>
            </a:r>
          </a:p>
          <a:p>
            <a:r>
              <a:t>Now we can quantify how much benefit that extra distance buys.</a:t>
            </a:r>
          </a:p>
          <a:p>
            <a:endParaRPr/>
          </a:p>
          <a:p>
            <a:r>
              <a:t>Teaching examples are illustrative. Source scope: Project RUSH HOUR Ordered Workshop Topic List, sections 5, 6 and 7.</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160083576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23:30-25:00 (90 seconds)</a:t>
            </a:r>
          </a:p>
          <a:p>
            <a:r>
              <a:t>TOPICS 7.4</a:t>
            </a:r>
          </a:p>
          <a:p>
            <a:endParaRPr/>
          </a:p>
          <a:p>
            <a:r>
              <a:t>SAY</a:t>
            </a:r>
          </a:p>
          <a:p>
            <a:r>
              <a:t>Start with the absolute changes. The detour adds about zero point eight three distance units and saves about six point six seven cost units. Relative change compares a difference with the baseline. Divide extra distance by the baseline distance of six: about thirteen point eight percent farther. Divide the cost saved by the baseline cost of thirteen point five: about forty-nine point four percent lower cost. We can also divide cost saved by extra distance. That gives about eight point zero five score units saved per extra grid unit. Calculations use unrounded values before display. If extra distance is zero, that last ratio is undefined. Report the separate changes instead. None of these scores automatically means minutes saved. What does the forty-nine point four percent reduction refer to?</a:t>
            </a:r>
          </a:p>
          <a:p>
            <a:endParaRPr/>
          </a:p>
          <a:p>
            <a:r>
              <a:t>DO</a:t>
            </a:r>
          </a:p>
          <a:p>
            <a:r>
              <a:t>Point to the absolute changes first. Follow the numerator and denominator of each calculation slowly. Allow six seconds to inspect the full benefit-per-distance ratio.</a:t>
            </a:r>
          </a:p>
          <a:p>
            <a:endParaRPr/>
          </a:p>
          <a:p>
            <a:r>
              <a:t>ASK ONCE</a:t>
            </a:r>
          </a:p>
          <a:p>
            <a:r>
              <a:t>What does the forty-nine point four percent reduction refer to?</a:t>
            </a:r>
          </a:p>
          <a:p>
            <a:r>
              <a:t>EXPECTED ANSWER</a:t>
            </a:r>
          </a:p>
          <a:p>
            <a:r>
              <a:t>The chosen predicted cost score, not measured response time or guaranteed safety.</a:t>
            </a:r>
          </a:p>
          <a:p>
            <a:endParaRPr/>
          </a:p>
          <a:p>
            <a:r>
              <a:t>TRANSITION</a:t>
            </a:r>
          </a:p>
          <a:p>
            <a:r>
              <a:t>This is the kind of trade-off the first challenge scenario asks you to explain.</a:t>
            </a:r>
          </a:p>
          <a:p>
            <a:endParaRPr/>
          </a:p>
          <a:p>
            <a:r>
              <a:t>Teaching examples are illustrative. Source scope: Project RUSH HOUR Ordered Workshop Topic List, sections 5, 6 and 7.</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205913539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25:00-26:15 (75 seconds)</a:t>
            </a:r>
          </a:p>
          <a:p>
            <a:r>
              <a:t>TOPICS 7.5</a:t>
            </a:r>
          </a:p>
          <a:p>
            <a:endParaRPr/>
          </a:p>
          <a:p>
            <a:r>
              <a:t>SAY</a:t>
            </a:r>
          </a:p>
          <a:p>
            <a:r>
              <a:t>The RUSH HOUR challenge places an emergency vehicle on a simulated sixty-by-sixty city grid. It must travel from its starting cell to an incident. RUSH-1 asks you to compare a distance-only route with a route that considers predicted traffic. The small map here is still our teaching example. The real scenario needs its own calculated results. Would you accept a longer route? Give a reason based on the evidence. We would want the extra distance, the cost reduction, the shared blocking rules, and a limitation of the predictions. A persuasive answer connects the route choice to those measurements rather than simply calling one route better.</a:t>
            </a:r>
          </a:p>
          <a:p>
            <a:endParaRPr/>
          </a:p>
          <a:p>
            <a:r>
              <a:t>DO</a:t>
            </a:r>
          </a:p>
          <a:p>
            <a:r>
              <a:t>Trace the two routes once. Allow five seconds for one short answer to the detour question. Point to the note identifying the teaching map.</a:t>
            </a:r>
          </a:p>
          <a:p>
            <a:endParaRPr/>
          </a:p>
          <a:p>
            <a:r>
              <a:t>ASK ONCE</a:t>
            </a:r>
          </a:p>
          <a:p>
            <a:r>
              <a:t>Would you accept a longer route?</a:t>
            </a:r>
          </a:p>
          <a:p>
            <a:r>
              <a:t>EXPECTED ANSWER</a:t>
            </a:r>
          </a:p>
          <a:p>
            <a:r>
              <a:t>A worthwhile reduction in the chosen cost, a fair comparison, and an understanding of the uncertainty and extra distance.</a:t>
            </a:r>
          </a:p>
          <a:p>
            <a:endParaRPr/>
          </a:p>
          <a:p>
            <a:r>
              <a:t>TRANSITION</a:t>
            </a:r>
          </a:p>
          <a:p>
            <a:r>
              <a:t>One successful layout is useful evidence, but we should test another layout too.</a:t>
            </a:r>
          </a:p>
          <a:p>
            <a:endParaRPr/>
          </a:p>
          <a:p>
            <a:r>
              <a:t>Teaching examples are illustrative. Source scope: Project RUSH HOUR Ordered Workshop Topic List, sections 5, 6 and 7.</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193385418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26:15-27:15 (60 seconds)</a:t>
            </a:r>
          </a:p>
          <a:p>
            <a:r>
              <a:t>TOPICS 7.6</a:t>
            </a:r>
          </a:p>
          <a:p>
            <a:endParaRPr/>
          </a:p>
          <a:p>
            <a:r>
              <a:t>SAY</a:t>
            </a:r>
          </a:p>
          <a:p>
            <a:r>
              <a:t>RUSH-2 changes the city layout. It asks whether the same model and policy still work elsewhere. This is generalization: transferring a method to a new case. Keep the policy fixed for this check. Do not select a special cutoff just to make each map look successful. Compare distance, cost, and whether a route exists. Look at which road conditions influence the route. If the result weakens, investigate why. These two small pictures illustrate different layouts; they are not the actual supplied scenario maps.</a:t>
            </a:r>
          </a:p>
          <a:p>
            <a:endParaRPr/>
          </a:p>
          <a:p>
            <a:r>
              <a:t>DO</a:t>
            </a:r>
          </a:p>
          <a:p>
            <a:r>
              <a:t>Point out one layout difference, such as the wall or congestion strip. Pause four seconds to let students compare the pictures.</a:t>
            </a:r>
          </a:p>
          <a:p>
            <a:endParaRPr/>
          </a:p>
          <a:p>
            <a:r>
              <a:t>TRANSITION</a:t>
            </a:r>
          </a:p>
          <a:p>
            <a:r>
              <a:t>A route that looks good on predicted conditions still needs another important check.</a:t>
            </a:r>
          </a:p>
          <a:p>
            <a:endParaRPr/>
          </a:p>
          <a:p>
            <a:r>
              <a:t>Teaching examples are illustrative. Source scope: Project RUSH HOUR Ordered Workshop Topic List, sections 5, 6 and 7.</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404798490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27:15-28:30 (75 seconds)</a:t>
            </a:r>
          </a:p>
          <a:p>
            <a:r>
              <a:t>TOPICS 7.7</a:t>
            </a:r>
          </a:p>
          <a:p>
            <a:endParaRPr/>
          </a:p>
          <a:p>
            <a:r>
              <a:t>SAY</a:t>
            </a:r>
          </a:p>
          <a:p>
            <a:r>
              <a:t>On the left, the model predicts a clear corridor, and the route obeys the predicted blocking rule. On the right, the hidden answer reveals a blocked cell in that corridor. The planner can correctly follow its instructions while the overall system still recommends a road that is truly blocked. Hidden true labels are the actual simulated conditions withheld from teams during routing. Judges can compare submitted routes with those hidden labels and costs. This separates a low predicted score from performance against the simulated truth. Neither should be described as proof of real-world safety. What caused the failure in this picture?</a:t>
            </a:r>
          </a:p>
          <a:p>
            <a:endParaRPr/>
          </a:p>
          <a:p>
            <a:r>
              <a:t>DO</a:t>
            </a:r>
          </a:p>
          <a:p>
            <a:r>
              <a:t>Trace the predicted corridor, then stop at the newly revealed blocked cell. Allow five seconds for the cause question.</a:t>
            </a:r>
          </a:p>
          <a:p>
            <a:endParaRPr/>
          </a:p>
          <a:p>
            <a:r>
              <a:t>ASK ONCE</a:t>
            </a:r>
          </a:p>
          <a:p>
            <a:r>
              <a:t>What caused the failure in this picture?</a:t>
            </a:r>
          </a:p>
          <a:p>
            <a:r>
              <a:t>EXPECTED ANSWER</a:t>
            </a:r>
          </a:p>
          <a:p>
            <a:r>
              <a:t>The model missed a truly blocked cell. The route could obey the predicted policy and still cross that hazard.</a:t>
            </a:r>
          </a:p>
          <a:p>
            <a:endParaRPr/>
          </a:p>
          <a:p>
            <a:r>
              <a:t>TRANSITION</a:t>
            </a:r>
          </a:p>
          <a:p>
            <a:r>
              <a:t>That distinction helps us diagnose a disappointing result.</a:t>
            </a:r>
          </a:p>
          <a:p>
            <a:endParaRPr/>
          </a:p>
          <a:p>
            <a:r>
              <a:t>Teaching examples are illustrative. Source scope: Project RUSH HOUR Ordered Workshop Topic List, sections 5, 6 and 7.</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112612436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28:30-30:00 (90 seconds)</a:t>
            </a:r>
          </a:p>
          <a:p>
            <a:r>
              <a:t>TOPICS 7.8, 7.1, 7.2, 7.3, 7.4, 7.5, 7.6, 7.7</a:t>
            </a:r>
          </a:p>
          <a:p>
            <a:endParaRPr/>
          </a:p>
          <a:p>
            <a:r>
              <a:t>SAY</a:t>
            </a:r>
          </a:p>
          <a:p>
            <a:r>
              <a:t>When a result is weak, check three possible causes. First, model error: the predictions may miss blocked roads. Inspect those mistakes. Second, cost assumptions: the route may minimize exactly the score we supplied, but that score may express our priorities poorly. Change the values and inspect the effect. Third, the blocking threshold: it may allow too many hazards or leave too few routes. Check both errors and reachability. For our final check, explain a route choice using extra distance, cost reduction, and one limitation. A complete answer connects the policy, the route, and the evidence. The following three resource slides are for later study. Our thirty-minute lesson ends here.</a:t>
            </a:r>
          </a:p>
          <a:p>
            <a:endParaRPr/>
          </a:p>
          <a:p>
            <a:r>
              <a:t>DO</a:t>
            </a:r>
          </a:p>
          <a:p>
            <a:r>
              <a:t>Spend about forty seconds on the three diagnostic rows. Allow ten seconds of quiet thinking, then one answer of at most twelve seconds. Use any remaining seconds to restate the expected answer. Stop the live lesson at 30:00; do not teach slides 28 to 30.</a:t>
            </a:r>
          </a:p>
          <a:p>
            <a:endParaRPr/>
          </a:p>
          <a:p>
            <a:r>
              <a:t>ASK ONCE</a:t>
            </a:r>
          </a:p>
          <a:p>
            <a:r>
              <a:t>Explain a route choice using extra distance, cost reduction, and one limitation.</a:t>
            </a:r>
          </a:p>
          <a:p>
            <a:r>
              <a:t>EXPECTED ANSWER</a:t>
            </a:r>
          </a:p>
          <a:p>
            <a:r>
              <a:t>The detour is about 13.8% farther and reduces the chosen predicted cost by about 49.4%, but its usefulness depends on the predictions and chosen costs being sensible.</a:t>
            </a:r>
          </a:p>
          <a:p>
            <a:endParaRPr/>
          </a:p>
          <a:p>
            <a:r>
              <a:t>STOP at 30:00. Resource slides 28-30 are self-study only.</a:t>
            </a:r>
          </a:p>
          <a:p>
            <a:endParaRPr/>
          </a:p>
          <a:p>
            <a:r>
              <a:t>Teaching examples are illustrative. Source scope: Project RUSH HOUR Ordered Workshop Topic List, sections 5, 6 and 7.</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2816385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SELF-STUDY ONLY. 5.10. Not taught live. Sources: https://artint.info/3e/html/ArtInt3e.Ch12.html and https://scikit-learn.org/stable/modules/calibration.html</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354270933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SELF-STUDY ONLY. 6.6 and 6.7. Not taught live. Sources: https://www.redblobgames.com/pathfinding/a-star/introduction.html ; https://theory.stanford.edu/~amitp/GameProgramming/Heuristics.html#heuristics-for-grid-maps ; https://theory.stanford.edu/~amitp/GameProgramming/Heuristics.html#scale ; https://www.redblobgames.com/pathfinding/a-star/implementation.html ; https://docs.python.org/3/library/heapq.html#priority-queue-implementation-notes ; https://networkx.org/documentation/stable/reference/algorithms/shortest_paths.html</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122152972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SELF-STUDY ONLY. 7.9. Not taught live. Sources: https://github.com/nishantkapps/Rush-Hour/blob/main/docs/00_START_HERE.md#6-the-scenarios ; https://numpy.org/doc/stable/reference/random/generated/numpy.random.Generator.choice.html ; https://github.com/nishantkapps/Rush-Hour/blob/main/code/starter_student.py</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271169106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C161438-481F-4B04-95EC-110F094D8A51}" type="slidenum">
              <a:rPr kumimoji="0" lang="en-IN"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3586442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a:t>
            </a:r>
          </a:p>
          <a:p>
            <a:r>
              <a:rPr lang="en-US" b="1" dirty="0"/>
              <a:t>[Overview]</a:t>
            </a:r>
            <a:r>
              <a:rPr lang="en-US" dirty="0"/>
              <a:t> "We are going to tackle this through four consulting lenses: defining the service model, structuring the funding and contracts, managing real-world risks, and tracking the right KPIs during a rollout."</a:t>
            </a:r>
          </a:p>
          <a:p>
            <a:r>
              <a:rPr lang="en-US" b="1" dirty="0"/>
              <a:t>[Transition]</a:t>
            </a:r>
            <a:r>
              <a:rPr lang="en-US" dirty="0"/>
              <a:t> "Let's start with the most critical question: who is actually in charge when the system goes live?"</a:t>
            </a:r>
          </a:p>
          <a:p>
            <a:endParaRPr lang="en-IN" dirty="0"/>
          </a:p>
          <a:p>
            <a:endParaRPr lang="en-IN" dirty="0"/>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C161438-481F-4B04-95EC-110F094D8A51}" type="slidenum">
              <a:rPr kumimoji="0" lang="en-IN"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694566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a:t>
            </a:r>
            <a:endParaRPr lang="en-US" dirty="0"/>
          </a:p>
          <a:p>
            <a:r>
              <a:rPr lang="en-US" b="1" dirty="0"/>
              <a:t>[The Core Concept]</a:t>
            </a:r>
            <a:r>
              <a:rPr lang="en-US" dirty="0"/>
              <a:t> "The golden rule of deploying high-stakes AI is the 'Human-in-the-Loop'. We are building a decision-support tool, not an autonomous dictator."</a:t>
            </a:r>
          </a:p>
          <a:p>
            <a:r>
              <a:rPr lang="en-US" b="1" dirty="0"/>
              <a:t>[Walkthrough the Workflow]</a:t>
            </a:r>
            <a:r>
              <a:rPr lang="en-US" dirty="0"/>
              <a:t> "Look at the workflow here. When an emergency call drops, the dispatcher inputs the data, and our AI proposes a route alongside a risk score. But notice Step 4 and 5—the dispatcher and the driver retain ultimate authority."</a:t>
            </a:r>
          </a:p>
          <a:p>
            <a:r>
              <a:rPr lang="en-US" b="1" dirty="0"/>
              <a:t>[Emphasis]</a:t>
            </a:r>
            <a:r>
              <a:rPr lang="en-US" dirty="0"/>
              <a:t> "They can accept, change, or completely reject the AI's recommendation. If they override it, we log the exact reason. This accountability is non-negotiable for city deployment."</a:t>
            </a:r>
          </a:p>
          <a:p>
            <a:r>
              <a:rPr lang="en-US" b="1" dirty="0"/>
              <a:t>[Transition]</a:t>
            </a:r>
            <a:r>
              <a:rPr lang="en-US" dirty="0"/>
              <a:t> "But to even get the system running, someone has to pay for it and maintain it. That brings us to contracts."</a:t>
            </a:r>
          </a:p>
          <a:p>
            <a:endParaRPr lang="en-IN"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C161438-481F-4B04-95EC-110F094D8A51}" type="slidenum">
              <a:rPr kumimoji="0" lang="en-IN"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415864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a:t>
            </a:r>
          </a:p>
          <a:p>
            <a:r>
              <a:rPr lang="en-US" dirty="0"/>
              <a:t> </a:t>
            </a:r>
            <a:r>
              <a:rPr lang="en-US" b="1" dirty="0"/>
              <a:t>[The SLA Rule]</a:t>
            </a:r>
            <a:r>
              <a:rPr lang="en-US" dirty="0"/>
              <a:t> "When we draft the Service-Level Agreement (SLA), we must be extremely careful. You cannot guarantee a 5-minute physical response time—traffic and weather are outside the AI provider's control."</a:t>
            </a:r>
          </a:p>
          <a:p>
            <a:r>
              <a:rPr lang="en-US" b="1" dirty="0"/>
              <a:t>[Key Takeaway]</a:t>
            </a:r>
            <a:r>
              <a:rPr lang="en-US" dirty="0"/>
              <a:t> "Instead, we write contracts based on what we </a:t>
            </a:r>
            <a:r>
              <a:rPr lang="en-US" i="1" dirty="0"/>
              <a:t>can</a:t>
            </a:r>
            <a:r>
              <a:rPr lang="en-US" dirty="0"/>
              <a:t> control: server uptime, software update frequency, and support response times. We also must define a strict fallback plan—what exactly happens if our servers crash in the middle of a city-wide crisis?"</a:t>
            </a:r>
          </a:p>
          <a:p>
            <a:r>
              <a:rPr lang="en-US" b="1" dirty="0"/>
              <a:t>[Transition]</a:t>
            </a:r>
            <a:r>
              <a:rPr lang="en-US" dirty="0"/>
              <a:t> "Once the ink is dry and the pilot launches, how do we prove to the city that it's actually working?"</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C161438-481F-4B04-95EC-110F094D8A51}" type="slidenum">
              <a:rPr kumimoji="0" lang="en-IN"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463432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a:t>
            </a:r>
            <a:endParaRPr lang="en-US" dirty="0"/>
          </a:p>
          <a:p>
            <a:r>
              <a:rPr lang="en-US" b="1" dirty="0"/>
              <a:t>[Define the Metrics]</a:t>
            </a:r>
            <a:r>
              <a:rPr lang="en-US" dirty="0"/>
              <a:t> "We evaluate success using three core KPIs. First, the </a:t>
            </a:r>
            <a:r>
              <a:rPr lang="en-US" b="1" dirty="0"/>
              <a:t>Median response time</a:t>
            </a:r>
            <a:r>
              <a:rPr lang="en-US" dirty="0"/>
              <a:t>. We use the median, not the average, because a single massive delay shouldn't skew our understanding of a typical dispatch."</a:t>
            </a:r>
          </a:p>
          <a:p>
            <a:r>
              <a:rPr lang="en-US" b="1" dirty="0"/>
              <a:t>[Target &amp; Override]</a:t>
            </a:r>
            <a:r>
              <a:rPr lang="en-US" dirty="0"/>
              <a:t> "Second, the percentage of calls that actually hit our agreed time target. Third, the </a:t>
            </a:r>
            <a:r>
              <a:rPr lang="en-US" b="1" dirty="0"/>
              <a:t>Override rate</a:t>
            </a:r>
            <a:r>
              <a:rPr lang="en-US" dirty="0"/>
              <a:t>—how often humans reject the AI's route."</a:t>
            </a:r>
          </a:p>
          <a:p>
            <a:r>
              <a:rPr lang="en-US" b="1" dirty="0"/>
              <a:t>[Cost]</a:t>
            </a:r>
            <a:r>
              <a:rPr lang="en-US" dirty="0"/>
              <a:t> "And for the city budget, we track the operational cost per call."</a:t>
            </a:r>
          </a:p>
          <a:p>
            <a:r>
              <a:rPr lang="en-US" b="1" dirty="0"/>
              <a:t>[Transition]</a:t>
            </a:r>
            <a:r>
              <a:rPr lang="en-US" dirty="0"/>
              <a:t> "Now, having metrics is great, but metrics can easily lie to you if you aren't careful."</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C161438-481F-4B04-95EC-110F094D8A51}" type="slidenum">
              <a:rPr kumimoji="0" lang="en-IN"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3902448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a:t>
            </a:r>
            <a:endParaRPr lang="en-US" dirty="0"/>
          </a:p>
          <a:p>
            <a:r>
              <a:rPr lang="en-US" b="1" dirty="0"/>
              <a:t>[The Baseline]</a:t>
            </a:r>
            <a:r>
              <a:rPr lang="en-US" dirty="0"/>
              <a:t> "To prove our AI is better, we must compare it strictly against the old routing system using similar times and conditions. Otherwise, the data is meaningless."</a:t>
            </a:r>
          </a:p>
          <a:p>
            <a:r>
              <a:rPr lang="en-US" b="1" dirty="0"/>
              <a:t>[Speed vs. Safety - </a:t>
            </a:r>
            <a:r>
              <a:rPr lang="en-US" b="1" i="1" dirty="0"/>
              <a:t>High Energy Emphasis</a:t>
            </a:r>
            <a:r>
              <a:rPr lang="en-US" b="1" dirty="0"/>
              <a:t>]</a:t>
            </a:r>
            <a:r>
              <a:rPr lang="en-US" dirty="0"/>
              <a:t> "This is the most important point of the deployment: A faster median response time is a complete failure if the AI is routing ambulances through flooded streets or school zones. </a:t>
            </a:r>
          </a:p>
          <a:p>
            <a:r>
              <a:rPr lang="en-US"/>
              <a:t>(We </a:t>
            </a:r>
            <a:r>
              <a:rPr lang="en-US" dirty="0"/>
              <a:t>must </a:t>
            </a:r>
            <a:r>
              <a:rPr lang="en-US" i="1" dirty="0"/>
              <a:t>always</a:t>
            </a:r>
            <a:r>
              <a:rPr lang="en-US" dirty="0"/>
              <a:t> pair speed metrics with safety hazard metrics.“)</a:t>
            </a:r>
          </a:p>
          <a:p>
            <a:r>
              <a:rPr lang="en-US" b="1" dirty="0"/>
              <a:t>[Re-framing Overrides]</a:t>
            </a:r>
            <a:r>
              <a:rPr lang="en-US" dirty="0"/>
              <a:t> "Also, if your override rate is high, don't panic. It doesn't automatically mean the AI is broken. Often, it means the human driver exercised good judgment in a rapidly changing situation."</a:t>
            </a:r>
          </a:p>
          <a:p>
            <a:r>
              <a:rPr lang="en-US" b="1" dirty="0"/>
              <a:t>[Transition]</a:t>
            </a:r>
            <a:r>
              <a:rPr lang="en-US" dirty="0"/>
              <a:t> "Finally, as you plan this rollout, you will inevitably have to make guesses. Here is how you manage them."</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C161438-481F-4B04-95EC-110F094D8A51}" type="slidenum">
              <a:rPr kumimoji="0" lang="en-IN"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44510397"/>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a:t>
            </a:r>
            <a:endParaRPr lang="en-US" dirty="0"/>
          </a:p>
          <a:p>
            <a:r>
              <a:rPr lang="en-US" b="1" dirty="0"/>
              <a:t>[Intellectual Honesty]</a:t>
            </a:r>
            <a:r>
              <a:rPr lang="en-US" dirty="0"/>
              <a:t> "When you pitch this to the city, you won't have all the answers on day one. Intellectual honesty is crucial. Never pass off a guess as a measured fact."</a:t>
            </a:r>
          </a:p>
          <a:p>
            <a:r>
              <a:rPr lang="en-US" b="1" dirty="0"/>
              <a:t>[The Log]</a:t>
            </a:r>
            <a:r>
              <a:rPr lang="en-US" dirty="0"/>
              <a:t> "If you estimate a specific response time but haven't tested it in live traffic, it goes into your </a:t>
            </a:r>
            <a:r>
              <a:rPr lang="en-US" b="1" dirty="0"/>
              <a:t>Assumptions Log</a:t>
            </a:r>
            <a:r>
              <a:rPr lang="en-US" dirty="0"/>
              <a:t>. You document the value, your rationale, how much it impacts the project, and exactly how you plan to validate it once the pilot is live."</a:t>
            </a:r>
          </a:p>
          <a:p>
            <a:r>
              <a:rPr lang="en-US" b="1" dirty="0"/>
              <a:t>[Closing]</a:t>
            </a:r>
            <a:r>
              <a:rPr lang="en-US" dirty="0"/>
              <a:t> "By mapping out the human workflow, locking down fair contracts, tracking safe KPIs, and being honest about our assumptions, we turn a fragile prototype into a robust city service. Thank you.“</a:t>
            </a:r>
          </a:p>
          <a:p>
            <a:endParaRPr lang="en-US" dirty="0"/>
          </a:p>
          <a:p>
            <a:endParaRPr lang="en-US" dirty="0"/>
          </a:p>
          <a:p>
            <a:endParaRPr lang="en-US" dirty="0"/>
          </a:p>
          <a:p>
            <a:r>
              <a:rPr lang="en-US" dirty="0"/>
              <a:t>"Raise your hand if you've ever played a video game, driven a car, or even just checked your phone's battery and signal strength on the home screen."</a:t>
            </a:r>
          </a:p>
          <a:p>
            <a:r>
              <a:rPr lang="en-US" i="1" dirty="0"/>
              <a:t>(Wait a second for hands/nods)</a:t>
            </a:r>
            <a:endParaRPr lang="en-US" dirty="0"/>
          </a:p>
          <a:p>
            <a:r>
              <a:rPr lang="en-US" dirty="0"/>
              <a:t>"You already know what a dashboard is. Think about a car. When you're driving 100 kilometers an hour down the highway, you do not have time to calculate the combustion rate of the engine, or measure the exact volume of fuel left in the tank. You just need to look at the speedometer and the fuel gauge.</a:t>
            </a:r>
            <a:r>
              <a:rPr lang="en-IN" dirty="0"/>
              <a:t>”</a:t>
            </a:r>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C161438-481F-4B04-95EC-110F094D8A51}" type="slidenum">
              <a:rPr kumimoji="0" lang="en-IN"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4153677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8766006"/>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869982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851252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a:t>
            </a:r>
          </a:p>
          <a:p>
            <a:r>
              <a:t>[Purpose] "The previous slide used progress bars, but a dashboard has many more options. Here are six visual types you could drop in, depending on the question you want to answer."</a:t>
            </a:r>
          </a:p>
          <a:p>
            <a:r>
              <a:t>[Walkthrough] "Donuts show parts of a whole. Bars compare categories. A target bar shows performance against a goal. Heat maps reveal where values are high or low, across metrics or across the day. A bubble chart lets you read three metrics at once."</a:t>
            </a:r>
          </a:p>
          <a:p>
            <a:r>
              <a:t>[Honesty note] "Five of these use numbers already on our slides. The time-of-day heat map uses illustrative values until we have measured data."</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28117893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5670465"/>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0276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B7815-A1B8-3B79-DE07-1BA9C397889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32324DB-CCD4-5E5C-FD66-120C902391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7EE1EF1-791B-EB42-142D-508094B5E47B}"/>
              </a:ext>
            </a:extLst>
          </p:cNvPr>
          <p:cNvSpPr>
            <a:spLocks noGrp="1"/>
          </p:cNvSpPr>
          <p:nvPr>
            <p:ph type="dt" sz="half" idx="10"/>
          </p:nvPr>
        </p:nvSpPr>
        <p:spPr/>
        <p:txBody>
          <a:bodyPr/>
          <a:lstStyle/>
          <a:p>
            <a:fld id="{2539E772-5095-4AC9-8F6B-08B12A687FA0}" type="datetimeFigureOut">
              <a:rPr lang="en-IN" smtClean="0"/>
              <a:t>24-10-2026</a:t>
            </a:fld>
            <a:endParaRPr lang="en-IN"/>
          </a:p>
        </p:txBody>
      </p:sp>
      <p:sp>
        <p:nvSpPr>
          <p:cNvPr id="5" name="Footer Placeholder 4">
            <a:extLst>
              <a:ext uri="{FF2B5EF4-FFF2-40B4-BE49-F238E27FC236}">
                <a16:creationId xmlns:a16="http://schemas.microsoft.com/office/drawing/2014/main" id="{3B7D5DB7-CD10-A54E-DEDB-48D19823B2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3C1657-729F-F9B3-E269-DE4DCF228EDA}"/>
              </a:ext>
            </a:extLst>
          </p:cNvPr>
          <p:cNvSpPr>
            <a:spLocks noGrp="1"/>
          </p:cNvSpPr>
          <p:nvPr>
            <p:ph type="sldNum" sz="quarter" idx="12"/>
          </p:nvPr>
        </p:nvSpPr>
        <p:spPr/>
        <p:txBody>
          <a:bodyPr/>
          <a:lstStyle/>
          <a:p>
            <a:fld id="{C64EEA46-BF34-421D-8771-16E2528A1F31}" type="slidenum">
              <a:rPr lang="en-IN" smtClean="0"/>
              <a:t>‹#›</a:t>
            </a:fld>
            <a:endParaRPr lang="en-IN"/>
          </a:p>
        </p:txBody>
      </p:sp>
    </p:spTree>
    <p:extLst>
      <p:ext uri="{BB962C8B-B14F-4D97-AF65-F5344CB8AC3E}">
        <p14:creationId xmlns:p14="http://schemas.microsoft.com/office/powerpoint/2010/main" val="5065635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CCDCC-8F3C-93DE-CB8E-5D3EEBC2370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C167109-130B-AAD0-A6A1-E4F5104A4A3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9D9C82-01E1-E94B-E5BF-657BD2079665}"/>
              </a:ext>
            </a:extLst>
          </p:cNvPr>
          <p:cNvSpPr>
            <a:spLocks noGrp="1"/>
          </p:cNvSpPr>
          <p:nvPr>
            <p:ph type="dt" sz="half" idx="10"/>
          </p:nvPr>
        </p:nvSpPr>
        <p:spPr/>
        <p:txBody>
          <a:bodyPr/>
          <a:lstStyle/>
          <a:p>
            <a:fld id="{2539E772-5095-4AC9-8F6B-08B12A687FA0}" type="datetimeFigureOut">
              <a:rPr lang="en-IN" smtClean="0"/>
              <a:t>24-10-2026</a:t>
            </a:fld>
            <a:endParaRPr lang="en-IN"/>
          </a:p>
        </p:txBody>
      </p:sp>
      <p:sp>
        <p:nvSpPr>
          <p:cNvPr id="5" name="Footer Placeholder 4">
            <a:extLst>
              <a:ext uri="{FF2B5EF4-FFF2-40B4-BE49-F238E27FC236}">
                <a16:creationId xmlns:a16="http://schemas.microsoft.com/office/drawing/2014/main" id="{A47BCB26-D7FE-7C97-F677-4C8D525C73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DEB1EE-820E-5A04-9ACB-1A6E02C7FA8A}"/>
              </a:ext>
            </a:extLst>
          </p:cNvPr>
          <p:cNvSpPr>
            <a:spLocks noGrp="1"/>
          </p:cNvSpPr>
          <p:nvPr>
            <p:ph type="sldNum" sz="quarter" idx="12"/>
          </p:nvPr>
        </p:nvSpPr>
        <p:spPr/>
        <p:txBody>
          <a:bodyPr/>
          <a:lstStyle/>
          <a:p>
            <a:fld id="{C64EEA46-BF34-421D-8771-16E2528A1F31}" type="slidenum">
              <a:rPr lang="en-IN" smtClean="0"/>
              <a:t>‹#›</a:t>
            </a:fld>
            <a:endParaRPr lang="en-IN"/>
          </a:p>
        </p:txBody>
      </p:sp>
    </p:spTree>
    <p:extLst>
      <p:ext uri="{BB962C8B-B14F-4D97-AF65-F5344CB8AC3E}">
        <p14:creationId xmlns:p14="http://schemas.microsoft.com/office/powerpoint/2010/main" val="11281483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52561-71C9-740C-EFD0-3573861321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D5D1056-3E94-354A-6AFA-75E71720797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844D68-B778-446A-5E6A-D1653859E6AB}"/>
              </a:ext>
            </a:extLst>
          </p:cNvPr>
          <p:cNvSpPr>
            <a:spLocks noGrp="1"/>
          </p:cNvSpPr>
          <p:nvPr>
            <p:ph type="dt" sz="half" idx="10"/>
          </p:nvPr>
        </p:nvSpPr>
        <p:spPr/>
        <p:txBody>
          <a:bodyPr/>
          <a:lstStyle/>
          <a:p>
            <a:fld id="{2539E772-5095-4AC9-8F6B-08B12A687FA0}" type="datetimeFigureOut">
              <a:rPr lang="en-IN" smtClean="0"/>
              <a:t>24-10-2026</a:t>
            </a:fld>
            <a:endParaRPr lang="en-IN"/>
          </a:p>
        </p:txBody>
      </p:sp>
      <p:sp>
        <p:nvSpPr>
          <p:cNvPr id="5" name="Footer Placeholder 4">
            <a:extLst>
              <a:ext uri="{FF2B5EF4-FFF2-40B4-BE49-F238E27FC236}">
                <a16:creationId xmlns:a16="http://schemas.microsoft.com/office/drawing/2014/main" id="{B09FB920-A7D9-1415-511A-F09F9A3C84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021C38-DB6E-6DA4-0355-8FB57930FE14}"/>
              </a:ext>
            </a:extLst>
          </p:cNvPr>
          <p:cNvSpPr>
            <a:spLocks noGrp="1"/>
          </p:cNvSpPr>
          <p:nvPr>
            <p:ph type="sldNum" sz="quarter" idx="12"/>
          </p:nvPr>
        </p:nvSpPr>
        <p:spPr/>
        <p:txBody>
          <a:bodyPr/>
          <a:lstStyle/>
          <a:p>
            <a:fld id="{C64EEA46-BF34-421D-8771-16E2528A1F31}" type="slidenum">
              <a:rPr lang="en-IN" smtClean="0"/>
              <a:t>‹#›</a:t>
            </a:fld>
            <a:endParaRPr lang="en-IN"/>
          </a:p>
        </p:txBody>
      </p:sp>
    </p:spTree>
    <p:extLst>
      <p:ext uri="{BB962C8B-B14F-4D97-AF65-F5344CB8AC3E}">
        <p14:creationId xmlns:p14="http://schemas.microsoft.com/office/powerpoint/2010/main" val="1570272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2E417-E2BD-54B3-97E3-02E62BB143E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32900CA-84F4-7521-A975-6A8B039CE0A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69010A6-99AD-3892-2938-1DEDDAEE9D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27FDB4B-572D-CF42-EAAC-7D8FED1F1010}"/>
              </a:ext>
            </a:extLst>
          </p:cNvPr>
          <p:cNvSpPr>
            <a:spLocks noGrp="1"/>
          </p:cNvSpPr>
          <p:nvPr>
            <p:ph type="dt" sz="half" idx="10"/>
          </p:nvPr>
        </p:nvSpPr>
        <p:spPr/>
        <p:txBody>
          <a:bodyPr/>
          <a:lstStyle/>
          <a:p>
            <a:fld id="{2539E772-5095-4AC9-8F6B-08B12A687FA0}" type="datetimeFigureOut">
              <a:rPr lang="en-IN" smtClean="0"/>
              <a:t>24-10-2026</a:t>
            </a:fld>
            <a:endParaRPr lang="en-IN"/>
          </a:p>
        </p:txBody>
      </p:sp>
      <p:sp>
        <p:nvSpPr>
          <p:cNvPr id="6" name="Footer Placeholder 5">
            <a:extLst>
              <a:ext uri="{FF2B5EF4-FFF2-40B4-BE49-F238E27FC236}">
                <a16:creationId xmlns:a16="http://schemas.microsoft.com/office/drawing/2014/main" id="{6D0EB65B-5BEC-3BB6-2379-E1FEA88FBB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2DE4EFB-1E22-A982-2AA8-ED2344026277}"/>
              </a:ext>
            </a:extLst>
          </p:cNvPr>
          <p:cNvSpPr>
            <a:spLocks noGrp="1"/>
          </p:cNvSpPr>
          <p:nvPr>
            <p:ph type="sldNum" sz="quarter" idx="12"/>
          </p:nvPr>
        </p:nvSpPr>
        <p:spPr/>
        <p:txBody>
          <a:bodyPr/>
          <a:lstStyle/>
          <a:p>
            <a:fld id="{C64EEA46-BF34-421D-8771-16E2528A1F31}" type="slidenum">
              <a:rPr lang="en-IN" smtClean="0"/>
              <a:t>‹#›</a:t>
            </a:fld>
            <a:endParaRPr lang="en-IN"/>
          </a:p>
        </p:txBody>
      </p:sp>
    </p:spTree>
    <p:extLst>
      <p:ext uri="{BB962C8B-B14F-4D97-AF65-F5344CB8AC3E}">
        <p14:creationId xmlns:p14="http://schemas.microsoft.com/office/powerpoint/2010/main" val="2614477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B2865-1C41-58BE-0C80-EEF9C837DAF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0DD96AB-5064-0C48-D4A0-7654FF1D3A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B5A92D-A888-7317-ECA0-4988D97756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461107C-D4DF-FF40-B3E3-BD4BE55A3D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D85E9E-DD83-6063-252A-59BA9FD70A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BB763CF-BBD3-E890-E447-D73C3B94F36B}"/>
              </a:ext>
            </a:extLst>
          </p:cNvPr>
          <p:cNvSpPr>
            <a:spLocks noGrp="1"/>
          </p:cNvSpPr>
          <p:nvPr>
            <p:ph type="dt" sz="half" idx="10"/>
          </p:nvPr>
        </p:nvSpPr>
        <p:spPr/>
        <p:txBody>
          <a:bodyPr/>
          <a:lstStyle/>
          <a:p>
            <a:fld id="{2539E772-5095-4AC9-8F6B-08B12A687FA0}" type="datetimeFigureOut">
              <a:rPr lang="en-IN" smtClean="0"/>
              <a:t>24-10-2026</a:t>
            </a:fld>
            <a:endParaRPr lang="en-IN"/>
          </a:p>
        </p:txBody>
      </p:sp>
      <p:sp>
        <p:nvSpPr>
          <p:cNvPr id="8" name="Footer Placeholder 7">
            <a:extLst>
              <a:ext uri="{FF2B5EF4-FFF2-40B4-BE49-F238E27FC236}">
                <a16:creationId xmlns:a16="http://schemas.microsoft.com/office/drawing/2014/main" id="{8799AE02-5A26-8A72-07C0-22F92DC059E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DAF3D30-8BEA-7099-1F68-EB680B107D66}"/>
              </a:ext>
            </a:extLst>
          </p:cNvPr>
          <p:cNvSpPr>
            <a:spLocks noGrp="1"/>
          </p:cNvSpPr>
          <p:nvPr>
            <p:ph type="sldNum" sz="quarter" idx="12"/>
          </p:nvPr>
        </p:nvSpPr>
        <p:spPr/>
        <p:txBody>
          <a:bodyPr/>
          <a:lstStyle/>
          <a:p>
            <a:fld id="{C64EEA46-BF34-421D-8771-16E2528A1F31}" type="slidenum">
              <a:rPr lang="en-IN" smtClean="0"/>
              <a:t>‹#›</a:t>
            </a:fld>
            <a:endParaRPr lang="en-IN"/>
          </a:p>
        </p:txBody>
      </p:sp>
    </p:spTree>
    <p:extLst>
      <p:ext uri="{BB962C8B-B14F-4D97-AF65-F5344CB8AC3E}">
        <p14:creationId xmlns:p14="http://schemas.microsoft.com/office/powerpoint/2010/main" val="716438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0934B-6817-B528-0513-F6BE670FC7F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33826E0-D723-16E9-83E5-8D11F802E920}"/>
              </a:ext>
            </a:extLst>
          </p:cNvPr>
          <p:cNvSpPr>
            <a:spLocks noGrp="1"/>
          </p:cNvSpPr>
          <p:nvPr>
            <p:ph type="dt" sz="half" idx="10"/>
          </p:nvPr>
        </p:nvSpPr>
        <p:spPr/>
        <p:txBody>
          <a:bodyPr/>
          <a:lstStyle/>
          <a:p>
            <a:fld id="{2539E772-5095-4AC9-8F6B-08B12A687FA0}" type="datetimeFigureOut">
              <a:rPr lang="en-IN" smtClean="0"/>
              <a:t>24-10-2026</a:t>
            </a:fld>
            <a:endParaRPr lang="en-IN"/>
          </a:p>
        </p:txBody>
      </p:sp>
      <p:sp>
        <p:nvSpPr>
          <p:cNvPr id="4" name="Footer Placeholder 3">
            <a:extLst>
              <a:ext uri="{FF2B5EF4-FFF2-40B4-BE49-F238E27FC236}">
                <a16:creationId xmlns:a16="http://schemas.microsoft.com/office/drawing/2014/main" id="{55823650-4C00-DEDC-C663-C490CDF47AF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CD0E02E-7D97-3D7F-154C-16B10B1CA1BB}"/>
              </a:ext>
            </a:extLst>
          </p:cNvPr>
          <p:cNvSpPr>
            <a:spLocks noGrp="1"/>
          </p:cNvSpPr>
          <p:nvPr>
            <p:ph type="sldNum" sz="quarter" idx="12"/>
          </p:nvPr>
        </p:nvSpPr>
        <p:spPr/>
        <p:txBody>
          <a:bodyPr/>
          <a:lstStyle/>
          <a:p>
            <a:fld id="{C64EEA46-BF34-421D-8771-16E2528A1F31}" type="slidenum">
              <a:rPr lang="en-IN" smtClean="0"/>
              <a:t>‹#›</a:t>
            </a:fld>
            <a:endParaRPr lang="en-IN"/>
          </a:p>
        </p:txBody>
      </p:sp>
    </p:spTree>
    <p:extLst>
      <p:ext uri="{BB962C8B-B14F-4D97-AF65-F5344CB8AC3E}">
        <p14:creationId xmlns:p14="http://schemas.microsoft.com/office/powerpoint/2010/main" val="16948785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29E8F8-073D-821A-0201-1A30E419F515}"/>
              </a:ext>
            </a:extLst>
          </p:cNvPr>
          <p:cNvSpPr>
            <a:spLocks noGrp="1"/>
          </p:cNvSpPr>
          <p:nvPr>
            <p:ph type="dt" sz="half" idx="10"/>
          </p:nvPr>
        </p:nvSpPr>
        <p:spPr/>
        <p:txBody>
          <a:bodyPr/>
          <a:lstStyle/>
          <a:p>
            <a:fld id="{2539E772-5095-4AC9-8F6B-08B12A687FA0}" type="datetimeFigureOut">
              <a:rPr lang="en-IN" smtClean="0"/>
              <a:t>24-10-2026</a:t>
            </a:fld>
            <a:endParaRPr lang="en-IN"/>
          </a:p>
        </p:txBody>
      </p:sp>
      <p:sp>
        <p:nvSpPr>
          <p:cNvPr id="3" name="Footer Placeholder 2">
            <a:extLst>
              <a:ext uri="{FF2B5EF4-FFF2-40B4-BE49-F238E27FC236}">
                <a16:creationId xmlns:a16="http://schemas.microsoft.com/office/drawing/2014/main" id="{BBF99FB1-68BE-7808-89EE-29A91700FB8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22AF444-6DDB-C411-97F4-820B973949D6}"/>
              </a:ext>
            </a:extLst>
          </p:cNvPr>
          <p:cNvSpPr>
            <a:spLocks noGrp="1"/>
          </p:cNvSpPr>
          <p:nvPr>
            <p:ph type="sldNum" sz="quarter" idx="12"/>
          </p:nvPr>
        </p:nvSpPr>
        <p:spPr/>
        <p:txBody>
          <a:bodyPr/>
          <a:lstStyle/>
          <a:p>
            <a:fld id="{C64EEA46-BF34-421D-8771-16E2528A1F31}" type="slidenum">
              <a:rPr lang="en-IN" smtClean="0"/>
              <a:t>‹#›</a:t>
            </a:fld>
            <a:endParaRPr lang="en-IN"/>
          </a:p>
        </p:txBody>
      </p:sp>
    </p:spTree>
    <p:extLst>
      <p:ext uri="{BB962C8B-B14F-4D97-AF65-F5344CB8AC3E}">
        <p14:creationId xmlns:p14="http://schemas.microsoft.com/office/powerpoint/2010/main" val="2141129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B0175-15F9-7480-35F3-E5448F4CA7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DCE5B3C-B653-D126-5AAA-92DC58E458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0EEC690-FFF1-4173-5629-9951C76CDE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714657-E051-E9F8-A51F-2A7453580C27}"/>
              </a:ext>
            </a:extLst>
          </p:cNvPr>
          <p:cNvSpPr>
            <a:spLocks noGrp="1"/>
          </p:cNvSpPr>
          <p:nvPr>
            <p:ph type="dt" sz="half" idx="10"/>
          </p:nvPr>
        </p:nvSpPr>
        <p:spPr/>
        <p:txBody>
          <a:bodyPr/>
          <a:lstStyle/>
          <a:p>
            <a:fld id="{2539E772-5095-4AC9-8F6B-08B12A687FA0}" type="datetimeFigureOut">
              <a:rPr lang="en-IN" smtClean="0"/>
              <a:t>24-10-2026</a:t>
            </a:fld>
            <a:endParaRPr lang="en-IN"/>
          </a:p>
        </p:txBody>
      </p:sp>
      <p:sp>
        <p:nvSpPr>
          <p:cNvPr id="6" name="Footer Placeholder 5">
            <a:extLst>
              <a:ext uri="{FF2B5EF4-FFF2-40B4-BE49-F238E27FC236}">
                <a16:creationId xmlns:a16="http://schemas.microsoft.com/office/drawing/2014/main" id="{68C6F9D0-AF28-A318-135E-69F08C8065C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DEBE907-784E-15EE-5CAC-F8A615723C79}"/>
              </a:ext>
            </a:extLst>
          </p:cNvPr>
          <p:cNvSpPr>
            <a:spLocks noGrp="1"/>
          </p:cNvSpPr>
          <p:nvPr>
            <p:ph type="sldNum" sz="quarter" idx="12"/>
          </p:nvPr>
        </p:nvSpPr>
        <p:spPr/>
        <p:txBody>
          <a:bodyPr/>
          <a:lstStyle/>
          <a:p>
            <a:fld id="{C64EEA46-BF34-421D-8771-16E2528A1F31}" type="slidenum">
              <a:rPr lang="en-IN" smtClean="0"/>
              <a:t>‹#›</a:t>
            </a:fld>
            <a:endParaRPr lang="en-IN"/>
          </a:p>
        </p:txBody>
      </p:sp>
    </p:spTree>
    <p:extLst>
      <p:ext uri="{BB962C8B-B14F-4D97-AF65-F5344CB8AC3E}">
        <p14:creationId xmlns:p14="http://schemas.microsoft.com/office/powerpoint/2010/main" val="947332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8DE02-4399-9332-222F-4784D4EEEA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68A0CA0-52B4-4132-CF2B-5EC20DCF0160}"/>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CD3689-458E-73AC-33B4-9762B1FAC4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706D07-841F-9FE6-11CB-D80F26F17D99}"/>
              </a:ext>
            </a:extLst>
          </p:cNvPr>
          <p:cNvSpPr>
            <a:spLocks noGrp="1"/>
          </p:cNvSpPr>
          <p:nvPr>
            <p:ph type="dt" sz="half" idx="10"/>
          </p:nvPr>
        </p:nvSpPr>
        <p:spPr/>
        <p:txBody>
          <a:bodyPr/>
          <a:lstStyle/>
          <a:p>
            <a:fld id="{2539E772-5095-4AC9-8F6B-08B12A687FA0}" type="datetimeFigureOut">
              <a:rPr lang="en-IN" smtClean="0"/>
              <a:t>24-10-2026</a:t>
            </a:fld>
            <a:endParaRPr lang="en-IN"/>
          </a:p>
        </p:txBody>
      </p:sp>
      <p:sp>
        <p:nvSpPr>
          <p:cNvPr id="6" name="Footer Placeholder 5">
            <a:extLst>
              <a:ext uri="{FF2B5EF4-FFF2-40B4-BE49-F238E27FC236}">
                <a16:creationId xmlns:a16="http://schemas.microsoft.com/office/drawing/2014/main" id="{892C4E12-9501-2F48-AC2E-01CA56345E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6A7407-5E22-6F5D-1EA4-F6A2201AD49C}"/>
              </a:ext>
            </a:extLst>
          </p:cNvPr>
          <p:cNvSpPr>
            <a:spLocks noGrp="1"/>
          </p:cNvSpPr>
          <p:nvPr>
            <p:ph type="sldNum" sz="quarter" idx="12"/>
          </p:nvPr>
        </p:nvSpPr>
        <p:spPr/>
        <p:txBody>
          <a:bodyPr/>
          <a:lstStyle/>
          <a:p>
            <a:fld id="{C64EEA46-BF34-421D-8771-16E2528A1F31}" type="slidenum">
              <a:rPr lang="en-IN" smtClean="0"/>
              <a:t>‹#›</a:t>
            </a:fld>
            <a:endParaRPr lang="en-IN"/>
          </a:p>
        </p:txBody>
      </p:sp>
    </p:spTree>
    <p:extLst>
      <p:ext uri="{BB962C8B-B14F-4D97-AF65-F5344CB8AC3E}">
        <p14:creationId xmlns:p14="http://schemas.microsoft.com/office/powerpoint/2010/main" val="2274041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8C42C-FDA6-470C-20A5-17990E92006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365C0DE-7E84-2A74-7CB7-3CEA692430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08C6B2-AC39-D465-F5D1-66401AC32EB6}"/>
              </a:ext>
            </a:extLst>
          </p:cNvPr>
          <p:cNvSpPr>
            <a:spLocks noGrp="1"/>
          </p:cNvSpPr>
          <p:nvPr>
            <p:ph type="dt" sz="half" idx="10"/>
          </p:nvPr>
        </p:nvSpPr>
        <p:spPr/>
        <p:txBody>
          <a:bodyPr/>
          <a:lstStyle/>
          <a:p>
            <a:fld id="{2539E772-5095-4AC9-8F6B-08B12A687FA0}" type="datetimeFigureOut">
              <a:rPr lang="en-IN" smtClean="0"/>
              <a:t>24-10-2026</a:t>
            </a:fld>
            <a:endParaRPr lang="en-IN"/>
          </a:p>
        </p:txBody>
      </p:sp>
      <p:sp>
        <p:nvSpPr>
          <p:cNvPr id="5" name="Footer Placeholder 4">
            <a:extLst>
              <a:ext uri="{FF2B5EF4-FFF2-40B4-BE49-F238E27FC236}">
                <a16:creationId xmlns:a16="http://schemas.microsoft.com/office/drawing/2014/main" id="{5607C17F-385C-0A41-6949-BB0DBF0668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5C399C-D9DE-F716-C79B-DD7860E3AF7B}"/>
              </a:ext>
            </a:extLst>
          </p:cNvPr>
          <p:cNvSpPr>
            <a:spLocks noGrp="1"/>
          </p:cNvSpPr>
          <p:nvPr>
            <p:ph type="sldNum" sz="quarter" idx="12"/>
          </p:nvPr>
        </p:nvSpPr>
        <p:spPr/>
        <p:txBody>
          <a:bodyPr/>
          <a:lstStyle/>
          <a:p>
            <a:fld id="{C64EEA46-BF34-421D-8771-16E2528A1F31}" type="slidenum">
              <a:rPr lang="en-IN" smtClean="0"/>
              <a:t>‹#›</a:t>
            </a:fld>
            <a:endParaRPr lang="en-IN"/>
          </a:p>
        </p:txBody>
      </p:sp>
    </p:spTree>
    <p:extLst>
      <p:ext uri="{BB962C8B-B14F-4D97-AF65-F5344CB8AC3E}">
        <p14:creationId xmlns:p14="http://schemas.microsoft.com/office/powerpoint/2010/main" val="998615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E9A47B-4C32-DA9D-B9AB-CE396635AC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FDE7F19-8187-A6FC-EF44-2D791A5047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4D5B2C-571D-A387-0E3B-0AF67AA210AB}"/>
              </a:ext>
            </a:extLst>
          </p:cNvPr>
          <p:cNvSpPr>
            <a:spLocks noGrp="1"/>
          </p:cNvSpPr>
          <p:nvPr>
            <p:ph type="dt" sz="half" idx="10"/>
          </p:nvPr>
        </p:nvSpPr>
        <p:spPr/>
        <p:txBody>
          <a:bodyPr/>
          <a:lstStyle/>
          <a:p>
            <a:fld id="{2539E772-5095-4AC9-8F6B-08B12A687FA0}" type="datetimeFigureOut">
              <a:rPr lang="en-IN" smtClean="0"/>
              <a:t>24-10-2026</a:t>
            </a:fld>
            <a:endParaRPr lang="en-IN"/>
          </a:p>
        </p:txBody>
      </p:sp>
      <p:sp>
        <p:nvSpPr>
          <p:cNvPr id="5" name="Footer Placeholder 4">
            <a:extLst>
              <a:ext uri="{FF2B5EF4-FFF2-40B4-BE49-F238E27FC236}">
                <a16:creationId xmlns:a16="http://schemas.microsoft.com/office/drawing/2014/main" id="{FA4C9643-4997-9ECC-3F4A-8A02254058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F8D969-E389-F48E-46AF-46775DBC10EE}"/>
              </a:ext>
            </a:extLst>
          </p:cNvPr>
          <p:cNvSpPr>
            <a:spLocks noGrp="1"/>
          </p:cNvSpPr>
          <p:nvPr>
            <p:ph type="sldNum" sz="quarter" idx="12"/>
          </p:nvPr>
        </p:nvSpPr>
        <p:spPr/>
        <p:txBody>
          <a:bodyPr/>
          <a:lstStyle/>
          <a:p>
            <a:fld id="{C64EEA46-BF34-421D-8771-16E2528A1F31}" type="slidenum">
              <a:rPr lang="en-IN" smtClean="0"/>
              <a:t>‹#›</a:t>
            </a:fld>
            <a:endParaRPr lang="en-IN"/>
          </a:p>
        </p:txBody>
      </p:sp>
    </p:spTree>
    <p:extLst>
      <p:ext uri="{BB962C8B-B14F-4D97-AF65-F5344CB8AC3E}">
        <p14:creationId xmlns:p14="http://schemas.microsoft.com/office/powerpoint/2010/main" val="36742498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and body">
    <p:bg>
      <p:bgPr>
        <a:solidFill>
          <a:srgbClr val="F2F4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B1F3B"/>
                </a:solidFill>
                <a:latin typeface="Calibri" pitchFamily="34" charset="0"/>
                <a:ea typeface="Calibri" pitchFamily="34" charset="-122"/>
                <a:cs typeface="Calibri"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1B1F3B"/>
                </a:solidFill>
                <a:latin typeface="Calibri" pitchFamily="34" charset="0"/>
                <a:ea typeface="Calibri" pitchFamily="34" charset="-122"/>
                <a:cs typeface="Calibri"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31492646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79328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p:cSld name="DIVIDER">
    <p:bg>
      <p:bgPr>
        <a:solidFill>
          <a:schemeClr val="dk1"/>
        </a:solidFill>
        <a:effectLst/>
      </p:bgPr>
    </p:bg>
    <p:spTree>
      <p:nvGrpSpPr>
        <p:cNvPr id="1" name="Shape 11"/>
        <p:cNvGrpSpPr/>
        <p:nvPr/>
      </p:nvGrpSpPr>
      <p:grpSpPr>
        <a:xfrm>
          <a:off x="0" y="0"/>
          <a:ext cx="0" cy="0"/>
          <a:chOff x="0" y="0"/>
          <a:chExt cx="0" cy="0"/>
        </a:xfrm>
      </p:grpSpPr>
      <p:sp>
        <p:nvSpPr>
          <p:cNvPr id="12" name="Google Shape;12;p2"/>
          <p:cNvSpPr/>
          <p:nvPr/>
        </p:nvSpPr>
        <p:spPr>
          <a:xfrm>
            <a:off x="548640" y="6437376"/>
            <a:ext cx="146304" cy="146304"/>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 name="Google Shape;13;p2"/>
          <p:cNvSpPr/>
          <p:nvPr/>
        </p:nvSpPr>
        <p:spPr>
          <a:xfrm>
            <a:off x="749808" y="6437376"/>
            <a:ext cx="146304" cy="146304"/>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 name="Google Shape;14;p2"/>
          <p:cNvSpPr/>
          <p:nvPr/>
        </p:nvSpPr>
        <p:spPr>
          <a:xfrm>
            <a:off x="950976" y="6437376"/>
            <a:ext cx="146304" cy="146304"/>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 name="Google Shape;15;p2"/>
          <p:cNvSpPr txBox="1">
            <a:spLocks noGrp="1"/>
          </p:cNvSpPr>
          <p:nvPr>
            <p:ph type="title"/>
          </p:nvPr>
        </p:nvSpPr>
        <p:spPr>
          <a:xfrm>
            <a:off x="731520" y="2011680"/>
            <a:ext cx="6309360" cy="3017520"/>
          </a:xfrm>
          <a:prstGeom prst="rect">
            <a:avLst/>
          </a:prstGeom>
          <a:noFill/>
          <a:ln>
            <a:noFill/>
          </a:ln>
        </p:spPr>
        <p:txBody>
          <a:bodyPr spcFirstLastPara="1" wrap="square" lIns="68569" tIns="34275" rIns="68569" bIns="34275" anchor="t" anchorCtr="0">
            <a:noAutofit/>
          </a:bodyPr>
          <a:lstStyle>
            <a:lvl1pPr marR="0" lvl="0" algn="l" rtl="0">
              <a:spcBef>
                <a:spcPts val="0"/>
              </a:spcBef>
              <a:spcAft>
                <a:spcPts val="0"/>
              </a:spcAft>
              <a:buClr>
                <a:schemeClr val="lt1"/>
              </a:buClr>
              <a:buSzPts val="5400"/>
              <a:buFont typeface="Cambria"/>
              <a:buNone/>
              <a:defRPr sz="5400" b="1" i="0" u="none" strike="noStrike" cap="none">
                <a:solidFill>
                  <a:schemeClr val="lt1"/>
                </a:solidFill>
                <a:latin typeface="Calibri"/>
                <a:ea typeface="Calibri"/>
                <a:cs typeface="Calibri"/>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 name="Google Shape;16;p2"/>
          <p:cNvSpPr txBox="1">
            <a:spLocks noGrp="1"/>
          </p:cNvSpPr>
          <p:nvPr>
            <p:ph type="sldNum" idx="12"/>
          </p:nvPr>
        </p:nvSpPr>
        <p:spPr>
          <a:xfrm>
            <a:off x="10881360" y="6382512"/>
            <a:ext cx="758952" cy="256032"/>
          </a:xfrm>
          <a:prstGeom prst="rect">
            <a:avLst/>
          </a:prstGeom>
          <a:noFill/>
          <a:ln>
            <a:noFill/>
          </a:ln>
        </p:spPr>
        <p:txBody>
          <a:bodyPr spcFirstLastPara="1" wrap="square" lIns="68569" tIns="34275" rIns="68569" bIns="34275" anchor="t" anchorCtr="0">
            <a:noAutofit/>
          </a:bodyPr>
          <a:lstStyle>
            <a:lvl1pPr marL="0" marR="0" lvl="0" indent="0" algn="r">
              <a:spcBef>
                <a:spcPts val="0"/>
              </a:spcBef>
              <a:buNone/>
              <a:defRPr sz="1067" b="0" i="0" u="none" strike="noStrike" cap="none">
                <a:solidFill>
                  <a:schemeClr val="accent5"/>
                </a:solidFill>
                <a:latin typeface="Calibri"/>
                <a:ea typeface="Calibri"/>
                <a:cs typeface="Calibri"/>
                <a:sym typeface="Calibri"/>
              </a:defRPr>
            </a:lvl1pPr>
            <a:lvl2pPr marL="0" marR="0" lvl="1" indent="0" algn="r">
              <a:spcBef>
                <a:spcPts val="0"/>
              </a:spcBef>
              <a:buNone/>
              <a:defRPr sz="1067" b="0" i="0" u="none" strike="noStrike" cap="none">
                <a:solidFill>
                  <a:schemeClr val="accent5"/>
                </a:solidFill>
                <a:latin typeface="Calibri"/>
                <a:ea typeface="Calibri"/>
                <a:cs typeface="Calibri"/>
                <a:sym typeface="Calibri"/>
              </a:defRPr>
            </a:lvl2pPr>
            <a:lvl3pPr marL="0" marR="0" lvl="2" indent="0" algn="r">
              <a:spcBef>
                <a:spcPts val="0"/>
              </a:spcBef>
              <a:buNone/>
              <a:defRPr sz="1067" b="0" i="0" u="none" strike="noStrike" cap="none">
                <a:solidFill>
                  <a:schemeClr val="accent5"/>
                </a:solidFill>
                <a:latin typeface="Calibri"/>
                <a:ea typeface="Calibri"/>
                <a:cs typeface="Calibri"/>
                <a:sym typeface="Calibri"/>
              </a:defRPr>
            </a:lvl3pPr>
            <a:lvl4pPr marL="0" marR="0" lvl="3" indent="0" algn="r">
              <a:spcBef>
                <a:spcPts val="0"/>
              </a:spcBef>
              <a:buNone/>
              <a:defRPr sz="1067" b="0" i="0" u="none" strike="noStrike" cap="none">
                <a:solidFill>
                  <a:schemeClr val="accent5"/>
                </a:solidFill>
                <a:latin typeface="Calibri"/>
                <a:ea typeface="Calibri"/>
                <a:cs typeface="Calibri"/>
                <a:sym typeface="Calibri"/>
              </a:defRPr>
            </a:lvl4pPr>
            <a:lvl5pPr marL="0" marR="0" lvl="4" indent="0" algn="r">
              <a:spcBef>
                <a:spcPts val="0"/>
              </a:spcBef>
              <a:buNone/>
              <a:defRPr sz="1067" b="0" i="0" u="none" strike="noStrike" cap="none">
                <a:solidFill>
                  <a:schemeClr val="accent5"/>
                </a:solidFill>
                <a:latin typeface="Calibri"/>
                <a:ea typeface="Calibri"/>
                <a:cs typeface="Calibri"/>
                <a:sym typeface="Calibri"/>
              </a:defRPr>
            </a:lvl5pPr>
            <a:lvl6pPr marL="0" marR="0" lvl="5" indent="0" algn="r">
              <a:spcBef>
                <a:spcPts val="0"/>
              </a:spcBef>
              <a:buNone/>
              <a:defRPr sz="1067" b="0" i="0" u="none" strike="noStrike" cap="none">
                <a:solidFill>
                  <a:schemeClr val="accent5"/>
                </a:solidFill>
                <a:latin typeface="Calibri"/>
                <a:ea typeface="Calibri"/>
                <a:cs typeface="Calibri"/>
                <a:sym typeface="Calibri"/>
              </a:defRPr>
            </a:lvl6pPr>
            <a:lvl7pPr marL="0" marR="0" lvl="6" indent="0" algn="r">
              <a:spcBef>
                <a:spcPts val="0"/>
              </a:spcBef>
              <a:buNone/>
              <a:defRPr sz="1067" b="0" i="0" u="none" strike="noStrike" cap="none">
                <a:solidFill>
                  <a:schemeClr val="accent5"/>
                </a:solidFill>
                <a:latin typeface="Calibri"/>
                <a:ea typeface="Calibri"/>
                <a:cs typeface="Calibri"/>
                <a:sym typeface="Calibri"/>
              </a:defRPr>
            </a:lvl7pPr>
            <a:lvl8pPr marL="0" marR="0" lvl="7" indent="0" algn="r">
              <a:spcBef>
                <a:spcPts val="0"/>
              </a:spcBef>
              <a:buNone/>
              <a:defRPr sz="1067" b="0" i="0" u="none" strike="noStrike" cap="none">
                <a:solidFill>
                  <a:schemeClr val="accent5"/>
                </a:solidFill>
                <a:latin typeface="Calibri"/>
                <a:ea typeface="Calibri"/>
                <a:cs typeface="Calibri"/>
                <a:sym typeface="Calibri"/>
              </a:defRPr>
            </a:lvl8pPr>
            <a:lvl9pPr marL="0" marR="0" lvl="8" indent="0" algn="r">
              <a:spcBef>
                <a:spcPts val="0"/>
              </a:spcBef>
              <a:buNone/>
              <a:defRPr sz="1067" b="0" i="0" u="none" strike="noStrike" cap="none">
                <a:solidFill>
                  <a:schemeClr val="accent5"/>
                </a:solidFill>
                <a:latin typeface="Calibri"/>
                <a:ea typeface="Calibri"/>
                <a:cs typeface="Calibri"/>
                <a:sym typeface="Calibri"/>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4297918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PHOTO">
  <p:cSld name="PHOTO">
    <p:bg>
      <p:bgPr>
        <a:solidFill>
          <a:schemeClr val="dk1"/>
        </a:solidFill>
        <a:effectLst/>
      </p:bgPr>
    </p:bg>
    <p:spTree>
      <p:nvGrpSpPr>
        <p:cNvPr id="1" name="Shape 17"/>
        <p:cNvGrpSpPr/>
        <p:nvPr/>
      </p:nvGrpSpPr>
      <p:grpSpPr>
        <a:xfrm>
          <a:off x="0" y="0"/>
          <a:ext cx="0" cy="0"/>
          <a:chOff x="0" y="0"/>
          <a:chExt cx="0" cy="0"/>
        </a:xfrm>
      </p:grpSpPr>
    </p:spTree>
    <p:extLst>
      <p:ext uri="{BB962C8B-B14F-4D97-AF65-F5344CB8AC3E}">
        <p14:creationId xmlns:p14="http://schemas.microsoft.com/office/powerpoint/2010/main" val="5984564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18"/>
        <p:cNvGrpSpPr/>
        <p:nvPr/>
      </p:nvGrpSpPr>
      <p:grpSpPr>
        <a:xfrm>
          <a:off x="0" y="0"/>
          <a:ext cx="0" cy="0"/>
          <a:chOff x="0" y="0"/>
          <a:chExt cx="0" cy="0"/>
        </a:xfrm>
      </p:grpSpPr>
      <p:sp>
        <p:nvSpPr>
          <p:cNvPr id="19" name="Google Shape;19;p4"/>
          <p:cNvSpPr/>
          <p:nvPr/>
        </p:nvSpPr>
        <p:spPr>
          <a:xfrm>
            <a:off x="548640" y="6437376"/>
            <a:ext cx="146304" cy="146304"/>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 name="Google Shape;20;p4"/>
          <p:cNvSpPr/>
          <p:nvPr/>
        </p:nvSpPr>
        <p:spPr>
          <a:xfrm>
            <a:off x="749808" y="6437376"/>
            <a:ext cx="146304" cy="146304"/>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 name="Google Shape;21;p4"/>
          <p:cNvSpPr/>
          <p:nvPr/>
        </p:nvSpPr>
        <p:spPr>
          <a:xfrm>
            <a:off x="950976" y="6437376"/>
            <a:ext cx="146304" cy="146304"/>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 name="Google Shape;22;p4"/>
          <p:cNvSpPr txBox="1">
            <a:spLocks noGrp="1"/>
          </p:cNvSpPr>
          <p:nvPr>
            <p:ph type="sldNum" idx="12"/>
          </p:nvPr>
        </p:nvSpPr>
        <p:spPr>
          <a:xfrm>
            <a:off x="10881360" y="6382512"/>
            <a:ext cx="758952" cy="256032"/>
          </a:xfrm>
          <a:prstGeom prst="rect">
            <a:avLst/>
          </a:prstGeom>
          <a:noFill/>
          <a:ln>
            <a:noFill/>
          </a:ln>
        </p:spPr>
        <p:txBody>
          <a:bodyPr spcFirstLastPara="1" wrap="square" lIns="68569" tIns="34275" rIns="68569" bIns="34275" anchor="t" anchorCtr="0">
            <a:noAutofit/>
          </a:bodyPr>
          <a:lstStyle>
            <a:lvl1pPr marL="0" marR="0" lvl="0" indent="0" algn="r">
              <a:spcBef>
                <a:spcPts val="0"/>
              </a:spcBef>
              <a:buNone/>
              <a:defRPr sz="1067" b="0" i="0" u="none" strike="noStrike" cap="none">
                <a:solidFill>
                  <a:schemeClr val="accent5"/>
                </a:solidFill>
                <a:latin typeface="Calibri"/>
                <a:ea typeface="Calibri"/>
                <a:cs typeface="Calibri"/>
                <a:sym typeface="Calibri"/>
              </a:defRPr>
            </a:lvl1pPr>
            <a:lvl2pPr marL="0" marR="0" lvl="1" indent="0" algn="r">
              <a:spcBef>
                <a:spcPts val="0"/>
              </a:spcBef>
              <a:buNone/>
              <a:defRPr sz="1067" b="0" i="0" u="none" strike="noStrike" cap="none">
                <a:solidFill>
                  <a:schemeClr val="accent5"/>
                </a:solidFill>
                <a:latin typeface="Calibri"/>
                <a:ea typeface="Calibri"/>
                <a:cs typeface="Calibri"/>
                <a:sym typeface="Calibri"/>
              </a:defRPr>
            </a:lvl2pPr>
            <a:lvl3pPr marL="0" marR="0" lvl="2" indent="0" algn="r">
              <a:spcBef>
                <a:spcPts val="0"/>
              </a:spcBef>
              <a:buNone/>
              <a:defRPr sz="1067" b="0" i="0" u="none" strike="noStrike" cap="none">
                <a:solidFill>
                  <a:schemeClr val="accent5"/>
                </a:solidFill>
                <a:latin typeface="Calibri"/>
                <a:ea typeface="Calibri"/>
                <a:cs typeface="Calibri"/>
                <a:sym typeface="Calibri"/>
              </a:defRPr>
            </a:lvl3pPr>
            <a:lvl4pPr marL="0" marR="0" lvl="3" indent="0" algn="r">
              <a:spcBef>
                <a:spcPts val="0"/>
              </a:spcBef>
              <a:buNone/>
              <a:defRPr sz="1067" b="0" i="0" u="none" strike="noStrike" cap="none">
                <a:solidFill>
                  <a:schemeClr val="accent5"/>
                </a:solidFill>
                <a:latin typeface="Calibri"/>
                <a:ea typeface="Calibri"/>
                <a:cs typeface="Calibri"/>
                <a:sym typeface="Calibri"/>
              </a:defRPr>
            </a:lvl4pPr>
            <a:lvl5pPr marL="0" marR="0" lvl="4" indent="0" algn="r">
              <a:spcBef>
                <a:spcPts val="0"/>
              </a:spcBef>
              <a:buNone/>
              <a:defRPr sz="1067" b="0" i="0" u="none" strike="noStrike" cap="none">
                <a:solidFill>
                  <a:schemeClr val="accent5"/>
                </a:solidFill>
                <a:latin typeface="Calibri"/>
                <a:ea typeface="Calibri"/>
                <a:cs typeface="Calibri"/>
                <a:sym typeface="Calibri"/>
              </a:defRPr>
            </a:lvl5pPr>
            <a:lvl6pPr marL="0" marR="0" lvl="5" indent="0" algn="r">
              <a:spcBef>
                <a:spcPts val="0"/>
              </a:spcBef>
              <a:buNone/>
              <a:defRPr sz="1067" b="0" i="0" u="none" strike="noStrike" cap="none">
                <a:solidFill>
                  <a:schemeClr val="accent5"/>
                </a:solidFill>
                <a:latin typeface="Calibri"/>
                <a:ea typeface="Calibri"/>
                <a:cs typeface="Calibri"/>
                <a:sym typeface="Calibri"/>
              </a:defRPr>
            </a:lvl6pPr>
            <a:lvl7pPr marL="0" marR="0" lvl="6" indent="0" algn="r">
              <a:spcBef>
                <a:spcPts val="0"/>
              </a:spcBef>
              <a:buNone/>
              <a:defRPr sz="1067" b="0" i="0" u="none" strike="noStrike" cap="none">
                <a:solidFill>
                  <a:schemeClr val="accent5"/>
                </a:solidFill>
                <a:latin typeface="Calibri"/>
                <a:ea typeface="Calibri"/>
                <a:cs typeface="Calibri"/>
                <a:sym typeface="Calibri"/>
              </a:defRPr>
            </a:lvl7pPr>
            <a:lvl8pPr marL="0" marR="0" lvl="7" indent="0" algn="r">
              <a:spcBef>
                <a:spcPts val="0"/>
              </a:spcBef>
              <a:buNone/>
              <a:defRPr sz="1067" b="0" i="0" u="none" strike="noStrike" cap="none">
                <a:solidFill>
                  <a:schemeClr val="accent5"/>
                </a:solidFill>
                <a:latin typeface="Calibri"/>
                <a:ea typeface="Calibri"/>
                <a:cs typeface="Calibri"/>
                <a:sym typeface="Calibri"/>
              </a:defRPr>
            </a:lvl8pPr>
            <a:lvl9pPr marL="0" marR="0" lvl="8" indent="0" algn="r">
              <a:spcBef>
                <a:spcPts val="0"/>
              </a:spcBef>
              <a:buNone/>
              <a:defRPr sz="1067" b="0" i="0" u="none" strike="noStrike" cap="none">
                <a:solidFill>
                  <a:schemeClr val="accent5"/>
                </a:solidFill>
                <a:latin typeface="Calibri"/>
                <a:ea typeface="Calibri"/>
                <a:cs typeface="Calibri"/>
                <a:sym typeface="Calibri"/>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2209811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TENT">
  <p:cSld name="CONTENT">
    <p:bg>
      <p:bgPr>
        <a:solidFill>
          <a:schemeClr val="lt1"/>
        </a:solidFill>
        <a:effectLst/>
      </p:bgPr>
    </p:bg>
    <p:spTree>
      <p:nvGrpSpPr>
        <p:cNvPr id="1" name="Shape 23"/>
        <p:cNvGrpSpPr/>
        <p:nvPr/>
      </p:nvGrpSpPr>
      <p:grpSpPr>
        <a:xfrm>
          <a:off x="0" y="0"/>
          <a:ext cx="0" cy="0"/>
          <a:chOff x="0" y="0"/>
          <a:chExt cx="0" cy="0"/>
        </a:xfrm>
      </p:grpSpPr>
      <p:sp>
        <p:nvSpPr>
          <p:cNvPr id="24" name="Google Shape;24;p5"/>
          <p:cNvSpPr/>
          <p:nvPr/>
        </p:nvSpPr>
        <p:spPr>
          <a:xfrm>
            <a:off x="548640" y="6437376"/>
            <a:ext cx="146304" cy="146304"/>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 name="Google Shape;25;p5"/>
          <p:cNvSpPr/>
          <p:nvPr/>
        </p:nvSpPr>
        <p:spPr>
          <a:xfrm>
            <a:off x="749808" y="6437376"/>
            <a:ext cx="146304" cy="146304"/>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 name="Google Shape;26;p5"/>
          <p:cNvSpPr/>
          <p:nvPr/>
        </p:nvSpPr>
        <p:spPr>
          <a:xfrm>
            <a:off x="950976" y="6437376"/>
            <a:ext cx="146304" cy="146304"/>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7;p5"/>
          <p:cNvSpPr txBox="1">
            <a:spLocks noGrp="1"/>
          </p:cNvSpPr>
          <p:nvPr>
            <p:ph type="title"/>
          </p:nvPr>
        </p:nvSpPr>
        <p:spPr>
          <a:xfrm>
            <a:off x="548640" y="411480"/>
            <a:ext cx="11064240" cy="1143000"/>
          </a:xfrm>
          <a:prstGeom prst="rect">
            <a:avLst/>
          </a:prstGeom>
          <a:noFill/>
          <a:ln>
            <a:noFill/>
          </a:ln>
        </p:spPr>
        <p:txBody>
          <a:bodyPr spcFirstLastPara="1" wrap="square" lIns="68569" tIns="34275" rIns="68569" bIns="34275" anchor="t" anchorCtr="0">
            <a:noAutofit/>
          </a:bodyPr>
          <a:lstStyle>
            <a:lvl1pPr marR="0" lvl="0" algn="l" rtl="0">
              <a:spcBef>
                <a:spcPts val="0"/>
              </a:spcBef>
              <a:spcAft>
                <a:spcPts val="0"/>
              </a:spcAft>
              <a:buClr>
                <a:schemeClr val="dk1"/>
              </a:buClr>
              <a:buSzPts val="3600"/>
              <a:buFont typeface="Cambria"/>
              <a:buNone/>
              <a:defRPr sz="3600" b="1" i="0" u="none" strike="noStrike" cap="none">
                <a:solidFill>
                  <a:schemeClr val="dk1"/>
                </a:solidFill>
                <a:latin typeface="Calibri"/>
                <a:ea typeface="Calibri"/>
                <a:cs typeface="Calibri"/>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8" name="Google Shape;28;p5"/>
          <p:cNvSpPr txBox="1">
            <a:spLocks noGrp="1"/>
          </p:cNvSpPr>
          <p:nvPr>
            <p:ph type="sldNum" idx="12"/>
          </p:nvPr>
        </p:nvSpPr>
        <p:spPr>
          <a:xfrm>
            <a:off x="10881360" y="6382512"/>
            <a:ext cx="758952" cy="256032"/>
          </a:xfrm>
          <a:prstGeom prst="rect">
            <a:avLst/>
          </a:prstGeom>
          <a:noFill/>
          <a:ln>
            <a:noFill/>
          </a:ln>
        </p:spPr>
        <p:txBody>
          <a:bodyPr spcFirstLastPara="1" wrap="square" lIns="68569" tIns="34275" rIns="68569" bIns="34275" anchor="t" anchorCtr="0">
            <a:noAutofit/>
          </a:bodyPr>
          <a:lstStyle>
            <a:lvl1pPr marL="0" marR="0" lvl="0" indent="0" algn="r">
              <a:spcBef>
                <a:spcPts val="0"/>
              </a:spcBef>
              <a:buNone/>
              <a:defRPr sz="1067" b="0" i="0" u="none" strike="noStrike" cap="none">
                <a:solidFill>
                  <a:schemeClr val="accent5"/>
                </a:solidFill>
                <a:latin typeface="Calibri"/>
                <a:ea typeface="Calibri"/>
                <a:cs typeface="Calibri"/>
                <a:sym typeface="Calibri"/>
              </a:defRPr>
            </a:lvl1pPr>
            <a:lvl2pPr marL="0" marR="0" lvl="1" indent="0" algn="r">
              <a:spcBef>
                <a:spcPts val="0"/>
              </a:spcBef>
              <a:buNone/>
              <a:defRPr sz="1067" b="0" i="0" u="none" strike="noStrike" cap="none">
                <a:solidFill>
                  <a:schemeClr val="accent5"/>
                </a:solidFill>
                <a:latin typeface="Calibri"/>
                <a:ea typeface="Calibri"/>
                <a:cs typeface="Calibri"/>
                <a:sym typeface="Calibri"/>
              </a:defRPr>
            </a:lvl2pPr>
            <a:lvl3pPr marL="0" marR="0" lvl="2" indent="0" algn="r">
              <a:spcBef>
                <a:spcPts val="0"/>
              </a:spcBef>
              <a:buNone/>
              <a:defRPr sz="1067" b="0" i="0" u="none" strike="noStrike" cap="none">
                <a:solidFill>
                  <a:schemeClr val="accent5"/>
                </a:solidFill>
                <a:latin typeface="Calibri"/>
                <a:ea typeface="Calibri"/>
                <a:cs typeface="Calibri"/>
                <a:sym typeface="Calibri"/>
              </a:defRPr>
            </a:lvl3pPr>
            <a:lvl4pPr marL="0" marR="0" lvl="3" indent="0" algn="r">
              <a:spcBef>
                <a:spcPts val="0"/>
              </a:spcBef>
              <a:buNone/>
              <a:defRPr sz="1067" b="0" i="0" u="none" strike="noStrike" cap="none">
                <a:solidFill>
                  <a:schemeClr val="accent5"/>
                </a:solidFill>
                <a:latin typeface="Calibri"/>
                <a:ea typeface="Calibri"/>
                <a:cs typeface="Calibri"/>
                <a:sym typeface="Calibri"/>
              </a:defRPr>
            </a:lvl4pPr>
            <a:lvl5pPr marL="0" marR="0" lvl="4" indent="0" algn="r">
              <a:spcBef>
                <a:spcPts val="0"/>
              </a:spcBef>
              <a:buNone/>
              <a:defRPr sz="1067" b="0" i="0" u="none" strike="noStrike" cap="none">
                <a:solidFill>
                  <a:schemeClr val="accent5"/>
                </a:solidFill>
                <a:latin typeface="Calibri"/>
                <a:ea typeface="Calibri"/>
                <a:cs typeface="Calibri"/>
                <a:sym typeface="Calibri"/>
              </a:defRPr>
            </a:lvl5pPr>
            <a:lvl6pPr marL="0" marR="0" lvl="5" indent="0" algn="r">
              <a:spcBef>
                <a:spcPts val="0"/>
              </a:spcBef>
              <a:buNone/>
              <a:defRPr sz="1067" b="0" i="0" u="none" strike="noStrike" cap="none">
                <a:solidFill>
                  <a:schemeClr val="accent5"/>
                </a:solidFill>
                <a:latin typeface="Calibri"/>
                <a:ea typeface="Calibri"/>
                <a:cs typeface="Calibri"/>
                <a:sym typeface="Calibri"/>
              </a:defRPr>
            </a:lvl6pPr>
            <a:lvl7pPr marL="0" marR="0" lvl="6" indent="0" algn="r">
              <a:spcBef>
                <a:spcPts val="0"/>
              </a:spcBef>
              <a:buNone/>
              <a:defRPr sz="1067" b="0" i="0" u="none" strike="noStrike" cap="none">
                <a:solidFill>
                  <a:schemeClr val="accent5"/>
                </a:solidFill>
                <a:latin typeface="Calibri"/>
                <a:ea typeface="Calibri"/>
                <a:cs typeface="Calibri"/>
                <a:sym typeface="Calibri"/>
              </a:defRPr>
            </a:lvl7pPr>
            <a:lvl8pPr marL="0" marR="0" lvl="7" indent="0" algn="r">
              <a:spcBef>
                <a:spcPts val="0"/>
              </a:spcBef>
              <a:buNone/>
              <a:defRPr sz="1067" b="0" i="0" u="none" strike="noStrike" cap="none">
                <a:solidFill>
                  <a:schemeClr val="accent5"/>
                </a:solidFill>
                <a:latin typeface="Calibri"/>
                <a:ea typeface="Calibri"/>
                <a:cs typeface="Calibri"/>
                <a:sym typeface="Calibri"/>
              </a:defRPr>
            </a:lvl8pPr>
            <a:lvl9pPr marL="0" marR="0" lvl="8" indent="0" algn="r">
              <a:spcBef>
                <a:spcPts val="0"/>
              </a:spcBef>
              <a:buNone/>
              <a:defRPr sz="1067" b="0" i="0" u="none" strike="noStrike" cap="none">
                <a:solidFill>
                  <a:schemeClr val="accent5"/>
                </a:solidFill>
                <a:latin typeface="Calibri"/>
                <a:ea typeface="Calibri"/>
                <a:cs typeface="Calibri"/>
                <a:sym typeface="Calibri"/>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2678611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TATEMENT">
  <p:cSld name="STATEMENT">
    <p:bg>
      <p:bgPr>
        <a:solidFill>
          <a:schemeClr val="dk1"/>
        </a:solidFill>
        <a:effectLst/>
      </p:bgPr>
    </p:bg>
    <p:spTree>
      <p:nvGrpSpPr>
        <p:cNvPr id="1" name="Shape 29"/>
        <p:cNvGrpSpPr/>
        <p:nvPr/>
      </p:nvGrpSpPr>
      <p:grpSpPr>
        <a:xfrm>
          <a:off x="0" y="0"/>
          <a:ext cx="0" cy="0"/>
          <a:chOff x="0" y="0"/>
          <a:chExt cx="0" cy="0"/>
        </a:xfrm>
      </p:grpSpPr>
      <p:sp>
        <p:nvSpPr>
          <p:cNvPr id="30" name="Google Shape;30;p6"/>
          <p:cNvSpPr/>
          <p:nvPr/>
        </p:nvSpPr>
        <p:spPr>
          <a:xfrm>
            <a:off x="548640" y="6437376"/>
            <a:ext cx="146304" cy="146304"/>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 name="Google Shape;31;p6"/>
          <p:cNvSpPr/>
          <p:nvPr/>
        </p:nvSpPr>
        <p:spPr>
          <a:xfrm>
            <a:off x="749808" y="6437376"/>
            <a:ext cx="146304" cy="146304"/>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 name="Google Shape;32;p6"/>
          <p:cNvSpPr/>
          <p:nvPr/>
        </p:nvSpPr>
        <p:spPr>
          <a:xfrm>
            <a:off x="950976" y="6437376"/>
            <a:ext cx="146304" cy="146304"/>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 name="Google Shape;33;p6"/>
          <p:cNvSpPr txBox="1">
            <a:spLocks noGrp="1"/>
          </p:cNvSpPr>
          <p:nvPr>
            <p:ph type="title"/>
          </p:nvPr>
        </p:nvSpPr>
        <p:spPr>
          <a:xfrm>
            <a:off x="822960" y="1188720"/>
            <a:ext cx="10515600" cy="4480560"/>
          </a:xfrm>
          <a:prstGeom prst="rect">
            <a:avLst/>
          </a:prstGeom>
          <a:noFill/>
          <a:ln>
            <a:noFill/>
          </a:ln>
        </p:spPr>
        <p:txBody>
          <a:bodyPr spcFirstLastPara="1" wrap="square" lIns="68569" tIns="34275" rIns="68569" bIns="34275" anchor="t" anchorCtr="0">
            <a:noAutofit/>
          </a:bodyPr>
          <a:lstStyle>
            <a:lvl1pPr marR="0" lvl="0" algn="l" rtl="0">
              <a:spcBef>
                <a:spcPts val="0"/>
              </a:spcBef>
              <a:spcAft>
                <a:spcPts val="0"/>
              </a:spcAft>
              <a:buClr>
                <a:schemeClr val="lt1"/>
              </a:buClr>
              <a:buSzPts val="4000"/>
              <a:buFont typeface="Cambria"/>
              <a:buNone/>
              <a:defRPr sz="4000" b="0" i="0" u="none" strike="noStrike" cap="none">
                <a:solidFill>
                  <a:schemeClr val="lt1"/>
                </a:solidFill>
                <a:latin typeface="Calibri"/>
                <a:ea typeface="Calibri"/>
                <a:cs typeface="Calibri"/>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4" name="Google Shape;34;p6"/>
          <p:cNvSpPr txBox="1">
            <a:spLocks noGrp="1"/>
          </p:cNvSpPr>
          <p:nvPr>
            <p:ph type="sldNum" idx="12"/>
          </p:nvPr>
        </p:nvSpPr>
        <p:spPr>
          <a:xfrm>
            <a:off x="10881360" y="6382512"/>
            <a:ext cx="758952" cy="256032"/>
          </a:xfrm>
          <a:prstGeom prst="rect">
            <a:avLst/>
          </a:prstGeom>
          <a:noFill/>
          <a:ln>
            <a:noFill/>
          </a:ln>
        </p:spPr>
        <p:txBody>
          <a:bodyPr spcFirstLastPara="1" wrap="square" lIns="68569" tIns="34275" rIns="68569" bIns="34275" anchor="t" anchorCtr="0">
            <a:noAutofit/>
          </a:bodyPr>
          <a:lstStyle>
            <a:lvl1pPr marL="0" marR="0" lvl="0" indent="0" algn="r">
              <a:spcBef>
                <a:spcPts val="0"/>
              </a:spcBef>
              <a:buNone/>
              <a:defRPr sz="1067" b="0" i="0" u="none" strike="noStrike" cap="none">
                <a:solidFill>
                  <a:schemeClr val="accent5"/>
                </a:solidFill>
                <a:latin typeface="Calibri"/>
                <a:ea typeface="Calibri"/>
                <a:cs typeface="Calibri"/>
                <a:sym typeface="Calibri"/>
              </a:defRPr>
            </a:lvl1pPr>
            <a:lvl2pPr marL="0" marR="0" lvl="1" indent="0" algn="r">
              <a:spcBef>
                <a:spcPts val="0"/>
              </a:spcBef>
              <a:buNone/>
              <a:defRPr sz="1067" b="0" i="0" u="none" strike="noStrike" cap="none">
                <a:solidFill>
                  <a:schemeClr val="accent5"/>
                </a:solidFill>
                <a:latin typeface="Calibri"/>
                <a:ea typeface="Calibri"/>
                <a:cs typeface="Calibri"/>
                <a:sym typeface="Calibri"/>
              </a:defRPr>
            </a:lvl2pPr>
            <a:lvl3pPr marL="0" marR="0" lvl="2" indent="0" algn="r">
              <a:spcBef>
                <a:spcPts val="0"/>
              </a:spcBef>
              <a:buNone/>
              <a:defRPr sz="1067" b="0" i="0" u="none" strike="noStrike" cap="none">
                <a:solidFill>
                  <a:schemeClr val="accent5"/>
                </a:solidFill>
                <a:latin typeface="Calibri"/>
                <a:ea typeface="Calibri"/>
                <a:cs typeface="Calibri"/>
                <a:sym typeface="Calibri"/>
              </a:defRPr>
            </a:lvl3pPr>
            <a:lvl4pPr marL="0" marR="0" lvl="3" indent="0" algn="r">
              <a:spcBef>
                <a:spcPts val="0"/>
              </a:spcBef>
              <a:buNone/>
              <a:defRPr sz="1067" b="0" i="0" u="none" strike="noStrike" cap="none">
                <a:solidFill>
                  <a:schemeClr val="accent5"/>
                </a:solidFill>
                <a:latin typeface="Calibri"/>
                <a:ea typeface="Calibri"/>
                <a:cs typeface="Calibri"/>
                <a:sym typeface="Calibri"/>
              </a:defRPr>
            </a:lvl4pPr>
            <a:lvl5pPr marL="0" marR="0" lvl="4" indent="0" algn="r">
              <a:spcBef>
                <a:spcPts val="0"/>
              </a:spcBef>
              <a:buNone/>
              <a:defRPr sz="1067" b="0" i="0" u="none" strike="noStrike" cap="none">
                <a:solidFill>
                  <a:schemeClr val="accent5"/>
                </a:solidFill>
                <a:latin typeface="Calibri"/>
                <a:ea typeface="Calibri"/>
                <a:cs typeface="Calibri"/>
                <a:sym typeface="Calibri"/>
              </a:defRPr>
            </a:lvl5pPr>
            <a:lvl6pPr marL="0" marR="0" lvl="5" indent="0" algn="r">
              <a:spcBef>
                <a:spcPts val="0"/>
              </a:spcBef>
              <a:buNone/>
              <a:defRPr sz="1067" b="0" i="0" u="none" strike="noStrike" cap="none">
                <a:solidFill>
                  <a:schemeClr val="accent5"/>
                </a:solidFill>
                <a:latin typeface="Calibri"/>
                <a:ea typeface="Calibri"/>
                <a:cs typeface="Calibri"/>
                <a:sym typeface="Calibri"/>
              </a:defRPr>
            </a:lvl6pPr>
            <a:lvl7pPr marL="0" marR="0" lvl="6" indent="0" algn="r">
              <a:spcBef>
                <a:spcPts val="0"/>
              </a:spcBef>
              <a:buNone/>
              <a:defRPr sz="1067" b="0" i="0" u="none" strike="noStrike" cap="none">
                <a:solidFill>
                  <a:schemeClr val="accent5"/>
                </a:solidFill>
                <a:latin typeface="Calibri"/>
                <a:ea typeface="Calibri"/>
                <a:cs typeface="Calibri"/>
                <a:sym typeface="Calibri"/>
              </a:defRPr>
            </a:lvl7pPr>
            <a:lvl8pPr marL="0" marR="0" lvl="7" indent="0" algn="r">
              <a:spcBef>
                <a:spcPts val="0"/>
              </a:spcBef>
              <a:buNone/>
              <a:defRPr sz="1067" b="0" i="0" u="none" strike="noStrike" cap="none">
                <a:solidFill>
                  <a:schemeClr val="accent5"/>
                </a:solidFill>
                <a:latin typeface="Calibri"/>
                <a:ea typeface="Calibri"/>
                <a:cs typeface="Calibri"/>
                <a:sym typeface="Calibri"/>
              </a:defRPr>
            </a:lvl8pPr>
            <a:lvl9pPr marL="0" marR="0" lvl="8" indent="0" algn="r">
              <a:spcBef>
                <a:spcPts val="0"/>
              </a:spcBef>
              <a:buNone/>
              <a:defRPr sz="1067" b="0" i="0" u="none" strike="noStrike" cap="none">
                <a:solidFill>
                  <a:schemeClr val="accent5"/>
                </a:solidFill>
                <a:latin typeface="Calibri"/>
                <a:ea typeface="Calibri"/>
                <a:cs typeface="Calibri"/>
                <a:sym typeface="Calibri"/>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6738448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88047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442752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a:t>10/24/2026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a:t>‹#›</a:t>
            </a:fld>
            <a:endParaRPr lang="en-US"/>
          </a:p>
        </p:txBody>
      </p:sp>
    </p:spTree>
    <p:extLst>
      <p:ext uri="{BB962C8B-B14F-4D97-AF65-F5344CB8AC3E}">
        <p14:creationId xmlns:p14="http://schemas.microsoft.com/office/powerpoint/2010/main" val="10028253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146007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0.xml"/><Relationship Id="rId1" Type="http://schemas.openxmlformats.org/officeDocument/2006/relationships/slideLayout" Target="../slideLayouts/slideLayout19.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21.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F8B5C-F8FC-BD83-9433-EEC2CE4DB8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0481835-2212-C0D3-CE88-C1FBA1AB31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463EC4-448A-6538-0692-EAF13F5861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539E772-5095-4AC9-8F6B-08B12A687FA0}" type="datetimeFigureOut">
              <a:rPr lang="en-IN" smtClean="0"/>
              <a:t>24-10-2026</a:t>
            </a:fld>
            <a:endParaRPr lang="en-IN"/>
          </a:p>
        </p:txBody>
      </p:sp>
      <p:sp>
        <p:nvSpPr>
          <p:cNvPr id="5" name="Footer Placeholder 4">
            <a:extLst>
              <a:ext uri="{FF2B5EF4-FFF2-40B4-BE49-F238E27FC236}">
                <a16:creationId xmlns:a16="http://schemas.microsoft.com/office/drawing/2014/main" id="{619ECB91-3A17-A671-BE1F-3D26D46D3E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EC301CBA-9DFF-3167-005D-21099BDF7A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64EEA46-BF34-421D-8771-16E2528A1F31}" type="slidenum">
              <a:rPr lang="en-IN" smtClean="0"/>
              <a:t>‹#›</a:t>
            </a:fld>
            <a:endParaRPr lang="en-IN"/>
          </a:p>
        </p:txBody>
      </p:sp>
    </p:spTree>
    <p:extLst>
      <p:ext uri="{BB962C8B-B14F-4D97-AF65-F5344CB8AC3E}">
        <p14:creationId xmlns:p14="http://schemas.microsoft.com/office/powerpoint/2010/main" val="6019320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2F4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2700" dirty="0">
                <a:solidFill>
                  <a:srgbClr val="1B1F3B"/>
                </a:solidFill>
                <a:latin typeface="Calibri" pitchFamily="34" charset="0"/>
                <a:ea typeface="Calibri" pitchFamily="34" charset="-122"/>
                <a:cs typeface="Calibri"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200" dirty="0">
                <a:solidFill>
                  <a:srgbClr val="1B1F3B"/>
                </a:solidFill>
                <a:latin typeface="Calibri" pitchFamily="34" charset="0"/>
                <a:ea typeface="Calibri" pitchFamily="34" charset="-122"/>
                <a:cs typeface="Calibri"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5561826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hf sldNum="0" hdr="0" ftr="0" dt="0"/>
  <p:txStyles>
    <p:titleStyle>
      <a:lvl1pPr marL="0" indent="0" algn="l" defTabSz="1219170" rtl="0" eaLnBrk="1" latinLnBrk="0" hangingPunct="1">
        <a:lnSpc>
          <a:spcPct val="115000"/>
        </a:lnSpc>
        <a:spcBef>
          <a:spcPct val="0"/>
        </a:spcBef>
        <a:buNone/>
        <a:defRPr sz="4400" kern="1200">
          <a:solidFill>
            <a:schemeClr val="tx1"/>
          </a:solidFill>
          <a:latin typeface="+mj-lt"/>
          <a:ea typeface="+mj-ea"/>
          <a:cs typeface="+mj-cs"/>
        </a:defRPr>
      </a:lvl1pPr>
    </p:titleStyle>
    <p:bodyStyle>
      <a:lvl1pPr marL="0" indent="0" algn="l" defTabSz="1219170" rtl="0" eaLnBrk="1" latinLnBrk="0" hangingPunct="1">
        <a:lnSpc>
          <a:spcPct val="140000"/>
        </a:lnSpc>
        <a:spcBef>
          <a:spcPct val="20000"/>
        </a:spcBef>
        <a:buFont typeface="Arial" pitchFamily="34" charset="0"/>
        <a:buNone/>
        <a:defRPr sz="3200" kern="1200">
          <a:solidFill>
            <a:schemeClr val="tx1"/>
          </a:solidFill>
          <a:latin typeface="+mn-lt"/>
          <a:ea typeface="+mn-ea"/>
          <a:cs typeface="+mn-cs"/>
        </a:defRPr>
      </a:lvl1pPr>
      <a:lvl2pPr marL="742931" indent="-285742" algn="l" defTabSz="121917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1" indent="-228594" algn="l" defTabSz="121917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121917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9" indent="-228594" algn="l" defTabSz="121917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121917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121917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121917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121917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1219170" rtl="0" eaLnBrk="1" latinLnBrk="0" hangingPunct="1">
        <a:defRPr sz="1800" kern="1200">
          <a:solidFill>
            <a:schemeClr val="tx1"/>
          </a:solidFill>
          <a:latin typeface="+mn-lt"/>
          <a:ea typeface="+mn-ea"/>
          <a:cs typeface="+mn-cs"/>
        </a:defRPr>
      </a:lvl1pPr>
      <a:lvl2pPr marL="457189" algn="l" defTabSz="1219170" rtl="0" eaLnBrk="1" latinLnBrk="0" hangingPunct="1">
        <a:defRPr sz="1800" kern="1200">
          <a:solidFill>
            <a:schemeClr val="tx1"/>
          </a:solidFill>
          <a:latin typeface="+mn-lt"/>
          <a:ea typeface="+mn-ea"/>
          <a:cs typeface="+mn-cs"/>
        </a:defRPr>
      </a:lvl2pPr>
      <a:lvl3pPr marL="914377" algn="l" defTabSz="1219170" rtl="0" eaLnBrk="1" latinLnBrk="0" hangingPunct="1">
        <a:defRPr sz="1800" kern="1200">
          <a:solidFill>
            <a:schemeClr val="tx1"/>
          </a:solidFill>
          <a:latin typeface="+mn-lt"/>
          <a:ea typeface="+mn-ea"/>
          <a:cs typeface="+mn-cs"/>
        </a:defRPr>
      </a:lvl3pPr>
      <a:lvl4pPr marL="1371566" algn="l" defTabSz="1219170" rtl="0" eaLnBrk="1" latinLnBrk="0" hangingPunct="1">
        <a:defRPr sz="1800" kern="1200">
          <a:solidFill>
            <a:schemeClr val="tx1"/>
          </a:solidFill>
          <a:latin typeface="+mn-lt"/>
          <a:ea typeface="+mn-ea"/>
          <a:cs typeface="+mn-cs"/>
        </a:defRPr>
      </a:lvl4pPr>
      <a:lvl5pPr marL="1828754" algn="l" defTabSz="1219170" rtl="0" eaLnBrk="1" latinLnBrk="0" hangingPunct="1">
        <a:defRPr sz="1800" kern="1200">
          <a:solidFill>
            <a:schemeClr val="tx1"/>
          </a:solidFill>
          <a:latin typeface="+mn-lt"/>
          <a:ea typeface="+mn-ea"/>
          <a:cs typeface="+mn-cs"/>
        </a:defRPr>
      </a:lvl5pPr>
      <a:lvl6pPr marL="2285943" algn="l" defTabSz="1219170" rtl="0" eaLnBrk="1" latinLnBrk="0" hangingPunct="1">
        <a:defRPr sz="1800" kern="1200">
          <a:solidFill>
            <a:schemeClr val="tx1"/>
          </a:solidFill>
          <a:latin typeface="+mn-lt"/>
          <a:ea typeface="+mn-ea"/>
          <a:cs typeface="+mn-cs"/>
        </a:defRPr>
      </a:lvl6pPr>
      <a:lvl7pPr marL="2743131" algn="l" defTabSz="1219170" rtl="0" eaLnBrk="1" latinLnBrk="0" hangingPunct="1">
        <a:defRPr sz="1800" kern="1200">
          <a:solidFill>
            <a:schemeClr val="tx1"/>
          </a:solidFill>
          <a:latin typeface="+mn-lt"/>
          <a:ea typeface="+mn-ea"/>
          <a:cs typeface="+mn-cs"/>
        </a:defRPr>
      </a:lvl7pPr>
      <a:lvl8pPr marL="3200320" algn="l" defTabSz="1219170" rtl="0" eaLnBrk="1" latinLnBrk="0" hangingPunct="1">
        <a:defRPr sz="1800" kern="1200">
          <a:solidFill>
            <a:schemeClr val="tx1"/>
          </a:solidFill>
          <a:latin typeface="+mn-lt"/>
          <a:ea typeface="+mn-ea"/>
          <a:cs typeface="+mn-cs"/>
        </a:defRPr>
      </a:lvl8pPr>
      <a:lvl9pPr marL="3657509" algn="l" defTabSz="121917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1218217"/>
      </p:ext>
    </p:extLst>
  </p:cSld>
  <p:clrMap bg1="lt1" tx1="dk1" bg2="lt2" tx2="dk2" accent1="accent1" accent2="accent2" accent3="accent3" accent4="accent4" accent5="accent5" accent6="accent6" hlink="hlink" folHlink="folHlink"/>
  <p:sldLayoutIdLst>
    <p:sldLayoutId id="2147483669" r:id="rId1"/>
    <p:sldLayoutId id="2147483670" r:id="rId2"/>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a:t>10/24/2026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a:t>‹#›</a:t>
            </a:fld>
            <a:endParaRPr lang="en-US"/>
          </a:p>
        </p:txBody>
      </p:sp>
    </p:spTree>
    <p:extLst>
      <p:ext uri="{BB962C8B-B14F-4D97-AF65-F5344CB8AC3E}">
        <p14:creationId xmlns:p14="http://schemas.microsoft.com/office/powerpoint/2010/main" val="3887461948"/>
      </p:ext>
    </p:extLst>
  </p:cSld>
  <p:clrMap bg1="lt1" tx1="dk1" bg2="lt2" tx2="dk2" accent1="accent1" accent2="accent2" accent3="accent3" accent4="accent4" accent5="accent5" accent6="accent6" hlink="hlink" folHlink="folHlink"/>
  <p:sldLayoutIdLst>
    <p:sldLayoutId id="2147483672"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344990353"/>
      </p:ext>
    </p:extLst>
  </p:cSld>
  <p:clrMap bg1="lt1" tx1="dk1" bg2="dk2" tx2="lt2" accent1="accent1" accent2="accent2" accent3="accent3" accent4="accent4" accent5="accent5" accent6="accent6" hlink="hlink" folHlink="folHlink"/>
  <p:sldLayoutIdLst>
    <p:sldLayoutId id="214748367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4.xml"/><Relationship Id="rId1" Type="http://schemas.openxmlformats.org/officeDocument/2006/relationships/slideLayout" Target="../slideLayouts/slideLayout1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0.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0.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0.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0.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0.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0.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0.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0.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0.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0.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0.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0.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0.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0.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0.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0.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0.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0.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0.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0.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0.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0.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0.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0.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0.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0.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0.xml"/></Relationships>
</file>

<file path=ppt/slides/_rels/slide94.xml.rels><?xml version="1.0" encoding="UTF-8" standalone="yes"?>
<Relationships xmlns="http://schemas.openxmlformats.org/package/2006/relationships"><Relationship Id="rId3" Type="http://schemas.openxmlformats.org/officeDocument/2006/relationships/hyperlink" Target="https://artint.info/3e/html/ArtInt3e.Ch12.html" TargetMode="External"/><Relationship Id="rId2" Type="http://schemas.openxmlformats.org/officeDocument/2006/relationships/notesSlide" Target="../notesSlides/notesSlide88.xml"/><Relationship Id="rId1" Type="http://schemas.openxmlformats.org/officeDocument/2006/relationships/slideLayout" Target="../slideLayouts/slideLayout20.xml"/><Relationship Id="rId4" Type="http://schemas.openxmlformats.org/officeDocument/2006/relationships/hyperlink" Target="https://scikit-learn.org/stable/modules/calibration.html" TargetMode="External"/></Relationships>
</file>

<file path=ppt/slides/_rels/slide95.xml.rels><?xml version="1.0" encoding="UTF-8" standalone="yes"?>
<Relationships xmlns="http://schemas.openxmlformats.org/package/2006/relationships"><Relationship Id="rId8" Type="http://schemas.openxmlformats.org/officeDocument/2006/relationships/hyperlink" Target="https://networkx.org/documentation/stable/reference/algorithms/shortest_paths.html" TargetMode="External"/><Relationship Id="rId3" Type="http://schemas.openxmlformats.org/officeDocument/2006/relationships/hyperlink" Target="https://www.redblobgames.com/pathfinding/a-star/introduction.html" TargetMode="External"/><Relationship Id="rId7" Type="http://schemas.openxmlformats.org/officeDocument/2006/relationships/hyperlink" Target="https://docs.python.org/3/library/heapq.html#priority-queue-implementation-notes" TargetMode="External"/><Relationship Id="rId2" Type="http://schemas.openxmlformats.org/officeDocument/2006/relationships/notesSlide" Target="../notesSlides/notesSlide89.xml"/><Relationship Id="rId1" Type="http://schemas.openxmlformats.org/officeDocument/2006/relationships/slideLayout" Target="../slideLayouts/slideLayout20.xml"/><Relationship Id="rId6" Type="http://schemas.openxmlformats.org/officeDocument/2006/relationships/hyperlink" Target="https://www.redblobgames.com/pathfinding/a-star/implementation.html" TargetMode="External"/><Relationship Id="rId5" Type="http://schemas.openxmlformats.org/officeDocument/2006/relationships/hyperlink" Target="https://theory.stanford.edu/~amitp/GameProgramming/Heuristics.html#scale" TargetMode="External"/><Relationship Id="rId4" Type="http://schemas.openxmlformats.org/officeDocument/2006/relationships/hyperlink" Target="https://theory.stanford.edu/~amitp/GameProgramming/Heuristics.html#heuristics-for-grid-maps" TargetMode="External"/></Relationships>
</file>

<file path=ppt/slides/_rels/slide96.xml.rels><?xml version="1.0" encoding="UTF-8" standalone="yes"?>
<Relationships xmlns="http://schemas.openxmlformats.org/package/2006/relationships"><Relationship Id="rId3" Type="http://schemas.openxmlformats.org/officeDocument/2006/relationships/hyperlink" Target="https://github.com/nishantkapps/Rush-Hour/blob/main/docs/00_START_HERE.md#6-the-scenarios" TargetMode="External"/><Relationship Id="rId2" Type="http://schemas.openxmlformats.org/officeDocument/2006/relationships/notesSlide" Target="../notesSlides/notesSlide90.xml"/><Relationship Id="rId1" Type="http://schemas.openxmlformats.org/officeDocument/2006/relationships/slideLayout" Target="../slideLayouts/slideLayout20.xml"/><Relationship Id="rId5" Type="http://schemas.openxmlformats.org/officeDocument/2006/relationships/hyperlink" Target="https://github.com/nishantkapps/Rush-Hour/blob/main/code/starter_student.py" TargetMode="External"/><Relationship Id="rId4" Type="http://schemas.openxmlformats.org/officeDocument/2006/relationships/hyperlink" Target="https://numpy.org/doc/stable/reference/random/generated/numpy.random.Generator.choice.html" TargetMode="Externa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1.xml"/></Relationships>
</file>

<file path=ppt/slides/_rels/slide10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8.xml"/><Relationship Id="rId1" Type="http://schemas.openxmlformats.org/officeDocument/2006/relationships/slideLayout" Target="../slideLayouts/slideLayout22.xml"/></Relationships>
</file>

<file path=ppt/slides/_rels/slide10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99.xml"/><Relationship Id="rId1" Type="http://schemas.openxmlformats.org/officeDocument/2006/relationships/slideLayout" Target="../slideLayouts/slideLayout22.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106.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00.xml"/><Relationship Id="rId1" Type="http://schemas.openxmlformats.org/officeDocument/2006/relationships/slideLayout" Target="../slideLayouts/slideLayout2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07.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3.png"/><Relationship Id="rId7" Type="http://schemas.openxmlformats.org/officeDocument/2006/relationships/image" Target="../media/image31.png"/><Relationship Id="rId2" Type="http://schemas.openxmlformats.org/officeDocument/2006/relationships/notesSlide" Target="../notesSlides/notesSlide101.xml"/><Relationship Id="rId1" Type="http://schemas.openxmlformats.org/officeDocument/2006/relationships/slideLayout" Target="../slideLayouts/slideLayout2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33.png"/></Relationships>
</file>

<file path=ppt/slides/_rels/slide108.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102.xml"/><Relationship Id="rId1" Type="http://schemas.openxmlformats.org/officeDocument/2006/relationships/slideLayout" Target="../slideLayouts/slideLayout2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9" Type="http://schemas.openxmlformats.org/officeDocument/2006/relationships/image" Target="../media/image40.png"/></Relationships>
</file>

<file path=ppt/slides/_rels/slide10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3.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1F3B"/>
        </a:solidFill>
        <a:effectLst/>
      </p:bgPr>
    </p:bg>
    <p:spTree>
      <p:nvGrpSpPr>
        <p:cNvPr id="1" name=""/>
        <p:cNvGrpSpPr/>
        <p:nvPr/>
      </p:nvGrpSpPr>
      <p:grpSpPr>
        <a:xfrm>
          <a:off x="0" y="0"/>
          <a:ext cx="0" cy="0"/>
          <a:chOff x="0" y="0"/>
          <a:chExt cx="0" cy="0"/>
        </a:xfrm>
      </p:grpSpPr>
      <p:sp>
        <p:nvSpPr>
          <p:cNvPr id="2" name="Shape 0"/>
          <p:cNvSpPr/>
          <p:nvPr/>
        </p:nvSpPr>
        <p:spPr>
          <a:xfrm>
            <a:off x="731520" y="2377440"/>
            <a:ext cx="1097280" cy="85344"/>
          </a:xfrm>
          <a:prstGeom prst="rect">
            <a:avLst/>
          </a:prstGeom>
          <a:solidFill>
            <a:srgbClr val="F2A33A"/>
          </a:solidFill>
          <a:ln/>
        </p:spPr>
      </p:sp>
      <p:sp>
        <p:nvSpPr>
          <p:cNvPr id="3" name="Text 1"/>
          <p:cNvSpPr txBox="1"/>
          <p:nvPr/>
        </p:nvSpPr>
        <p:spPr>
          <a:xfrm>
            <a:off x="731520" y="2560320"/>
            <a:ext cx="10728960" cy="1097280"/>
          </a:xfrm>
          <a:prstGeom prst="rect">
            <a:avLst/>
          </a:prstGeom>
          <a:noFill/>
          <a:ln/>
        </p:spPr>
        <p:txBody>
          <a:bodyPr wrap="square" lIns="0" tIns="0" rIns="0" bIns="0" rtlCol="0" anchor="ctr"/>
          <a:lstStyle/>
          <a:p>
            <a:pPr defTabSz="1219170"/>
            <a:r>
              <a:rPr lang="en-US" sz="5333" b="1" dirty="0">
                <a:solidFill>
                  <a:srgbClr val="FFFFFF"/>
                </a:solidFill>
                <a:latin typeface="Calibri"/>
              </a:rPr>
              <a:t>Exploring the Data (EDA)</a:t>
            </a:r>
            <a:endParaRPr lang="en-US" sz="5333" dirty="0">
              <a:solidFill>
                <a:srgbClr val="1B1F3B"/>
              </a:solidFill>
              <a:latin typeface="Calibri"/>
            </a:endParaRPr>
          </a:p>
        </p:txBody>
      </p:sp>
      <p:sp>
        <p:nvSpPr>
          <p:cNvPr id="4" name="Text 2"/>
          <p:cNvSpPr txBox="1"/>
          <p:nvPr/>
        </p:nvSpPr>
        <p:spPr>
          <a:xfrm>
            <a:off x="731520" y="3657600"/>
            <a:ext cx="10728960" cy="609600"/>
          </a:xfrm>
          <a:prstGeom prst="rect">
            <a:avLst/>
          </a:prstGeom>
          <a:noFill/>
          <a:ln/>
        </p:spPr>
        <p:txBody>
          <a:bodyPr wrap="square" lIns="0" tIns="0" rIns="0" bIns="0" rtlCol="0" anchor="ctr"/>
          <a:lstStyle/>
          <a:p>
            <a:pPr defTabSz="1219170"/>
            <a:r>
              <a:rPr lang="en-US" sz="2667" dirty="0">
                <a:solidFill>
                  <a:srgbClr val="C9CEF2"/>
                </a:solidFill>
                <a:latin typeface="Calibri"/>
              </a:rPr>
              <a:t>Know the city before you train a model or plan a route</a:t>
            </a:r>
            <a:endParaRPr lang="en-US" sz="2667" dirty="0">
              <a:solidFill>
                <a:srgbClr val="1B1F3B"/>
              </a:solidFill>
              <a:latin typeface="Calibri"/>
            </a:endParaRPr>
          </a:p>
        </p:txBody>
      </p:sp>
      <p:sp>
        <p:nvSpPr>
          <p:cNvPr id="5" name="Text 3"/>
          <p:cNvSpPr txBox="1"/>
          <p:nvPr/>
        </p:nvSpPr>
        <p:spPr>
          <a:xfrm>
            <a:off x="731520" y="5730240"/>
            <a:ext cx="10728960" cy="487680"/>
          </a:xfrm>
          <a:prstGeom prst="rect">
            <a:avLst/>
          </a:prstGeom>
          <a:noFill/>
          <a:ln/>
        </p:spPr>
        <p:txBody>
          <a:bodyPr wrap="square" lIns="0" tIns="0" rIns="0" bIns="0" rtlCol="0" anchor="ctr"/>
          <a:lstStyle/>
          <a:p>
            <a:pPr defTabSz="1219170"/>
            <a:r>
              <a:rPr lang="en-US" sz="1867" dirty="0">
                <a:solidFill>
                  <a:srgbClr val="F2A33A"/>
                </a:solidFill>
                <a:latin typeface="Calibri"/>
              </a:rPr>
              <a:t>Project RUSH HOUR  |  Stage 1: Explore</a:t>
            </a:r>
            <a:endParaRPr lang="en-US" sz="1867" dirty="0">
              <a:solidFill>
                <a:srgbClr val="1B1F3B"/>
              </a:solidFill>
              <a:latin typeface="Calibri"/>
            </a:endParaRPr>
          </a:p>
        </p:txBody>
      </p:sp>
    </p:spTree>
    <p:extLst>
      <p:ext uri="{BB962C8B-B14F-4D97-AF65-F5344CB8AC3E}">
        <p14:creationId xmlns:p14="http://schemas.microsoft.com/office/powerpoint/2010/main" val="24657737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9456" cy="6858000"/>
          </a:xfrm>
          <a:prstGeom prst="rect">
            <a:avLst/>
          </a:prstGeom>
          <a:solidFill>
            <a:srgbClr val="2D3A8C"/>
          </a:solidFill>
          <a:ln/>
        </p:spPr>
      </p:sp>
      <p:sp>
        <p:nvSpPr>
          <p:cNvPr id="3" name="Text 1"/>
          <p:cNvSpPr txBox="1"/>
          <p:nvPr/>
        </p:nvSpPr>
        <p:spPr>
          <a:xfrm>
            <a:off x="731520" y="365760"/>
            <a:ext cx="10728960" cy="853440"/>
          </a:xfrm>
          <a:prstGeom prst="rect">
            <a:avLst/>
          </a:prstGeom>
          <a:noFill/>
          <a:ln/>
        </p:spPr>
        <p:txBody>
          <a:bodyPr wrap="square" lIns="0" tIns="0" rIns="0" bIns="0" rtlCol="0" anchor="ctr"/>
          <a:lstStyle/>
          <a:p>
            <a:pPr defTabSz="1219170"/>
            <a:r>
              <a:rPr lang="en-US" sz="3733" b="1" dirty="0">
                <a:solidFill>
                  <a:srgbClr val="1B1F3B"/>
                </a:solidFill>
                <a:latin typeface="Calibri"/>
              </a:rPr>
              <a:t>Where EDA fits in the pipeline</a:t>
            </a:r>
            <a:endParaRPr lang="en-US" sz="3733" dirty="0">
              <a:solidFill>
                <a:srgbClr val="1B1F3B"/>
              </a:solidFill>
              <a:latin typeface="Calibri"/>
            </a:endParaRPr>
          </a:p>
        </p:txBody>
      </p:sp>
      <p:sp>
        <p:nvSpPr>
          <p:cNvPr id="5" name="Shape 2"/>
          <p:cNvSpPr/>
          <p:nvPr/>
        </p:nvSpPr>
        <p:spPr>
          <a:xfrm>
            <a:off x="731520" y="1828800"/>
            <a:ext cx="1950720" cy="1097280"/>
          </a:xfrm>
          <a:prstGeom prst="rect">
            <a:avLst/>
          </a:prstGeom>
          <a:solidFill>
            <a:srgbClr val="2D3A8C"/>
          </a:solidFill>
          <a:ln w="12700">
            <a:solidFill>
              <a:srgbClr val="2D3A8C"/>
            </a:solidFill>
            <a:prstDash val="solid"/>
          </a:ln>
        </p:spPr>
      </p:sp>
      <p:sp>
        <p:nvSpPr>
          <p:cNvPr id="6" name="Text 3"/>
          <p:cNvSpPr txBox="1"/>
          <p:nvPr/>
        </p:nvSpPr>
        <p:spPr>
          <a:xfrm>
            <a:off x="731520" y="1828800"/>
            <a:ext cx="1950720" cy="1097280"/>
          </a:xfrm>
          <a:prstGeom prst="rect">
            <a:avLst/>
          </a:prstGeom>
          <a:noFill/>
          <a:ln/>
        </p:spPr>
        <p:txBody>
          <a:bodyPr wrap="square" lIns="0" tIns="0" rIns="0" bIns="0" rtlCol="0" anchor="ctr"/>
          <a:lstStyle/>
          <a:p>
            <a:pPr algn="ctr" defTabSz="1219170"/>
            <a:r>
              <a:rPr lang="en-US" sz="2000" b="1" dirty="0">
                <a:solidFill>
                  <a:srgbClr val="FFFFFF"/>
                </a:solidFill>
                <a:latin typeface="Calibri"/>
              </a:rPr>
              <a:t>1</a:t>
            </a:r>
            <a:endParaRPr lang="en-US" sz="2000" dirty="0">
              <a:solidFill>
                <a:srgbClr val="1B1F3B"/>
              </a:solidFill>
              <a:latin typeface="Calibri"/>
            </a:endParaRPr>
          </a:p>
          <a:p>
            <a:pPr algn="ctr" defTabSz="1219170"/>
            <a:r>
              <a:rPr lang="en-US" sz="2000" b="1" dirty="0">
                <a:solidFill>
                  <a:srgbClr val="FFFFFF"/>
                </a:solidFill>
                <a:latin typeface="Calibri"/>
              </a:rPr>
              <a:t>Explore</a:t>
            </a:r>
            <a:endParaRPr lang="en-US" sz="2000" dirty="0">
              <a:solidFill>
                <a:srgbClr val="1B1F3B"/>
              </a:solidFill>
              <a:latin typeface="Calibri"/>
            </a:endParaRPr>
          </a:p>
        </p:txBody>
      </p:sp>
      <p:sp>
        <p:nvSpPr>
          <p:cNvPr id="7" name="Shape 4"/>
          <p:cNvSpPr/>
          <p:nvPr/>
        </p:nvSpPr>
        <p:spPr>
          <a:xfrm>
            <a:off x="2901696" y="1828800"/>
            <a:ext cx="1950720" cy="1097280"/>
          </a:xfrm>
          <a:prstGeom prst="rect">
            <a:avLst/>
          </a:prstGeom>
          <a:solidFill>
            <a:srgbClr val="F2F4FB"/>
          </a:solidFill>
          <a:ln w="12700">
            <a:solidFill>
              <a:srgbClr val="F2F4FB"/>
            </a:solidFill>
            <a:prstDash val="solid"/>
          </a:ln>
        </p:spPr>
      </p:sp>
      <p:sp>
        <p:nvSpPr>
          <p:cNvPr id="8" name="Text 5"/>
          <p:cNvSpPr txBox="1"/>
          <p:nvPr/>
        </p:nvSpPr>
        <p:spPr>
          <a:xfrm>
            <a:off x="2901696" y="1828800"/>
            <a:ext cx="1950720" cy="1097280"/>
          </a:xfrm>
          <a:prstGeom prst="rect">
            <a:avLst/>
          </a:prstGeom>
          <a:noFill/>
          <a:ln/>
        </p:spPr>
        <p:txBody>
          <a:bodyPr wrap="square" lIns="0" tIns="0" rIns="0" bIns="0" rtlCol="0" anchor="ctr"/>
          <a:lstStyle/>
          <a:p>
            <a:pPr algn="ctr" defTabSz="1219170"/>
            <a:r>
              <a:rPr lang="en-US" sz="2000" b="1" dirty="0">
                <a:solidFill>
                  <a:srgbClr val="4A4F6A"/>
                </a:solidFill>
                <a:latin typeface="Calibri"/>
              </a:rPr>
              <a:t>2</a:t>
            </a:r>
            <a:endParaRPr lang="en-US" sz="2000" dirty="0">
              <a:solidFill>
                <a:srgbClr val="1B1F3B"/>
              </a:solidFill>
              <a:latin typeface="Calibri"/>
            </a:endParaRPr>
          </a:p>
          <a:p>
            <a:pPr algn="ctr" defTabSz="1219170"/>
            <a:r>
              <a:rPr lang="en-US" sz="2000" b="1" dirty="0">
                <a:solidFill>
                  <a:srgbClr val="4A4F6A"/>
                </a:solidFill>
                <a:latin typeface="Calibri"/>
              </a:rPr>
              <a:t>Classify</a:t>
            </a:r>
            <a:endParaRPr lang="en-US" sz="2000" dirty="0">
              <a:solidFill>
                <a:srgbClr val="1B1F3B"/>
              </a:solidFill>
              <a:latin typeface="Calibri"/>
            </a:endParaRPr>
          </a:p>
        </p:txBody>
      </p:sp>
      <p:sp>
        <p:nvSpPr>
          <p:cNvPr id="9" name="Shape 6"/>
          <p:cNvSpPr/>
          <p:nvPr/>
        </p:nvSpPr>
        <p:spPr>
          <a:xfrm>
            <a:off x="5071872" y="1828800"/>
            <a:ext cx="1950720" cy="1097280"/>
          </a:xfrm>
          <a:prstGeom prst="rect">
            <a:avLst/>
          </a:prstGeom>
          <a:solidFill>
            <a:srgbClr val="F2F4FB"/>
          </a:solidFill>
          <a:ln w="12700">
            <a:solidFill>
              <a:srgbClr val="F2F4FB"/>
            </a:solidFill>
            <a:prstDash val="solid"/>
          </a:ln>
        </p:spPr>
      </p:sp>
      <p:sp>
        <p:nvSpPr>
          <p:cNvPr id="10" name="Text 7"/>
          <p:cNvSpPr txBox="1"/>
          <p:nvPr/>
        </p:nvSpPr>
        <p:spPr>
          <a:xfrm>
            <a:off x="5071872" y="1828800"/>
            <a:ext cx="1950720" cy="1097280"/>
          </a:xfrm>
          <a:prstGeom prst="rect">
            <a:avLst/>
          </a:prstGeom>
          <a:noFill/>
          <a:ln/>
        </p:spPr>
        <p:txBody>
          <a:bodyPr wrap="square" lIns="0" tIns="0" rIns="0" bIns="0" rtlCol="0" anchor="ctr"/>
          <a:lstStyle/>
          <a:p>
            <a:pPr algn="ctr" defTabSz="1219170"/>
            <a:r>
              <a:rPr lang="en-US" sz="2000" b="1" dirty="0">
                <a:solidFill>
                  <a:srgbClr val="4A4F6A"/>
                </a:solidFill>
                <a:latin typeface="Calibri"/>
              </a:rPr>
              <a:t>3</a:t>
            </a:r>
            <a:endParaRPr lang="en-US" sz="2000" dirty="0">
              <a:solidFill>
                <a:srgbClr val="1B1F3B"/>
              </a:solidFill>
              <a:latin typeface="Calibri"/>
            </a:endParaRPr>
          </a:p>
          <a:p>
            <a:pPr algn="ctr" defTabSz="1219170"/>
            <a:r>
              <a:rPr lang="en-US" sz="2000" b="1" dirty="0">
                <a:solidFill>
                  <a:srgbClr val="4A4F6A"/>
                </a:solidFill>
                <a:latin typeface="Calibri"/>
              </a:rPr>
              <a:t>Cost &amp; block</a:t>
            </a:r>
            <a:endParaRPr lang="en-US" sz="2000" dirty="0">
              <a:solidFill>
                <a:srgbClr val="1B1F3B"/>
              </a:solidFill>
              <a:latin typeface="Calibri"/>
            </a:endParaRPr>
          </a:p>
        </p:txBody>
      </p:sp>
      <p:sp>
        <p:nvSpPr>
          <p:cNvPr id="11" name="Shape 8"/>
          <p:cNvSpPr/>
          <p:nvPr/>
        </p:nvSpPr>
        <p:spPr>
          <a:xfrm>
            <a:off x="7242048" y="1828800"/>
            <a:ext cx="1950720" cy="1097280"/>
          </a:xfrm>
          <a:prstGeom prst="rect">
            <a:avLst/>
          </a:prstGeom>
          <a:solidFill>
            <a:srgbClr val="F2F4FB"/>
          </a:solidFill>
          <a:ln w="12700">
            <a:solidFill>
              <a:srgbClr val="F2F4FB"/>
            </a:solidFill>
            <a:prstDash val="solid"/>
          </a:ln>
        </p:spPr>
      </p:sp>
      <p:sp>
        <p:nvSpPr>
          <p:cNvPr id="12" name="Text 9"/>
          <p:cNvSpPr txBox="1"/>
          <p:nvPr/>
        </p:nvSpPr>
        <p:spPr>
          <a:xfrm>
            <a:off x="7242048" y="1828800"/>
            <a:ext cx="1950720" cy="1097280"/>
          </a:xfrm>
          <a:prstGeom prst="rect">
            <a:avLst/>
          </a:prstGeom>
          <a:noFill/>
          <a:ln/>
        </p:spPr>
        <p:txBody>
          <a:bodyPr wrap="square" lIns="0" tIns="0" rIns="0" bIns="0" rtlCol="0" anchor="ctr"/>
          <a:lstStyle/>
          <a:p>
            <a:pPr algn="ctr" defTabSz="1219170"/>
            <a:r>
              <a:rPr lang="en-US" sz="2000" b="1" dirty="0">
                <a:solidFill>
                  <a:srgbClr val="4A4F6A"/>
                </a:solidFill>
                <a:latin typeface="Calibri"/>
              </a:rPr>
              <a:t>4</a:t>
            </a:r>
            <a:endParaRPr lang="en-US" sz="2000" dirty="0">
              <a:solidFill>
                <a:srgbClr val="1B1F3B"/>
              </a:solidFill>
              <a:latin typeface="Calibri"/>
            </a:endParaRPr>
          </a:p>
          <a:p>
            <a:pPr algn="ctr" defTabSz="1219170"/>
            <a:r>
              <a:rPr lang="en-US" sz="2000" b="1" dirty="0">
                <a:solidFill>
                  <a:srgbClr val="4A4F6A"/>
                </a:solidFill>
                <a:latin typeface="Calibri"/>
              </a:rPr>
              <a:t>Plan</a:t>
            </a:r>
            <a:endParaRPr lang="en-US" sz="2000" dirty="0">
              <a:solidFill>
                <a:srgbClr val="1B1F3B"/>
              </a:solidFill>
              <a:latin typeface="Calibri"/>
            </a:endParaRPr>
          </a:p>
        </p:txBody>
      </p:sp>
      <p:sp>
        <p:nvSpPr>
          <p:cNvPr id="13" name="Shape 10"/>
          <p:cNvSpPr/>
          <p:nvPr/>
        </p:nvSpPr>
        <p:spPr>
          <a:xfrm>
            <a:off x="9412224" y="1828800"/>
            <a:ext cx="1950720" cy="1097280"/>
          </a:xfrm>
          <a:prstGeom prst="rect">
            <a:avLst/>
          </a:prstGeom>
          <a:solidFill>
            <a:srgbClr val="F2F4FB"/>
          </a:solidFill>
          <a:ln w="12700">
            <a:solidFill>
              <a:srgbClr val="F2F4FB"/>
            </a:solidFill>
            <a:prstDash val="solid"/>
          </a:ln>
        </p:spPr>
      </p:sp>
      <p:sp>
        <p:nvSpPr>
          <p:cNvPr id="14" name="Text 11"/>
          <p:cNvSpPr txBox="1"/>
          <p:nvPr/>
        </p:nvSpPr>
        <p:spPr>
          <a:xfrm>
            <a:off x="9412224" y="1828800"/>
            <a:ext cx="1950720" cy="1097280"/>
          </a:xfrm>
          <a:prstGeom prst="rect">
            <a:avLst/>
          </a:prstGeom>
          <a:noFill/>
          <a:ln/>
        </p:spPr>
        <p:txBody>
          <a:bodyPr wrap="square" lIns="0" tIns="0" rIns="0" bIns="0" rtlCol="0" anchor="ctr"/>
          <a:lstStyle/>
          <a:p>
            <a:pPr algn="ctr" defTabSz="1219170"/>
            <a:r>
              <a:rPr lang="en-US" sz="2000" b="1" dirty="0">
                <a:solidFill>
                  <a:srgbClr val="4A4F6A"/>
                </a:solidFill>
                <a:latin typeface="Calibri"/>
              </a:rPr>
              <a:t>5</a:t>
            </a:r>
            <a:endParaRPr lang="en-US" sz="2000" dirty="0">
              <a:solidFill>
                <a:srgbClr val="1B1F3B"/>
              </a:solidFill>
              <a:latin typeface="Calibri"/>
            </a:endParaRPr>
          </a:p>
          <a:p>
            <a:pPr algn="ctr" defTabSz="1219170"/>
            <a:r>
              <a:rPr lang="en-US" sz="2000" b="1" dirty="0">
                <a:solidFill>
                  <a:srgbClr val="4A4F6A"/>
                </a:solidFill>
                <a:latin typeface="Calibri"/>
              </a:rPr>
              <a:t>Compare</a:t>
            </a:r>
            <a:endParaRPr lang="en-US" sz="2000" dirty="0">
              <a:solidFill>
                <a:srgbClr val="1B1F3B"/>
              </a:solidFill>
              <a:latin typeface="Calibri"/>
            </a:endParaRPr>
          </a:p>
        </p:txBody>
      </p:sp>
      <p:sp>
        <p:nvSpPr>
          <p:cNvPr id="15" name="Shape 12"/>
          <p:cNvSpPr/>
          <p:nvPr/>
        </p:nvSpPr>
        <p:spPr>
          <a:xfrm>
            <a:off x="731520" y="3535680"/>
            <a:ext cx="5120640" cy="2316480"/>
          </a:xfrm>
          <a:prstGeom prst="rect">
            <a:avLst/>
          </a:prstGeom>
          <a:solidFill>
            <a:srgbClr val="F2F4FB"/>
          </a:solidFill>
          <a:ln w="12700">
            <a:solidFill>
              <a:srgbClr val="F2F4FB"/>
            </a:solidFill>
            <a:prstDash val="solid"/>
          </a:ln>
        </p:spPr>
      </p:sp>
      <p:sp>
        <p:nvSpPr>
          <p:cNvPr id="16" name="Shape 13"/>
          <p:cNvSpPr/>
          <p:nvPr/>
        </p:nvSpPr>
        <p:spPr>
          <a:xfrm>
            <a:off x="731520" y="3535680"/>
            <a:ext cx="85344" cy="2316480"/>
          </a:xfrm>
          <a:prstGeom prst="rect">
            <a:avLst/>
          </a:prstGeom>
          <a:solidFill>
            <a:srgbClr val="F2A33A"/>
          </a:solidFill>
          <a:ln/>
        </p:spPr>
      </p:sp>
      <p:sp>
        <p:nvSpPr>
          <p:cNvPr id="17" name="Text 14"/>
          <p:cNvSpPr txBox="1"/>
          <p:nvPr/>
        </p:nvSpPr>
        <p:spPr>
          <a:xfrm>
            <a:off x="1036320" y="3657600"/>
            <a:ext cx="4632960" cy="487680"/>
          </a:xfrm>
          <a:prstGeom prst="rect">
            <a:avLst/>
          </a:prstGeom>
          <a:noFill/>
          <a:ln/>
        </p:spPr>
        <p:txBody>
          <a:bodyPr wrap="square" lIns="0" tIns="0" rIns="0" bIns="0" rtlCol="0" anchor="ctr"/>
          <a:lstStyle/>
          <a:p>
            <a:pPr defTabSz="1219170"/>
            <a:r>
              <a:rPr lang="en-US" sz="2133" b="1" dirty="0">
                <a:solidFill>
                  <a:srgbClr val="1B1F3B"/>
                </a:solidFill>
                <a:latin typeface="Calibri"/>
              </a:rPr>
              <a:t>Why start here?</a:t>
            </a:r>
            <a:endParaRPr lang="en-US" sz="2133" dirty="0">
              <a:solidFill>
                <a:srgbClr val="1B1F3B"/>
              </a:solidFill>
              <a:latin typeface="Calibri"/>
            </a:endParaRPr>
          </a:p>
        </p:txBody>
      </p:sp>
      <p:sp>
        <p:nvSpPr>
          <p:cNvPr id="18" name="Text 15"/>
          <p:cNvSpPr txBox="1"/>
          <p:nvPr/>
        </p:nvSpPr>
        <p:spPr>
          <a:xfrm>
            <a:off x="1036320" y="4169664"/>
            <a:ext cx="4632960" cy="1584960"/>
          </a:xfrm>
          <a:prstGeom prst="rect">
            <a:avLst/>
          </a:prstGeom>
          <a:noFill/>
          <a:ln/>
        </p:spPr>
        <p:txBody>
          <a:bodyPr wrap="square" lIns="0" tIns="0" rIns="0" bIns="0" rtlCol="0" anchor="t"/>
          <a:lstStyle/>
          <a:p>
            <a:pPr defTabSz="1219170"/>
            <a:r>
              <a:rPr lang="en-US" sz="1867" dirty="0">
                <a:solidFill>
                  <a:srgbClr val="4A4F6A"/>
                </a:solidFill>
                <a:latin typeface="Calibri"/>
              </a:rPr>
              <a:t>Every later stage uses what we learn now. A wrong assumption about the data travels all the way to the route.</a:t>
            </a:r>
            <a:endParaRPr lang="en-US" sz="1867" dirty="0">
              <a:solidFill>
                <a:srgbClr val="1B1F3B"/>
              </a:solidFill>
              <a:latin typeface="Calibri"/>
            </a:endParaRPr>
          </a:p>
        </p:txBody>
      </p:sp>
      <p:sp>
        <p:nvSpPr>
          <p:cNvPr id="19" name="Shape 16"/>
          <p:cNvSpPr/>
          <p:nvPr/>
        </p:nvSpPr>
        <p:spPr>
          <a:xfrm>
            <a:off x="6217920" y="3535680"/>
            <a:ext cx="5120640" cy="2316480"/>
          </a:xfrm>
          <a:prstGeom prst="rect">
            <a:avLst/>
          </a:prstGeom>
          <a:solidFill>
            <a:srgbClr val="F2F4FB"/>
          </a:solidFill>
          <a:ln w="12700">
            <a:solidFill>
              <a:srgbClr val="F2F4FB"/>
            </a:solidFill>
            <a:prstDash val="solid"/>
          </a:ln>
        </p:spPr>
      </p:sp>
      <p:sp>
        <p:nvSpPr>
          <p:cNvPr id="20" name="Shape 17"/>
          <p:cNvSpPr/>
          <p:nvPr/>
        </p:nvSpPr>
        <p:spPr>
          <a:xfrm>
            <a:off x="6217920" y="3535680"/>
            <a:ext cx="85344" cy="2316480"/>
          </a:xfrm>
          <a:prstGeom prst="rect">
            <a:avLst/>
          </a:prstGeom>
          <a:solidFill>
            <a:srgbClr val="3BAA8C"/>
          </a:solidFill>
          <a:ln/>
        </p:spPr>
      </p:sp>
      <p:sp>
        <p:nvSpPr>
          <p:cNvPr id="21" name="Text 18"/>
          <p:cNvSpPr txBox="1"/>
          <p:nvPr/>
        </p:nvSpPr>
        <p:spPr>
          <a:xfrm>
            <a:off x="6522720" y="3657600"/>
            <a:ext cx="4632960" cy="487680"/>
          </a:xfrm>
          <a:prstGeom prst="rect">
            <a:avLst/>
          </a:prstGeom>
          <a:noFill/>
          <a:ln/>
        </p:spPr>
        <p:txBody>
          <a:bodyPr wrap="square" lIns="0" tIns="0" rIns="0" bIns="0" rtlCol="0" anchor="ctr"/>
          <a:lstStyle/>
          <a:p>
            <a:pPr defTabSz="1219170"/>
            <a:r>
              <a:rPr lang="en-US" sz="2133" b="1" dirty="0">
                <a:solidFill>
                  <a:srgbClr val="1B1F3B"/>
                </a:solidFill>
                <a:latin typeface="Calibri"/>
              </a:rPr>
              <a:t>What we get</a:t>
            </a:r>
            <a:endParaRPr lang="en-US" sz="2133" dirty="0">
              <a:solidFill>
                <a:srgbClr val="1B1F3B"/>
              </a:solidFill>
              <a:latin typeface="Calibri"/>
            </a:endParaRPr>
          </a:p>
        </p:txBody>
      </p:sp>
      <p:sp>
        <p:nvSpPr>
          <p:cNvPr id="22" name="Text 19"/>
          <p:cNvSpPr txBox="1"/>
          <p:nvPr/>
        </p:nvSpPr>
        <p:spPr>
          <a:xfrm>
            <a:off x="6522720" y="4169664"/>
            <a:ext cx="4632960" cy="1584960"/>
          </a:xfrm>
          <a:prstGeom prst="rect">
            <a:avLst/>
          </a:prstGeom>
          <a:noFill/>
          <a:ln/>
        </p:spPr>
        <p:txBody>
          <a:bodyPr wrap="square" lIns="0" tIns="0" rIns="0" bIns="0" rtlCol="0" anchor="t"/>
          <a:lstStyle/>
          <a:p>
            <a:pPr defTabSz="1219170"/>
            <a:r>
              <a:rPr lang="en-US" sz="1867" dirty="0">
                <a:solidFill>
                  <a:srgbClr val="4A4F6A"/>
                </a:solidFill>
                <a:latin typeface="Calibri"/>
              </a:rPr>
              <a:t>A visual picture of the city, the shape of the features, and evidence for choosing metrics and the blocking policy.</a:t>
            </a:r>
            <a:endParaRPr lang="en-US" sz="1867" dirty="0">
              <a:solidFill>
                <a:srgbClr val="1B1F3B"/>
              </a:solidFill>
              <a:latin typeface="Calibri"/>
            </a:endParaRPr>
          </a:p>
        </p:txBody>
      </p:sp>
    </p:spTree>
    <p:extLst>
      <p:ext uri="{BB962C8B-B14F-4D97-AF65-F5344CB8AC3E}">
        <p14:creationId xmlns:p14="http://schemas.microsoft.com/office/powerpoint/2010/main" val="2971008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9456" cy="6858000"/>
          </a:xfrm>
          <a:prstGeom prst="rect">
            <a:avLst/>
          </a:prstGeom>
          <a:solidFill>
            <a:srgbClr val="2D3A8C"/>
          </a:solidFill>
          <a:ln/>
        </p:spPr>
      </p:sp>
      <p:sp>
        <p:nvSpPr>
          <p:cNvPr id="3" name="Text 1"/>
          <p:cNvSpPr txBox="1"/>
          <p:nvPr/>
        </p:nvSpPr>
        <p:spPr>
          <a:xfrm>
            <a:off x="731520" y="365760"/>
            <a:ext cx="10728960" cy="853440"/>
          </a:xfrm>
          <a:prstGeom prst="rect">
            <a:avLst/>
          </a:prstGeom>
          <a:noFill/>
          <a:ln/>
        </p:spPr>
        <p:txBody>
          <a:bodyPr wrap="square" lIns="0" tIns="0" rIns="0" bIns="0" rtlCol="0" anchor="ctr"/>
          <a:lstStyle/>
          <a:p>
            <a:pPr defTabSz="1219170"/>
            <a:r>
              <a:rPr lang="en-US" sz="3733" b="1" dirty="0">
                <a:solidFill>
                  <a:srgbClr val="1B1F3B"/>
                </a:solidFill>
                <a:latin typeface="Calibri"/>
              </a:rPr>
              <a:t>EDA in 5 steps</a:t>
            </a:r>
            <a:endParaRPr lang="en-US" sz="3733" dirty="0">
              <a:solidFill>
                <a:srgbClr val="1B1F3B"/>
              </a:solidFill>
              <a:latin typeface="Calibri"/>
            </a:endParaRPr>
          </a:p>
        </p:txBody>
      </p:sp>
      <p:sp>
        <p:nvSpPr>
          <p:cNvPr id="5" name="Shape 2"/>
          <p:cNvSpPr/>
          <p:nvPr/>
        </p:nvSpPr>
        <p:spPr>
          <a:xfrm>
            <a:off x="1158240" y="2072640"/>
            <a:ext cx="1097280" cy="1097280"/>
          </a:xfrm>
          <a:prstGeom prst="ellipse">
            <a:avLst/>
          </a:prstGeom>
          <a:solidFill>
            <a:srgbClr val="2D3A8C"/>
          </a:solidFill>
          <a:ln w="12700">
            <a:solidFill>
              <a:srgbClr val="FFFFFF"/>
            </a:solidFill>
            <a:prstDash val="solid"/>
          </a:ln>
        </p:spPr>
      </p:sp>
      <p:sp>
        <p:nvSpPr>
          <p:cNvPr id="6" name="Text 3"/>
          <p:cNvSpPr txBox="1"/>
          <p:nvPr/>
        </p:nvSpPr>
        <p:spPr>
          <a:xfrm>
            <a:off x="1158240" y="2072640"/>
            <a:ext cx="1097280" cy="1097280"/>
          </a:xfrm>
          <a:prstGeom prst="rect">
            <a:avLst/>
          </a:prstGeom>
          <a:noFill/>
          <a:ln/>
        </p:spPr>
        <p:txBody>
          <a:bodyPr wrap="square" lIns="0" tIns="0" rIns="0" bIns="0" rtlCol="0" anchor="ctr"/>
          <a:lstStyle/>
          <a:p>
            <a:pPr algn="ctr" defTabSz="1219170"/>
            <a:r>
              <a:rPr lang="en-US" sz="3733" b="1" dirty="0">
                <a:solidFill>
                  <a:srgbClr val="FFFFFF"/>
                </a:solidFill>
                <a:latin typeface="Calibri"/>
              </a:rPr>
              <a:t>1</a:t>
            </a:r>
            <a:endParaRPr lang="en-US" sz="3733" dirty="0">
              <a:solidFill>
                <a:srgbClr val="1B1F3B"/>
              </a:solidFill>
              <a:latin typeface="Calibri"/>
            </a:endParaRPr>
          </a:p>
        </p:txBody>
      </p:sp>
      <p:sp>
        <p:nvSpPr>
          <p:cNvPr id="7" name="Text 4"/>
          <p:cNvSpPr txBox="1"/>
          <p:nvPr/>
        </p:nvSpPr>
        <p:spPr>
          <a:xfrm>
            <a:off x="731520" y="3352800"/>
            <a:ext cx="1950720" cy="731520"/>
          </a:xfrm>
          <a:prstGeom prst="rect">
            <a:avLst/>
          </a:prstGeom>
          <a:noFill/>
          <a:ln/>
        </p:spPr>
        <p:txBody>
          <a:bodyPr wrap="square" lIns="0" tIns="0" rIns="0" bIns="0" rtlCol="0" anchor="ctr"/>
          <a:lstStyle/>
          <a:p>
            <a:pPr algn="ctr" defTabSz="1219170"/>
            <a:r>
              <a:rPr lang="en-US" sz="2000" b="1" dirty="0">
                <a:solidFill>
                  <a:srgbClr val="1B1F3B"/>
                </a:solidFill>
                <a:latin typeface="Calibri"/>
              </a:rPr>
              <a:t>Load &amp; look</a:t>
            </a:r>
            <a:endParaRPr lang="en-US" sz="2000" dirty="0">
              <a:solidFill>
                <a:srgbClr val="1B1F3B"/>
              </a:solidFill>
              <a:latin typeface="Calibri"/>
            </a:endParaRPr>
          </a:p>
        </p:txBody>
      </p:sp>
      <p:sp>
        <p:nvSpPr>
          <p:cNvPr id="8" name="Shape 5"/>
          <p:cNvSpPr/>
          <p:nvPr/>
        </p:nvSpPr>
        <p:spPr>
          <a:xfrm>
            <a:off x="3328416" y="2072640"/>
            <a:ext cx="1097280" cy="1097280"/>
          </a:xfrm>
          <a:prstGeom prst="ellipse">
            <a:avLst/>
          </a:prstGeom>
          <a:solidFill>
            <a:srgbClr val="F2A33A"/>
          </a:solidFill>
          <a:ln w="12700">
            <a:solidFill>
              <a:srgbClr val="FFFFFF"/>
            </a:solidFill>
            <a:prstDash val="solid"/>
          </a:ln>
        </p:spPr>
      </p:sp>
      <p:sp>
        <p:nvSpPr>
          <p:cNvPr id="9" name="Text 6"/>
          <p:cNvSpPr txBox="1"/>
          <p:nvPr/>
        </p:nvSpPr>
        <p:spPr>
          <a:xfrm>
            <a:off x="3328416" y="2072640"/>
            <a:ext cx="1097280" cy="1097280"/>
          </a:xfrm>
          <a:prstGeom prst="rect">
            <a:avLst/>
          </a:prstGeom>
          <a:noFill/>
          <a:ln/>
        </p:spPr>
        <p:txBody>
          <a:bodyPr wrap="square" lIns="0" tIns="0" rIns="0" bIns="0" rtlCol="0" anchor="ctr"/>
          <a:lstStyle/>
          <a:p>
            <a:pPr algn="ctr" defTabSz="1219170"/>
            <a:r>
              <a:rPr lang="en-US" sz="3733" b="1" dirty="0">
                <a:solidFill>
                  <a:srgbClr val="1B1F3B"/>
                </a:solidFill>
                <a:latin typeface="Calibri"/>
              </a:rPr>
              <a:t>2</a:t>
            </a:r>
            <a:endParaRPr lang="en-US" sz="3733" dirty="0">
              <a:solidFill>
                <a:srgbClr val="1B1F3B"/>
              </a:solidFill>
              <a:latin typeface="Calibri"/>
            </a:endParaRPr>
          </a:p>
        </p:txBody>
      </p:sp>
      <p:sp>
        <p:nvSpPr>
          <p:cNvPr id="10" name="Text 7"/>
          <p:cNvSpPr txBox="1"/>
          <p:nvPr/>
        </p:nvSpPr>
        <p:spPr>
          <a:xfrm>
            <a:off x="2901696" y="3352800"/>
            <a:ext cx="1950720" cy="731520"/>
          </a:xfrm>
          <a:prstGeom prst="rect">
            <a:avLst/>
          </a:prstGeom>
          <a:noFill/>
          <a:ln/>
        </p:spPr>
        <p:txBody>
          <a:bodyPr wrap="square" lIns="0" tIns="0" rIns="0" bIns="0" rtlCol="0" anchor="ctr"/>
          <a:lstStyle/>
          <a:p>
            <a:pPr algn="ctr" defTabSz="1219170"/>
            <a:r>
              <a:rPr lang="en-US" sz="2000" b="1" dirty="0">
                <a:solidFill>
                  <a:srgbClr val="1B1F3B"/>
                </a:solidFill>
                <a:latin typeface="Calibri"/>
              </a:rPr>
              <a:t>Check quality</a:t>
            </a:r>
            <a:endParaRPr lang="en-US" sz="2000" dirty="0">
              <a:solidFill>
                <a:srgbClr val="1B1F3B"/>
              </a:solidFill>
              <a:latin typeface="Calibri"/>
            </a:endParaRPr>
          </a:p>
        </p:txBody>
      </p:sp>
      <p:sp>
        <p:nvSpPr>
          <p:cNvPr id="11" name="Shape 8"/>
          <p:cNvSpPr/>
          <p:nvPr/>
        </p:nvSpPr>
        <p:spPr>
          <a:xfrm>
            <a:off x="5498592" y="2072640"/>
            <a:ext cx="1097280" cy="1097280"/>
          </a:xfrm>
          <a:prstGeom prst="ellipse">
            <a:avLst/>
          </a:prstGeom>
          <a:solidFill>
            <a:srgbClr val="2D3A8C"/>
          </a:solidFill>
          <a:ln w="12700">
            <a:solidFill>
              <a:srgbClr val="FFFFFF"/>
            </a:solidFill>
            <a:prstDash val="solid"/>
          </a:ln>
        </p:spPr>
      </p:sp>
      <p:sp>
        <p:nvSpPr>
          <p:cNvPr id="12" name="Text 9"/>
          <p:cNvSpPr txBox="1"/>
          <p:nvPr/>
        </p:nvSpPr>
        <p:spPr>
          <a:xfrm>
            <a:off x="5498592" y="2072640"/>
            <a:ext cx="1097280" cy="1097280"/>
          </a:xfrm>
          <a:prstGeom prst="rect">
            <a:avLst/>
          </a:prstGeom>
          <a:noFill/>
          <a:ln/>
        </p:spPr>
        <p:txBody>
          <a:bodyPr wrap="square" lIns="0" tIns="0" rIns="0" bIns="0" rtlCol="0" anchor="ctr"/>
          <a:lstStyle/>
          <a:p>
            <a:pPr algn="ctr" defTabSz="1219170"/>
            <a:r>
              <a:rPr lang="en-US" sz="3733" b="1" dirty="0">
                <a:solidFill>
                  <a:srgbClr val="FFFFFF"/>
                </a:solidFill>
                <a:latin typeface="Calibri"/>
              </a:rPr>
              <a:t>3</a:t>
            </a:r>
            <a:endParaRPr lang="en-US" sz="3733" dirty="0">
              <a:solidFill>
                <a:srgbClr val="1B1F3B"/>
              </a:solidFill>
              <a:latin typeface="Calibri"/>
            </a:endParaRPr>
          </a:p>
        </p:txBody>
      </p:sp>
      <p:sp>
        <p:nvSpPr>
          <p:cNvPr id="13" name="Text 10"/>
          <p:cNvSpPr txBox="1"/>
          <p:nvPr/>
        </p:nvSpPr>
        <p:spPr>
          <a:xfrm>
            <a:off x="5071872" y="3352800"/>
            <a:ext cx="1950720" cy="731520"/>
          </a:xfrm>
          <a:prstGeom prst="rect">
            <a:avLst/>
          </a:prstGeom>
          <a:noFill/>
          <a:ln/>
        </p:spPr>
        <p:txBody>
          <a:bodyPr wrap="square" lIns="0" tIns="0" rIns="0" bIns="0" rtlCol="0" anchor="ctr"/>
          <a:lstStyle/>
          <a:p>
            <a:pPr algn="ctr" defTabSz="1219170"/>
            <a:r>
              <a:rPr lang="en-US" sz="2000" b="1" dirty="0">
                <a:solidFill>
                  <a:srgbClr val="1B1F3B"/>
                </a:solidFill>
                <a:latin typeface="Calibri"/>
              </a:rPr>
              <a:t>See the map</a:t>
            </a:r>
            <a:endParaRPr lang="en-US" sz="2000" dirty="0">
              <a:solidFill>
                <a:srgbClr val="1B1F3B"/>
              </a:solidFill>
              <a:latin typeface="Calibri"/>
            </a:endParaRPr>
          </a:p>
        </p:txBody>
      </p:sp>
      <p:sp>
        <p:nvSpPr>
          <p:cNvPr id="14" name="Shape 11"/>
          <p:cNvSpPr/>
          <p:nvPr/>
        </p:nvSpPr>
        <p:spPr>
          <a:xfrm>
            <a:off x="7668768" y="2072640"/>
            <a:ext cx="1097280" cy="1097280"/>
          </a:xfrm>
          <a:prstGeom prst="ellipse">
            <a:avLst/>
          </a:prstGeom>
          <a:solidFill>
            <a:srgbClr val="F2A33A"/>
          </a:solidFill>
          <a:ln w="12700">
            <a:solidFill>
              <a:srgbClr val="FFFFFF"/>
            </a:solidFill>
            <a:prstDash val="solid"/>
          </a:ln>
        </p:spPr>
      </p:sp>
      <p:sp>
        <p:nvSpPr>
          <p:cNvPr id="15" name="Text 12"/>
          <p:cNvSpPr txBox="1"/>
          <p:nvPr/>
        </p:nvSpPr>
        <p:spPr>
          <a:xfrm>
            <a:off x="7668768" y="2072640"/>
            <a:ext cx="1097280" cy="1097280"/>
          </a:xfrm>
          <a:prstGeom prst="rect">
            <a:avLst/>
          </a:prstGeom>
          <a:noFill/>
          <a:ln/>
        </p:spPr>
        <p:txBody>
          <a:bodyPr wrap="square" lIns="0" tIns="0" rIns="0" bIns="0" rtlCol="0" anchor="ctr"/>
          <a:lstStyle/>
          <a:p>
            <a:pPr algn="ctr" defTabSz="1219170"/>
            <a:r>
              <a:rPr lang="en-US" sz="3733" b="1" dirty="0">
                <a:solidFill>
                  <a:srgbClr val="1B1F3B"/>
                </a:solidFill>
                <a:latin typeface="Calibri"/>
              </a:rPr>
              <a:t>4</a:t>
            </a:r>
            <a:endParaRPr lang="en-US" sz="3733" dirty="0">
              <a:solidFill>
                <a:srgbClr val="1B1F3B"/>
              </a:solidFill>
              <a:latin typeface="Calibri"/>
            </a:endParaRPr>
          </a:p>
        </p:txBody>
      </p:sp>
      <p:sp>
        <p:nvSpPr>
          <p:cNvPr id="16" name="Text 13"/>
          <p:cNvSpPr txBox="1"/>
          <p:nvPr/>
        </p:nvSpPr>
        <p:spPr>
          <a:xfrm>
            <a:off x="7242048" y="3352800"/>
            <a:ext cx="1950720" cy="731520"/>
          </a:xfrm>
          <a:prstGeom prst="rect">
            <a:avLst/>
          </a:prstGeom>
          <a:noFill/>
          <a:ln/>
        </p:spPr>
        <p:txBody>
          <a:bodyPr wrap="square" lIns="0" tIns="0" rIns="0" bIns="0" rtlCol="0" anchor="ctr"/>
          <a:lstStyle/>
          <a:p>
            <a:pPr algn="ctr" defTabSz="1219170"/>
            <a:r>
              <a:rPr lang="en-US" sz="2000" b="1" dirty="0">
                <a:solidFill>
                  <a:srgbClr val="1B1F3B"/>
                </a:solidFill>
                <a:latin typeface="Calibri"/>
              </a:rPr>
              <a:t>Classes &amp; features</a:t>
            </a:r>
            <a:endParaRPr lang="en-US" sz="2000" dirty="0">
              <a:solidFill>
                <a:srgbClr val="1B1F3B"/>
              </a:solidFill>
              <a:latin typeface="Calibri"/>
            </a:endParaRPr>
          </a:p>
        </p:txBody>
      </p:sp>
      <p:sp>
        <p:nvSpPr>
          <p:cNvPr id="17" name="Shape 14"/>
          <p:cNvSpPr/>
          <p:nvPr/>
        </p:nvSpPr>
        <p:spPr>
          <a:xfrm>
            <a:off x="9838944" y="2072640"/>
            <a:ext cx="1097280" cy="1097280"/>
          </a:xfrm>
          <a:prstGeom prst="ellipse">
            <a:avLst/>
          </a:prstGeom>
          <a:solidFill>
            <a:srgbClr val="2D3A8C"/>
          </a:solidFill>
          <a:ln w="12700">
            <a:solidFill>
              <a:srgbClr val="FFFFFF"/>
            </a:solidFill>
            <a:prstDash val="solid"/>
          </a:ln>
        </p:spPr>
      </p:sp>
      <p:sp>
        <p:nvSpPr>
          <p:cNvPr id="18" name="Text 15"/>
          <p:cNvSpPr txBox="1"/>
          <p:nvPr/>
        </p:nvSpPr>
        <p:spPr>
          <a:xfrm>
            <a:off x="9838944" y="2072640"/>
            <a:ext cx="1097280" cy="1097280"/>
          </a:xfrm>
          <a:prstGeom prst="rect">
            <a:avLst/>
          </a:prstGeom>
          <a:noFill/>
          <a:ln/>
        </p:spPr>
        <p:txBody>
          <a:bodyPr wrap="square" lIns="0" tIns="0" rIns="0" bIns="0" rtlCol="0" anchor="ctr"/>
          <a:lstStyle/>
          <a:p>
            <a:pPr algn="ctr" defTabSz="1219170"/>
            <a:r>
              <a:rPr lang="en-US" sz="3733" b="1" dirty="0">
                <a:solidFill>
                  <a:srgbClr val="FFFFFF"/>
                </a:solidFill>
                <a:latin typeface="Calibri"/>
              </a:rPr>
              <a:t>5</a:t>
            </a:r>
            <a:endParaRPr lang="en-US" sz="3733" dirty="0">
              <a:solidFill>
                <a:srgbClr val="1B1F3B"/>
              </a:solidFill>
              <a:latin typeface="Calibri"/>
            </a:endParaRPr>
          </a:p>
        </p:txBody>
      </p:sp>
      <p:sp>
        <p:nvSpPr>
          <p:cNvPr id="19" name="Text 16"/>
          <p:cNvSpPr txBox="1"/>
          <p:nvPr/>
        </p:nvSpPr>
        <p:spPr>
          <a:xfrm>
            <a:off x="9412224" y="3352800"/>
            <a:ext cx="1950720" cy="731520"/>
          </a:xfrm>
          <a:prstGeom prst="rect">
            <a:avLst/>
          </a:prstGeom>
          <a:noFill/>
          <a:ln/>
        </p:spPr>
        <p:txBody>
          <a:bodyPr wrap="square" lIns="0" tIns="0" rIns="0" bIns="0" rtlCol="0" anchor="ctr"/>
          <a:lstStyle/>
          <a:p>
            <a:pPr algn="ctr" defTabSz="1219170"/>
            <a:r>
              <a:rPr lang="en-US" sz="2000" b="1" dirty="0">
                <a:solidFill>
                  <a:srgbClr val="1B1F3B"/>
                </a:solidFill>
                <a:latin typeface="Calibri"/>
              </a:rPr>
              <a:t>Spot risks</a:t>
            </a:r>
            <a:endParaRPr lang="en-US" sz="2000" dirty="0">
              <a:solidFill>
                <a:srgbClr val="1B1F3B"/>
              </a:solidFill>
              <a:latin typeface="Calibri"/>
            </a:endParaRPr>
          </a:p>
        </p:txBody>
      </p:sp>
      <p:sp>
        <p:nvSpPr>
          <p:cNvPr id="20" name="Text 17"/>
          <p:cNvSpPr txBox="1"/>
          <p:nvPr/>
        </p:nvSpPr>
        <p:spPr>
          <a:xfrm>
            <a:off x="731520" y="5120640"/>
            <a:ext cx="10728960" cy="609600"/>
          </a:xfrm>
          <a:prstGeom prst="rect">
            <a:avLst/>
          </a:prstGeom>
          <a:noFill/>
          <a:ln/>
        </p:spPr>
        <p:txBody>
          <a:bodyPr wrap="square" lIns="0" tIns="0" rIns="0" bIns="0" rtlCol="0" anchor="ctr"/>
          <a:lstStyle/>
          <a:p>
            <a:pPr algn="ctr" defTabSz="1219170"/>
            <a:r>
              <a:rPr lang="en-US" sz="2400" i="1" dirty="0">
                <a:solidFill>
                  <a:srgbClr val="4A4F6A"/>
                </a:solidFill>
                <a:latin typeface="Calibri"/>
              </a:rPr>
              <a:t>Understand first, plot second, conclude last.</a:t>
            </a:r>
            <a:endParaRPr lang="en-US" sz="2400" dirty="0">
              <a:solidFill>
                <a:srgbClr val="1B1F3B"/>
              </a:solidFill>
              <a:latin typeface="Calibri"/>
            </a:endParaRPr>
          </a:p>
        </p:txBody>
      </p:sp>
    </p:spTree>
    <p:extLst>
      <p:ext uri="{BB962C8B-B14F-4D97-AF65-F5344CB8AC3E}">
        <p14:creationId xmlns:p14="http://schemas.microsoft.com/office/powerpoint/2010/main" val="105404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9456" cy="6858000"/>
          </a:xfrm>
          <a:prstGeom prst="rect">
            <a:avLst/>
          </a:prstGeom>
          <a:solidFill>
            <a:srgbClr val="2D3A8C"/>
          </a:solidFill>
          <a:ln/>
        </p:spPr>
      </p:sp>
      <p:sp>
        <p:nvSpPr>
          <p:cNvPr id="3" name="Text 1"/>
          <p:cNvSpPr txBox="1"/>
          <p:nvPr/>
        </p:nvSpPr>
        <p:spPr>
          <a:xfrm>
            <a:off x="731520" y="365760"/>
            <a:ext cx="10728960" cy="853440"/>
          </a:xfrm>
          <a:prstGeom prst="rect">
            <a:avLst/>
          </a:prstGeom>
          <a:noFill/>
          <a:ln/>
        </p:spPr>
        <p:txBody>
          <a:bodyPr wrap="square" lIns="0" tIns="0" rIns="0" bIns="0" rtlCol="0" anchor="ctr"/>
          <a:lstStyle/>
          <a:p>
            <a:pPr defTabSz="1219170"/>
            <a:r>
              <a:rPr lang="en-US" sz="3733" b="1" dirty="0">
                <a:solidFill>
                  <a:srgbClr val="1B1F3B"/>
                </a:solidFill>
                <a:latin typeface="Calibri"/>
              </a:rPr>
              <a:t>The data: one row = one cell</a:t>
            </a:r>
            <a:endParaRPr lang="en-US" sz="3733" dirty="0">
              <a:solidFill>
                <a:srgbClr val="1B1F3B"/>
              </a:solidFill>
              <a:latin typeface="Calibri"/>
            </a:endParaRPr>
          </a:p>
        </p:txBody>
      </p:sp>
      <p:sp>
        <p:nvSpPr>
          <p:cNvPr id="5" name="Shape 2"/>
          <p:cNvSpPr/>
          <p:nvPr/>
        </p:nvSpPr>
        <p:spPr>
          <a:xfrm>
            <a:off x="731520" y="1463040"/>
            <a:ext cx="5242560" cy="4511040"/>
          </a:xfrm>
          <a:prstGeom prst="rect">
            <a:avLst/>
          </a:prstGeom>
          <a:solidFill>
            <a:srgbClr val="F2F4FB"/>
          </a:solidFill>
          <a:ln w="12700">
            <a:solidFill>
              <a:srgbClr val="F2F4FB"/>
            </a:solidFill>
            <a:prstDash val="solid"/>
          </a:ln>
        </p:spPr>
      </p:sp>
      <p:sp>
        <p:nvSpPr>
          <p:cNvPr id="6" name="Shape 3"/>
          <p:cNvSpPr/>
          <p:nvPr/>
        </p:nvSpPr>
        <p:spPr>
          <a:xfrm>
            <a:off x="731520" y="1463040"/>
            <a:ext cx="85344" cy="4511040"/>
          </a:xfrm>
          <a:prstGeom prst="rect">
            <a:avLst/>
          </a:prstGeom>
          <a:solidFill>
            <a:srgbClr val="2D3A8C"/>
          </a:solidFill>
          <a:ln/>
        </p:spPr>
      </p:sp>
      <p:sp>
        <p:nvSpPr>
          <p:cNvPr id="7" name="Text 4"/>
          <p:cNvSpPr txBox="1"/>
          <p:nvPr/>
        </p:nvSpPr>
        <p:spPr>
          <a:xfrm>
            <a:off x="1036320" y="1584960"/>
            <a:ext cx="4754880" cy="487680"/>
          </a:xfrm>
          <a:prstGeom prst="rect">
            <a:avLst/>
          </a:prstGeom>
          <a:noFill/>
          <a:ln/>
        </p:spPr>
        <p:txBody>
          <a:bodyPr wrap="square" lIns="0" tIns="0" rIns="0" bIns="0" rtlCol="0" anchor="ctr"/>
          <a:lstStyle/>
          <a:p>
            <a:pPr defTabSz="1219170"/>
            <a:r>
              <a:rPr lang="en-US" sz="2133" b="1" dirty="0">
                <a:solidFill>
                  <a:srgbClr val="1B1F3B"/>
                </a:solidFill>
                <a:latin typeface="Calibri"/>
              </a:rPr>
              <a:t>Files</a:t>
            </a:r>
            <a:endParaRPr lang="en-US" sz="2133" dirty="0">
              <a:solidFill>
                <a:srgbClr val="1B1F3B"/>
              </a:solidFill>
              <a:latin typeface="Calibri"/>
            </a:endParaRPr>
          </a:p>
        </p:txBody>
      </p:sp>
      <p:sp>
        <p:nvSpPr>
          <p:cNvPr id="8" name="Text 5"/>
          <p:cNvSpPr txBox="1"/>
          <p:nvPr/>
        </p:nvSpPr>
        <p:spPr>
          <a:xfrm>
            <a:off x="1036320" y="2097024"/>
            <a:ext cx="4754880" cy="3779520"/>
          </a:xfrm>
          <a:prstGeom prst="rect">
            <a:avLst/>
          </a:prstGeom>
          <a:noFill/>
          <a:ln/>
        </p:spPr>
        <p:txBody>
          <a:bodyPr wrap="square" lIns="0" tIns="0" rIns="0" bIns="0" rtlCol="0" anchor="t"/>
          <a:lstStyle/>
          <a:p>
            <a:pPr defTabSz="1219170"/>
            <a:r>
              <a:rPr lang="en-US" sz="1733" b="1" dirty="0">
                <a:solidFill>
                  <a:srgbClr val="1B1F3B"/>
                </a:solidFill>
                <a:latin typeface="Calibri"/>
              </a:rPr>
              <a:t>labelled/train_cells.csv</a:t>
            </a:r>
            <a:endParaRPr lang="en-US" sz="1733" dirty="0">
              <a:solidFill>
                <a:srgbClr val="1B1F3B"/>
              </a:solidFill>
              <a:latin typeface="Calibri"/>
            </a:endParaRPr>
          </a:p>
          <a:p>
            <a:pPr defTabSz="1219170"/>
            <a:r>
              <a:rPr lang="en-US" sz="1733" dirty="0">
                <a:solidFill>
                  <a:srgbClr val="4A4F6A"/>
                </a:solidFill>
                <a:latin typeface="Calibri"/>
              </a:rPr>
              <a:t>21,600 rows = 6 maps, with labels</a:t>
            </a:r>
            <a:endParaRPr lang="en-US" sz="1733" dirty="0">
              <a:solidFill>
                <a:srgbClr val="1B1F3B"/>
              </a:solidFill>
              <a:latin typeface="Calibri"/>
            </a:endParaRPr>
          </a:p>
          <a:p>
            <a:pPr defTabSz="1219170"/>
            <a:r>
              <a:rPr lang="en-US" sz="1733" dirty="0">
                <a:solidFill>
                  <a:srgbClr val="4A4F6A"/>
                </a:solidFill>
                <a:latin typeface="Calibri"/>
              </a:rPr>
              <a:t> </a:t>
            </a:r>
            <a:endParaRPr lang="en-US" sz="1733" dirty="0">
              <a:solidFill>
                <a:srgbClr val="1B1F3B"/>
              </a:solidFill>
              <a:latin typeface="Calibri"/>
            </a:endParaRPr>
          </a:p>
          <a:p>
            <a:pPr defTabSz="1219170"/>
            <a:r>
              <a:rPr lang="en-US" sz="1733" b="1" dirty="0">
                <a:solidFill>
                  <a:srgbClr val="1B1F3B"/>
                </a:solidFill>
                <a:latin typeface="Calibri"/>
              </a:rPr>
              <a:t>labelled/test_cells.csv</a:t>
            </a:r>
            <a:endParaRPr lang="en-US" sz="1733" dirty="0">
              <a:solidFill>
                <a:srgbClr val="1B1F3B"/>
              </a:solidFill>
              <a:latin typeface="Calibri"/>
            </a:endParaRPr>
          </a:p>
          <a:p>
            <a:pPr defTabSz="1219170"/>
            <a:r>
              <a:rPr lang="en-US" sz="1733" dirty="0">
                <a:solidFill>
                  <a:srgbClr val="4A4F6A"/>
                </a:solidFill>
                <a:latin typeface="Calibri"/>
              </a:rPr>
              <a:t>7,200 rows = 2 held-out maps</a:t>
            </a:r>
            <a:endParaRPr lang="en-US" sz="1733" dirty="0">
              <a:solidFill>
                <a:srgbClr val="1B1F3B"/>
              </a:solidFill>
              <a:latin typeface="Calibri"/>
            </a:endParaRPr>
          </a:p>
          <a:p>
            <a:pPr defTabSz="1219170"/>
            <a:r>
              <a:rPr lang="en-US" sz="1733" dirty="0">
                <a:solidFill>
                  <a:srgbClr val="4A4F6A"/>
                </a:solidFill>
                <a:latin typeface="Calibri"/>
              </a:rPr>
              <a:t> </a:t>
            </a:r>
            <a:endParaRPr lang="en-US" sz="1733" dirty="0">
              <a:solidFill>
                <a:srgbClr val="1B1F3B"/>
              </a:solidFill>
              <a:latin typeface="Calibri"/>
            </a:endParaRPr>
          </a:p>
          <a:p>
            <a:pPr defTabSz="1219170"/>
            <a:r>
              <a:rPr lang="en-US" sz="1733" b="1" dirty="0">
                <a:solidFill>
                  <a:srgbClr val="1B1F3B"/>
                </a:solidFill>
                <a:latin typeface="Calibri"/>
              </a:rPr>
              <a:t>scenarios/ (RUSH-1, 2, 3)</a:t>
            </a:r>
            <a:endParaRPr lang="en-US" sz="1733" dirty="0">
              <a:solidFill>
                <a:srgbClr val="1B1F3B"/>
              </a:solidFill>
              <a:latin typeface="Calibri"/>
            </a:endParaRPr>
          </a:p>
          <a:p>
            <a:pPr defTabSz="1219170"/>
            <a:r>
              <a:rPr lang="en-US" sz="1733" dirty="0">
                <a:solidFill>
                  <a:srgbClr val="4A4F6A"/>
                </a:solidFill>
                <a:latin typeface="Calibri"/>
              </a:rPr>
              <a:t>Features only, no labels</a:t>
            </a:r>
            <a:endParaRPr lang="en-US" sz="1733" dirty="0">
              <a:solidFill>
                <a:srgbClr val="1B1F3B"/>
              </a:solidFill>
              <a:latin typeface="Calibri"/>
            </a:endParaRPr>
          </a:p>
          <a:p>
            <a:pPr defTabSz="1219170"/>
            <a:r>
              <a:rPr lang="en-US" sz="1733" dirty="0">
                <a:solidFill>
                  <a:srgbClr val="4A4F6A"/>
                </a:solidFill>
                <a:latin typeface="Calibri"/>
              </a:rPr>
              <a:t> </a:t>
            </a:r>
            <a:endParaRPr lang="en-US" sz="1733" dirty="0">
              <a:solidFill>
                <a:srgbClr val="1B1F3B"/>
              </a:solidFill>
              <a:latin typeface="Calibri"/>
            </a:endParaRPr>
          </a:p>
          <a:p>
            <a:pPr defTabSz="1219170"/>
            <a:r>
              <a:rPr lang="en-US" sz="1733" b="1" dirty="0">
                <a:solidFill>
                  <a:srgbClr val="1B1F3B"/>
                </a:solidFill>
                <a:latin typeface="Calibri"/>
              </a:rPr>
              <a:t>baseline_predictions/</a:t>
            </a:r>
            <a:endParaRPr lang="en-US" sz="1733" dirty="0">
              <a:solidFill>
                <a:srgbClr val="1B1F3B"/>
              </a:solidFill>
              <a:latin typeface="Calibri"/>
            </a:endParaRPr>
          </a:p>
          <a:p>
            <a:pPr defTabSz="1219170"/>
            <a:r>
              <a:rPr lang="en-US" sz="1733" dirty="0">
                <a:solidFill>
                  <a:srgbClr val="4A4F6A"/>
                </a:solidFill>
                <a:latin typeface="Calibri"/>
              </a:rPr>
              <a:t>Starter Random Forest outputs</a:t>
            </a:r>
            <a:endParaRPr lang="en-US" sz="1733" dirty="0">
              <a:solidFill>
                <a:srgbClr val="1B1F3B"/>
              </a:solidFill>
              <a:latin typeface="Calibri"/>
            </a:endParaRPr>
          </a:p>
        </p:txBody>
      </p:sp>
      <p:sp>
        <p:nvSpPr>
          <p:cNvPr id="9" name="Shape 6"/>
          <p:cNvSpPr/>
          <p:nvPr/>
        </p:nvSpPr>
        <p:spPr>
          <a:xfrm>
            <a:off x="6217920" y="1463040"/>
            <a:ext cx="5242560" cy="4511040"/>
          </a:xfrm>
          <a:prstGeom prst="rect">
            <a:avLst/>
          </a:prstGeom>
          <a:solidFill>
            <a:srgbClr val="F2F4FB"/>
          </a:solidFill>
          <a:ln w="12700">
            <a:solidFill>
              <a:srgbClr val="F2F4FB"/>
            </a:solidFill>
            <a:prstDash val="solid"/>
          </a:ln>
        </p:spPr>
      </p:sp>
      <p:sp>
        <p:nvSpPr>
          <p:cNvPr id="10" name="Shape 7"/>
          <p:cNvSpPr/>
          <p:nvPr/>
        </p:nvSpPr>
        <p:spPr>
          <a:xfrm>
            <a:off x="6217920" y="1463040"/>
            <a:ext cx="85344" cy="4511040"/>
          </a:xfrm>
          <a:prstGeom prst="rect">
            <a:avLst/>
          </a:prstGeom>
          <a:solidFill>
            <a:srgbClr val="F2A33A"/>
          </a:solidFill>
          <a:ln/>
        </p:spPr>
      </p:sp>
      <p:sp>
        <p:nvSpPr>
          <p:cNvPr id="11" name="Text 8"/>
          <p:cNvSpPr txBox="1"/>
          <p:nvPr/>
        </p:nvSpPr>
        <p:spPr>
          <a:xfrm>
            <a:off x="6522720" y="1584960"/>
            <a:ext cx="4754880" cy="487680"/>
          </a:xfrm>
          <a:prstGeom prst="rect">
            <a:avLst/>
          </a:prstGeom>
          <a:noFill/>
          <a:ln/>
        </p:spPr>
        <p:txBody>
          <a:bodyPr wrap="square" lIns="0" tIns="0" rIns="0" bIns="0" rtlCol="0" anchor="ctr"/>
          <a:lstStyle/>
          <a:p>
            <a:pPr defTabSz="1219170"/>
            <a:r>
              <a:rPr lang="en-US" sz="2133" b="1" dirty="0">
                <a:solidFill>
                  <a:srgbClr val="1B1F3B"/>
                </a:solidFill>
                <a:latin typeface="Calibri"/>
              </a:rPr>
              <a:t>Columns</a:t>
            </a:r>
            <a:endParaRPr lang="en-US" sz="2133" dirty="0">
              <a:solidFill>
                <a:srgbClr val="1B1F3B"/>
              </a:solidFill>
              <a:latin typeface="Calibri"/>
            </a:endParaRPr>
          </a:p>
        </p:txBody>
      </p:sp>
      <p:sp>
        <p:nvSpPr>
          <p:cNvPr id="12" name="Text 9"/>
          <p:cNvSpPr txBox="1"/>
          <p:nvPr/>
        </p:nvSpPr>
        <p:spPr>
          <a:xfrm>
            <a:off x="6522720" y="2097024"/>
            <a:ext cx="4754880" cy="3779520"/>
          </a:xfrm>
          <a:prstGeom prst="rect">
            <a:avLst/>
          </a:prstGeom>
          <a:noFill/>
          <a:ln/>
        </p:spPr>
        <p:txBody>
          <a:bodyPr wrap="square" lIns="0" tIns="0" rIns="0" bIns="0" rtlCol="0" anchor="t"/>
          <a:lstStyle/>
          <a:p>
            <a:pPr defTabSz="1219170"/>
            <a:r>
              <a:rPr lang="en-US" sz="1733" b="1" dirty="0">
                <a:solidFill>
                  <a:srgbClr val="1B1F3B"/>
                </a:solidFill>
                <a:latin typeface="Calibri"/>
              </a:rPr>
              <a:t>row, col, map_id</a:t>
            </a:r>
            <a:endParaRPr lang="en-US" sz="1733" dirty="0">
              <a:solidFill>
                <a:srgbClr val="1B1F3B"/>
              </a:solidFill>
              <a:latin typeface="Calibri"/>
            </a:endParaRPr>
          </a:p>
          <a:p>
            <a:pPr defTabSz="1219170"/>
            <a:r>
              <a:rPr lang="en-US" sz="1733" dirty="0">
                <a:solidFill>
                  <a:srgbClr val="4A4F6A"/>
                </a:solidFill>
                <a:latin typeface="Calibri"/>
              </a:rPr>
              <a:t>Where the cell is (row 0 = top)</a:t>
            </a:r>
            <a:endParaRPr lang="en-US" sz="1733" dirty="0">
              <a:solidFill>
                <a:srgbClr val="1B1F3B"/>
              </a:solidFill>
              <a:latin typeface="Calibri"/>
            </a:endParaRPr>
          </a:p>
          <a:p>
            <a:pPr defTabSz="1219170"/>
            <a:r>
              <a:rPr lang="en-US" sz="1733" dirty="0">
                <a:solidFill>
                  <a:srgbClr val="4A4F6A"/>
                </a:solidFill>
                <a:latin typeface="Calibri"/>
              </a:rPr>
              <a:t> </a:t>
            </a:r>
            <a:endParaRPr lang="en-US" sz="1733" dirty="0">
              <a:solidFill>
                <a:srgbClr val="1B1F3B"/>
              </a:solidFill>
              <a:latin typeface="Calibri"/>
            </a:endParaRPr>
          </a:p>
          <a:p>
            <a:pPr defTabSz="1219170"/>
            <a:r>
              <a:rPr lang="en-US" sz="1733" b="1" dirty="0">
                <a:solidFill>
                  <a:srgbClr val="1B1F3B"/>
                </a:solidFill>
                <a:latin typeface="Calibri"/>
              </a:rPr>
              <a:t>5 numeric features</a:t>
            </a:r>
            <a:endParaRPr lang="en-US" sz="1733" dirty="0">
              <a:solidFill>
                <a:srgbClr val="1B1F3B"/>
              </a:solidFill>
              <a:latin typeface="Calibri"/>
            </a:endParaRPr>
          </a:p>
          <a:p>
            <a:pPr defTabSz="1219170"/>
            <a:r>
              <a:rPr lang="en-US" sz="1733" dirty="0">
                <a:solidFill>
                  <a:srgbClr val="4A4F6A"/>
                </a:solidFill>
                <a:latin typeface="Calibri"/>
              </a:rPr>
              <a:t>speed, signal delay, traffic density, intersection density, incident probability</a:t>
            </a:r>
            <a:endParaRPr lang="en-US" sz="1733" dirty="0">
              <a:solidFill>
                <a:srgbClr val="1B1F3B"/>
              </a:solidFill>
              <a:latin typeface="Calibri"/>
            </a:endParaRPr>
          </a:p>
          <a:p>
            <a:pPr defTabSz="1219170"/>
            <a:r>
              <a:rPr lang="en-US" sz="1733" dirty="0">
                <a:solidFill>
                  <a:srgbClr val="4A4F6A"/>
                </a:solidFill>
                <a:latin typeface="Calibri"/>
              </a:rPr>
              <a:t> </a:t>
            </a:r>
            <a:endParaRPr lang="en-US" sz="1733" dirty="0">
              <a:solidFill>
                <a:srgbClr val="1B1F3B"/>
              </a:solidFill>
              <a:latin typeface="Calibri"/>
            </a:endParaRPr>
          </a:p>
          <a:p>
            <a:pPr defTabSz="1219170"/>
            <a:r>
              <a:rPr lang="en-US" sz="1733" b="1" dirty="0">
                <a:solidFill>
                  <a:srgbClr val="1B1F3B"/>
                </a:solidFill>
                <a:latin typeface="Calibri"/>
              </a:rPr>
              <a:t>road_type</a:t>
            </a:r>
            <a:endParaRPr lang="en-US" sz="1733" dirty="0">
              <a:solidFill>
                <a:srgbClr val="1B1F3B"/>
              </a:solidFill>
              <a:latin typeface="Calibri"/>
            </a:endParaRPr>
          </a:p>
          <a:p>
            <a:pPr defTabSz="1219170"/>
            <a:r>
              <a:rPr lang="en-US" sz="1733" dirty="0">
                <a:solidFill>
                  <a:srgbClr val="4A4F6A"/>
                </a:solidFill>
                <a:latin typeface="Calibri"/>
              </a:rPr>
              <a:t>highway / arterial / collector / residential</a:t>
            </a:r>
            <a:endParaRPr lang="en-US" sz="1733" dirty="0">
              <a:solidFill>
                <a:srgbClr val="1B1F3B"/>
              </a:solidFill>
              <a:latin typeface="Calibri"/>
            </a:endParaRPr>
          </a:p>
          <a:p>
            <a:pPr defTabSz="1219170"/>
            <a:r>
              <a:rPr lang="en-US" sz="1733" dirty="0">
                <a:solidFill>
                  <a:srgbClr val="4A4F6A"/>
                </a:solidFill>
                <a:latin typeface="Calibri"/>
              </a:rPr>
              <a:t> </a:t>
            </a:r>
            <a:endParaRPr lang="en-US" sz="1733" dirty="0">
              <a:solidFill>
                <a:srgbClr val="1B1F3B"/>
              </a:solidFill>
              <a:latin typeface="Calibri"/>
            </a:endParaRPr>
          </a:p>
          <a:p>
            <a:pPr defTabSz="1219170"/>
            <a:r>
              <a:rPr lang="en-US" sz="1733" b="1" dirty="0">
                <a:solidFill>
                  <a:srgbClr val="1B1F3B"/>
                </a:solidFill>
                <a:latin typeface="Calibri"/>
              </a:rPr>
              <a:t>Target: congestion_label</a:t>
            </a:r>
            <a:endParaRPr lang="en-US" sz="1733" dirty="0">
              <a:solidFill>
                <a:srgbClr val="1B1F3B"/>
              </a:solidFill>
              <a:latin typeface="Calibri"/>
            </a:endParaRPr>
          </a:p>
          <a:p>
            <a:pPr defTabSz="1219170"/>
            <a:r>
              <a:rPr lang="en-US" sz="1733" dirty="0">
                <a:solidFill>
                  <a:srgbClr val="4A4F6A"/>
                </a:solidFill>
                <a:latin typeface="Calibri"/>
              </a:rPr>
              <a:t>free_flow / congested / blocked</a:t>
            </a:r>
            <a:endParaRPr lang="en-US" sz="1733" dirty="0">
              <a:solidFill>
                <a:srgbClr val="1B1F3B"/>
              </a:solidFill>
              <a:latin typeface="Calibri"/>
            </a:endParaRPr>
          </a:p>
        </p:txBody>
      </p:sp>
    </p:spTree>
    <p:extLst>
      <p:ext uri="{BB962C8B-B14F-4D97-AF65-F5344CB8AC3E}">
        <p14:creationId xmlns:p14="http://schemas.microsoft.com/office/powerpoint/2010/main" val="5655219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9456" cy="6858000"/>
          </a:xfrm>
          <a:prstGeom prst="rect">
            <a:avLst/>
          </a:prstGeom>
          <a:solidFill>
            <a:srgbClr val="2D3A8C"/>
          </a:solidFill>
          <a:ln/>
        </p:spPr>
      </p:sp>
      <p:sp>
        <p:nvSpPr>
          <p:cNvPr id="3" name="Text 1"/>
          <p:cNvSpPr txBox="1"/>
          <p:nvPr/>
        </p:nvSpPr>
        <p:spPr>
          <a:xfrm>
            <a:off x="731520" y="365760"/>
            <a:ext cx="10728960" cy="853440"/>
          </a:xfrm>
          <a:prstGeom prst="rect">
            <a:avLst/>
          </a:prstGeom>
          <a:noFill/>
          <a:ln/>
        </p:spPr>
        <p:txBody>
          <a:bodyPr wrap="square" lIns="0" tIns="0" rIns="0" bIns="0" rtlCol="0" anchor="ctr"/>
          <a:lstStyle/>
          <a:p>
            <a:pPr defTabSz="1219170"/>
            <a:r>
              <a:rPr lang="en-US" sz="3733" b="1" dirty="0">
                <a:solidFill>
                  <a:srgbClr val="1B1F3B"/>
                </a:solidFill>
                <a:latin typeface="Calibri"/>
              </a:rPr>
              <a:t>Steps 1-2: First look and quality check</a:t>
            </a:r>
            <a:endParaRPr lang="en-US" sz="3733" dirty="0">
              <a:solidFill>
                <a:srgbClr val="1B1F3B"/>
              </a:solidFill>
              <a:latin typeface="Calibri"/>
            </a:endParaRPr>
          </a:p>
        </p:txBody>
      </p:sp>
      <p:sp>
        <p:nvSpPr>
          <p:cNvPr id="5" name="Shape 2"/>
          <p:cNvSpPr/>
          <p:nvPr/>
        </p:nvSpPr>
        <p:spPr>
          <a:xfrm>
            <a:off x="731520" y="1463040"/>
            <a:ext cx="6096000" cy="4511040"/>
          </a:xfrm>
          <a:prstGeom prst="rect">
            <a:avLst/>
          </a:prstGeom>
          <a:solidFill>
            <a:srgbClr val="1B1F3B"/>
          </a:solidFill>
          <a:ln/>
        </p:spPr>
      </p:sp>
      <p:sp>
        <p:nvSpPr>
          <p:cNvPr id="6" name="Text 3"/>
          <p:cNvSpPr txBox="1"/>
          <p:nvPr/>
        </p:nvSpPr>
        <p:spPr>
          <a:xfrm>
            <a:off x="975360" y="1645920"/>
            <a:ext cx="5608320" cy="4145280"/>
          </a:xfrm>
          <a:prstGeom prst="rect">
            <a:avLst/>
          </a:prstGeom>
          <a:noFill/>
          <a:ln/>
        </p:spPr>
        <p:txBody>
          <a:bodyPr wrap="square" lIns="0" tIns="0" rIns="0" bIns="0" rtlCol="0" anchor="t"/>
          <a:lstStyle/>
          <a:p>
            <a:pPr defTabSz="1219170">
              <a:spcAft>
                <a:spcPts val="267"/>
              </a:spcAft>
            </a:pPr>
            <a:r>
              <a:rPr lang="en-US" sz="1733" dirty="0">
                <a:solidFill>
                  <a:srgbClr val="E8EBFF"/>
                </a:solidFill>
                <a:latin typeface="Consolas" pitchFamily="34" charset="0"/>
                <a:ea typeface="Consolas" pitchFamily="34" charset="-122"/>
                <a:cs typeface="Consolas" pitchFamily="34" charset="-120"/>
              </a:rPr>
              <a:t>import pandas as pd</a:t>
            </a:r>
            <a:endParaRPr lang="en-US" sz="1733" dirty="0">
              <a:solidFill>
                <a:srgbClr val="1B1F3B"/>
              </a:solidFill>
              <a:latin typeface="Calibri"/>
            </a:endParaRPr>
          </a:p>
          <a:p>
            <a:pPr defTabSz="1219170">
              <a:spcAft>
                <a:spcPts val="267"/>
              </a:spcAft>
            </a:pPr>
            <a:r>
              <a:rPr lang="en-US" sz="1733" dirty="0">
                <a:solidFill>
                  <a:srgbClr val="E8EBFF"/>
                </a:solidFill>
                <a:latin typeface="Consolas" pitchFamily="34" charset="0"/>
                <a:ea typeface="Consolas" pitchFamily="34" charset="-122"/>
                <a:cs typeface="Consolas" pitchFamily="34" charset="-120"/>
              </a:rPr>
              <a:t>train = pd.read_csv(</a:t>
            </a:r>
            <a:endParaRPr lang="en-US" sz="1733" dirty="0">
              <a:solidFill>
                <a:srgbClr val="1B1F3B"/>
              </a:solidFill>
              <a:latin typeface="Calibri"/>
            </a:endParaRPr>
          </a:p>
          <a:p>
            <a:pPr defTabSz="1219170">
              <a:spcAft>
                <a:spcPts val="267"/>
              </a:spcAft>
            </a:pPr>
            <a:r>
              <a:rPr lang="en-US" sz="1733" dirty="0">
                <a:solidFill>
                  <a:srgbClr val="E8EBFF"/>
                </a:solidFill>
                <a:latin typeface="Consolas" pitchFamily="34" charset="0"/>
                <a:ea typeface="Consolas" pitchFamily="34" charset="-122"/>
                <a:cs typeface="Consolas" pitchFamily="34" charset="-120"/>
              </a:rPr>
              <a:t>  "data/labelled/train_cells.csv")</a:t>
            </a:r>
            <a:endParaRPr lang="en-US" sz="1733" dirty="0">
              <a:solidFill>
                <a:srgbClr val="1B1F3B"/>
              </a:solidFill>
              <a:latin typeface="Calibri"/>
            </a:endParaRPr>
          </a:p>
          <a:p>
            <a:pPr defTabSz="1219170">
              <a:spcAft>
                <a:spcPts val="267"/>
              </a:spcAft>
            </a:pPr>
            <a:r>
              <a:rPr lang="en-US" sz="1733" dirty="0">
                <a:solidFill>
                  <a:srgbClr val="E8EBFF"/>
                </a:solidFill>
                <a:latin typeface="Consolas" pitchFamily="34" charset="0"/>
                <a:ea typeface="Consolas" pitchFamily="34" charset="-122"/>
                <a:cs typeface="Consolas" pitchFamily="34" charset="-120"/>
              </a:rPr>
              <a:t> </a:t>
            </a:r>
            <a:endParaRPr lang="en-US" sz="1733" dirty="0">
              <a:solidFill>
                <a:srgbClr val="1B1F3B"/>
              </a:solidFill>
              <a:latin typeface="Calibri"/>
            </a:endParaRPr>
          </a:p>
          <a:p>
            <a:pPr defTabSz="1219170">
              <a:spcAft>
                <a:spcPts val="267"/>
              </a:spcAft>
            </a:pPr>
            <a:r>
              <a:rPr lang="en-US" sz="1733" dirty="0">
                <a:solidFill>
                  <a:srgbClr val="E8EBFF"/>
                </a:solidFill>
                <a:latin typeface="Consolas" pitchFamily="34" charset="0"/>
                <a:ea typeface="Consolas" pitchFamily="34" charset="-122"/>
                <a:cs typeface="Consolas" pitchFamily="34" charset="-120"/>
              </a:rPr>
              <a:t>train.shape            # (21600, 11)</a:t>
            </a:r>
            <a:endParaRPr lang="en-US" sz="1733" dirty="0">
              <a:solidFill>
                <a:srgbClr val="1B1F3B"/>
              </a:solidFill>
              <a:latin typeface="Calibri"/>
            </a:endParaRPr>
          </a:p>
          <a:p>
            <a:pPr defTabSz="1219170">
              <a:spcAft>
                <a:spcPts val="267"/>
              </a:spcAft>
            </a:pPr>
            <a:r>
              <a:rPr lang="en-US" sz="1733" dirty="0">
                <a:solidFill>
                  <a:srgbClr val="E8EBFF"/>
                </a:solidFill>
                <a:latin typeface="Consolas" pitchFamily="34" charset="0"/>
                <a:ea typeface="Consolas" pitchFamily="34" charset="-122"/>
                <a:cs typeface="Consolas" pitchFamily="34" charset="-120"/>
              </a:rPr>
              <a:t>train.head()</a:t>
            </a:r>
            <a:endParaRPr lang="en-US" sz="1733" dirty="0">
              <a:solidFill>
                <a:srgbClr val="1B1F3B"/>
              </a:solidFill>
              <a:latin typeface="Calibri"/>
            </a:endParaRPr>
          </a:p>
          <a:p>
            <a:pPr defTabSz="1219170">
              <a:spcAft>
                <a:spcPts val="267"/>
              </a:spcAft>
            </a:pPr>
            <a:r>
              <a:rPr lang="en-US" sz="1733" dirty="0">
                <a:solidFill>
                  <a:srgbClr val="E8EBFF"/>
                </a:solidFill>
                <a:latin typeface="Consolas" pitchFamily="34" charset="0"/>
                <a:ea typeface="Consolas" pitchFamily="34" charset="-122"/>
                <a:cs typeface="Consolas" pitchFamily="34" charset="-120"/>
              </a:rPr>
              <a:t>train.info()</a:t>
            </a:r>
            <a:endParaRPr lang="en-US" sz="1733" dirty="0">
              <a:solidFill>
                <a:srgbClr val="1B1F3B"/>
              </a:solidFill>
              <a:latin typeface="Calibri"/>
            </a:endParaRPr>
          </a:p>
          <a:p>
            <a:pPr defTabSz="1219170">
              <a:spcAft>
                <a:spcPts val="267"/>
              </a:spcAft>
            </a:pPr>
            <a:r>
              <a:rPr lang="en-US" sz="1733" dirty="0">
                <a:solidFill>
                  <a:srgbClr val="E8EBFF"/>
                </a:solidFill>
                <a:latin typeface="Consolas" pitchFamily="34" charset="0"/>
                <a:ea typeface="Consolas" pitchFamily="34" charset="-122"/>
                <a:cs typeface="Consolas" pitchFamily="34" charset="-120"/>
              </a:rPr>
              <a:t>train.describe()</a:t>
            </a:r>
            <a:endParaRPr lang="en-US" sz="1733" dirty="0">
              <a:solidFill>
                <a:srgbClr val="1B1F3B"/>
              </a:solidFill>
              <a:latin typeface="Calibri"/>
            </a:endParaRPr>
          </a:p>
          <a:p>
            <a:pPr defTabSz="1219170">
              <a:spcAft>
                <a:spcPts val="267"/>
              </a:spcAft>
            </a:pPr>
            <a:r>
              <a:rPr lang="en-US" sz="1733" dirty="0">
                <a:solidFill>
                  <a:srgbClr val="E8EBFF"/>
                </a:solidFill>
                <a:latin typeface="Consolas" pitchFamily="34" charset="0"/>
                <a:ea typeface="Consolas" pitchFamily="34" charset="-122"/>
                <a:cs typeface="Consolas" pitchFamily="34" charset="-120"/>
              </a:rPr>
              <a:t>train.isnull().sum().sum()  # 0</a:t>
            </a:r>
            <a:endParaRPr lang="en-US" sz="1733" dirty="0">
              <a:solidFill>
                <a:srgbClr val="1B1F3B"/>
              </a:solidFill>
              <a:latin typeface="Calibri"/>
            </a:endParaRPr>
          </a:p>
          <a:p>
            <a:pPr defTabSz="1219170">
              <a:spcAft>
                <a:spcPts val="267"/>
              </a:spcAft>
            </a:pPr>
            <a:r>
              <a:rPr lang="en-US" sz="1733" dirty="0">
                <a:solidFill>
                  <a:srgbClr val="E8EBFF"/>
                </a:solidFill>
                <a:latin typeface="Consolas" pitchFamily="34" charset="0"/>
                <a:ea typeface="Consolas" pitchFamily="34" charset="-122"/>
                <a:cs typeface="Consolas" pitchFamily="34" charset="-120"/>
              </a:rPr>
              <a:t>train.duplicated().sum()    # 0</a:t>
            </a:r>
            <a:endParaRPr lang="en-US" sz="1733" dirty="0">
              <a:solidFill>
                <a:srgbClr val="1B1F3B"/>
              </a:solidFill>
              <a:latin typeface="Calibri"/>
            </a:endParaRPr>
          </a:p>
        </p:txBody>
      </p:sp>
      <p:sp>
        <p:nvSpPr>
          <p:cNvPr id="7" name="Shape 4"/>
          <p:cNvSpPr/>
          <p:nvPr/>
        </p:nvSpPr>
        <p:spPr>
          <a:xfrm>
            <a:off x="7193280" y="1463040"/>
            <a:ext cx="4267200" cy="4511040"/>
          </a:xfrm>
          <a:prstGeom prst="rect">
            <a:avLst/>
          </a:prstGeom>
          <a:solidFill>
            <a:srgbClr val="F2F4FB"/>
          </a:solidFill>
          <a:ln w="12700">
            <a:solidFill>
              <a:srgbClr val="F2F4FB"/>
            </a:solidFill>
            <a:prstDash val="solid"/>
          </a:ln>
        </p:spPr>
      </p:sp>
      <p:sp>
        <p:nvSpPr>
          <p:cNvPr id="8" name="Shape 5"/>
          <p:cNvSpPr/>
          <p:nvPr/>
        </p:nvSpPr>
        <p:spPr>
          <a:xfrm>
            <a:off x="7193280" y="1463040"/>
            <a:ext cx="85344" cy="4511040"/>
          </a:xfrm>
          <a:prstGeom prst="rect">
            <a:avLst/>
          </a:prstGeom>
          <a:solidFill>
            <a:srgbClr val="3BAA8C"/>
          </a:solidFill>
          <a:ln/>
        </p:spPr>
      </p:sp>
      <p:sp>
        <p:nvSpPr>
          <p:cNvPr id="9" name="Text 6"/>
          <p:cNvSpPr txBox="1"/>
          <p:nvPr/>
        </p:nvSpPr>
        <p:spPr>
          <a:xfrm>
            <a:off x="7498080" y="1584960"/>
            <a:ext cx="3779520" cy="487680"/>
          </a:xfrm>
          <a:prstGeom prst="rect">
            <a:avLst/>
          </a:prstGeom>
          <a:noFill/>
          <a:ln/>
        </p:spPr>
        <p:txBody>
          <a:bodyPr wrap="square" lIns="0" tIns="0" rIns="0" bIns="0" rtlCol="0" anchor="ctr"/>
          <a:lstStyle/>
          <a:p>
            <a:pPr defTabSz="1219170"/>
            <a:r>
              <a:rPr lang="en-US" sz="2133" b="1" dirty="0">
                <a:solidFill>
                  <a:srgbClr val="1B1F3B"/>
                </a:solidFill>
                <a:latin typeface="Calibri"/>
              </a:rPr>
              <a:t>What we found</a:t>
            </a:r>
            <a:endParaRPr lang="en-US" sz="2133" dirty="0">
              <a:solidFill>
                <a:srgbClr val="1B1F3B"/>
              </a:solidFill>
              <a:latin typeface="Calibri"/>
            </a:endParaRPr>
          </a:p>
        </p:txBody>
      </p:sp>
      <p:sp>
        <p:nvSpPr>
          <p:cNvPr id="10" name="Text 7"/>
          <p:cNvSpPr txBox="1"/>
          <p:nvPr/>
        </p:nvSpPr>
        <p:spPr>
          <a:xfrm>
            <a:off x="7498080" y="2097024"/>
            <a:ext cx="3779520" cy="3779520"/>
          </a:xfrm>
          <a:prstGeom prst="rect">
            <a:avLst/>
          </a:prstGeom>
          <a:noFill/>
          <a:ln/>
        </p:spPr>
        <p:txBody>
          <a:bodyPr wrap="square" lIns="0" tIns="0" rIns="0" bIns="0" rtlCol="0" anchor="t"/>
          <a:lstStyle/>
          <a:p>
            <a:pPr marL="457189" indent="-457189" defTabSz="1219170">
              <a:buSzPct val="100000"/>
              <a:buFontTx/>
              <a:buChar char="•"/>
            </a:pPr>
            <a:r>
              <a:rPr lang="en-US" sz="1733" dirty="0">
                <a:solidFill>
                  <a:srgbClr val="4A4F6A"/>
                </a:solidFill>
                <a:latin typeface="Calibri"/>
              </a:rPr>
              <a:t>21,600 rows, 11 columns</a:t>
            </a:r>
            <a:endParaRPr lang="en-US" sz="1733" dirty="0">
              <a:solidFill>
                <a:srgbClr val="1B1F3B"/>
              </a:solidFill>
              <a:latin typeface="Calibri"/>
            </a:endParaRPr>
          </a:p>
          <a:p>
            <a:pPr marL="457189" indent="-457189" defTabSz="1219170">
              <a:buSzPct val="100000"/>
              <a:buFontTx/>
              <a:buChar char="•"/>
            </a:pPr>
            <a:r>
              <a:rPr lang="en-US" sz="1733" dirty="0">
                <a:solidFill>
                  <a:srgbClr val="4A4F6A"/>
                </a:solidFill>
                <a:latin typeface="Calibri"/>
              </a:rPr>
              <a:t>0 missing values</a:t>
            </a:r>
            <a:endParaRPr lang="en-US" sz="1733" dirty="0">
              <a:solidFill>
                <a:srgbClr val="1B1F3B"/>
              </a:solidFill>
              <a:latin typeface="Calibri"/>
            </a:endParaRPr>
          </a:p>
          <a:p>
            <a:pPr marL="457189" indent="-457189" defTabSz="1219170">
              <a:buSzPct val="100000"/>
              <a:buFontTx/>
              <a:buChar char="•"/>
            </a:pPr>
            <a:r>
              <a:rPr lang="en-US" sz="1733" dirty="0">
                <a:solidFill>
                  <a:srgbClr val="4A4F6A"/>
                </a:solidFill>
                <a:latin typeface="Calibri"/>
              </a:rPr>
              <a:t>0 duplicate rows</a:t>
            </a:r>
            <a:endParaRPr lang="en-US" sz="1733" dirty="0">
              <a:solidFill>
                <a:srgbClr val="1B1F3B"/>
              </a:solidFill>
              <a:latin typeface="Calibri"/>
            </a:endParaRPr>
          </a:p>
          <a:p>
            <a:pPr marL="457189" indent="-457189" defTabSz="1219170">
              <a:buSzPct val="100000"/>
              <a:buFontTx/>
              <a:buChar char="•"/>
            </a:pPr>
            <a:r>
              <a:rPr lang="en-US" sz="1733" dirty="0">
                <a:solidFill>
                  <a:srgbClr val="4A4F6A"/>
                </a:solidFill>
                <a:latin typeface="Calibri"/>
              </a:rPr>
              <a:t>Speed: 3 to 77 km/h, median about 21</a:t>
            </a:r>
            <a:endParaRPr lang="en-US" sz="1733" dirty="0">
              <a:solidFill>
                <a:srgbClr val="1B1F3B"/>
              </a:solidFill>
              <a:latin typeface="Calibri"/>
            </a:endParaRPr>
          </a:p>
          <a:p>
            <a:pPr marL="457189" indent="-457189" defTabSz="1219170">
              <a:buSzPct val="100000"/>
              <a:buFontTx/>
              <a:buChar char="•"/>
            </a:pPr>
            <a:r>
              <a:rPr lang="en-US" sz="1733" dirty="0">
                <a:solidFill>
                  <a:srgbClr val="4A4F6A"/>
                </a:solidFill>
                <a:latin typeface="Calibri"/>
              </a:rPr>
              <a:t>Incident probability: median 0.08, max 1.0</a:t>
            </a:r>
            <a:endParaRPr lang="en-US" sz="1733" dirty="0">
              <a:solidFill>
                <a:srgbClr val="1B1F3B"/>
              </a:solidFill>
              <a:latin typeface="Calibri"/>
            </a:endParaRPr>
          </a:p>
        </p:txBody>
      </p:sp>
    </p:spTree>
    <p:extLst>
      <p:ext uri="{BB962C8B-B14F-4D97-AF65-F5344CB8AC3E}">
        <p14:creationId xmlns:p14="http://schemas.microsoft.com/office/powerpoint/2010/main" val="2135499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9456" cy="6858000"/>
          </a:xfrm>
          <a:prstGeom prst="rect">
            <a:avLst/>
          </a:prstGeom>
          <a:solidFill>
            <a:srgbClr val="2D3A8C"/>
          </a:solidFill>
          <a:ln/>
        </p:spPr>
      </p:sp>
      <p:sp>
        <p:nvSpPr>
          <p:cNvPr id="3" name="Text 1"/>
          <p:cNvSpPr txBox="1"/>
          <p:nvPr/>
        </p:nvSpPr>
        <p:spPr>
          <a:xfrm>
            <a:off x="731520" y="365760"/>
            <a:ext cx="10728960" cy="853440"/>
          </a:xfrm>
          <a:prstGeom prst="rect">
            <a:avLst/>
          </a:prstGeom>
          <a:noFill/>
          <a:ln/>
        </p:spPr>
        <p:txBody>
          <a:bodyPr wrap="square" lIns="0" tIns="0" rIns="0" bIns="0" rtlCol="0" anchor="ctr"/>
          <a:lstStyle/>
          <a:p>
            <a:pPr defTabSz="1219170"/>
            <a:r>
              <a:rPr lang="en-US" sz="3733" b="1" dirty="0">
                <a:solidFill>
                  <a:srgbClr val="1B1F3B"/>
                </a:solidFill>
                <a:latin typeface="Calibri"/>
              </a:rPr>
              <a:t>Step 3: See the city (reshape + imshow)</a:t>
            </a:r>
            <a:endParaRPr lang="en-US" sz="3733" dirty="0">
              <a:solidFill>
                <a:srgbClr val="1B1F3B"/>
              </a:solidFill>
              <a:latin typeface="Calibri"/>
            </a:endParaRPr>
          </a:p>
        </p:txBody>
      </p:sp>
      <p:pic>
        <p:nvPicPr>
          <p:cNvPr id="5" name="Image 0" descr="Congestion label maps of training maps 0 and 5"/>
          <p:cNvPicPr>
            <a:picLocks noChangeAspect="1"/>
          </p:cNvPicPr>
          <p:nvPr/>
        </p:nvPicPr>
        <p:blipFill>
          <a:blip r:embed="rId3"/>
          <a:stretch>
            <a:fillRect/>
          </a:stretch>
        </p:blipFill>
        <p:spPr>
          <a:xfrm>
            <a:off x="731520" y="1402080"/>
            <a:ext cx="6827520" cy="3669792"/>
          </a:xfrm>
          <a:prstGeom prst="rect">
            <a:avLst/>
          </a:prstGeom>
        </p:spPr>
      </p:pic>
      <p:sp>
        <p:nvSpPr>
          <p:cNvPr id="6" name="Shape 2"/>
          <p:cNvSpPr/>
          <p:nvPr/>
        </p:nvSpPr>
        <p:spPr>
          <a:xfrm>
            <a:off x="731520" y="5242560"/>
            <a:ext cx="219456" cy="219456"/>
          </a:xfrm>
          <a:prstGeom prst="rect">
            <a:avLst/>
          </a:prstGeom>
          <a:solidFill>
            <a:srgbClr val="3BAA8C"/>
          </a:solidFill>
          <a:ln w="12700">
            <a:solidFill>
              <a:srgbClr val="3BAA8C"/>
            </a:solidFill>
            <a:prstDash val="solid"/>
          </a:ln>
        </p:spPr>
      </p:sp>
      <p:sp>
        <p:nvSpPr>
          <p:cNvPr id="7" name="Text 3"/>
          <p:cNvSpPr txBox="1"/>
          <p:nvPr/>
        </p:nvSpPr>
        <p:spPr>
          <a:xfrm>
            <a:off x="1036320" y="5181600"/>
            <a:ext cx="1219200" cy="341376"/>
          </a:xfrm>
          <a:prstGeom prst="rect">
            <a:avLst/>
          </a:prstGeom>
          <a:noFill/>
          <a:ln/>
        </p:spPr>
        <p:txBody>
          <a:bodyPr wrap="square" lIns="0" tIns="0" rIns="0" bIns="0" rtlCol="0" anchor="ctr"/>
          <a:lstStyle/>
          <a:p>
            <a:pPr defTabSz="1219170"/>
            <a:r>
              <a:rPr lang="en-US" sz="1600" dirty="0">
                <a:solidFill>
                  <a:srgbClr val="4A4F6A"/>
                </a:solidFill>
                <a:latin typeface="Calibri"/>
              </a:rPr>
              <a:t>free flow</a:t>
            </a:r>
            <a:endParaRPr lang="en-US" sz="1600" dirty="0">
              <a:solidFill>
                <a:srgbClr val="1B1F3B"/>
              </a:solidFill>
              <a:latin typeface="Calibri"/>
            </a:endParaRPr>
          </a:p>
        </p:txBody>
      </p:sp>
      <p:sp>
        <p:nvSpPr>
          <p:cNvPr id="8" name="Shape 4"/>
          <p:cNvSpPr/>
          <p:nvPr/>
        </p:nvSpPr>
        <p:spPr>
          <a:xfrm>
            <a:off x="2438400" y="5242560"/>
            <a:ext cx="219456" cy="219456"/>
          </a:xfrm>
          <a:prstGeom prst="rect">
            <a:avLst/>
          </a:prstGeom>
          <a:solidFill>
            <a:srgbClr val="F2A33A"/>
          </a:solidFill>
          <a:ln w="12700">
            <a:solidFill>
              <a:srgbClr val="F2A33A"/>
            </a:solidFill>
            <a:prstDash val="solid"/>
          </a:ln>
        </p:spPr>
      </p:sp>
      <p:sp>
        <p:nvSpPr>
          <p:cNvPr id="9" name="Text 5"/>
          <p:cNvSpPr txBox="1"/>
          <p:nvPr/>
        </p:nvSpPr>
        <p:spPr>
          <a:xfrm>
            <a:off x="2743200" y="5181600"/>
            <a:ext cx="1341120" cy="341376"/>
          </a:xfrm>
          <a:prstGeom prst="rect">
            <a:avLst/>
          </a:prstGeom>
          <a:noFill/>
          <a:ln/>
        </p:spPr>
        <p:txBody>
          <a:bodyPr wrap="square" lIns="0" tIns="0" rIns="0" bIns="0" rtlCol="0" anchor="ctr"/>
          <a:lstStyle/>
          <a:p>
            <a:pPr defTabSz="1219170"/>
            <a:r>
              <a:rPr lang="en-US" sz="1600" dirty="0">
                <a:solidFill>
                  <a:srgbClr val="4A4F6A"/>
                </a:solidFill>
                <a:latin typeface="Calibri"/>
              </a:rPr>
              <a:t>congested</a:t>
            </a:r>
            <a:endParaRPr lang="en-US" sz="1600" dirty="0">
              <a:solidFill>
                <a:srgbClr val="1B1F3B"/>
              </a:solidFill>
              <a:latin typeface="Calibri"/>
            </a:endParaRPr>
          </a:p>
        </p:txBody>
      </p:sp>
      <p:sp>
        <p:nvSpPr>
          <p:cNvPr id="10" name="Shape 6"/>
          <p:cNvSpPr/>
          <p:nvPr/>
        </p:nvSpPr>
        <p:spPr>
          <a:xfrm>
            <a:off x="4267200" y="5242560"/>
            <a:ext cx="219456" cy="219456"/>
          </a:xfrm>
          <a:prstGeom prst="rect">
            <a:avLst/>
          </a:prstGeom>
          <a:solidFill>
            <a:srgbClr val="E55B5B"/>
          </a:solidFill>
          <a:ln w="12700">
            <a:solidFill>
              <a:srgbClr val="E55B5B"/>
            </a:solidFill>
            <a:prstDash val="solid"/>
          </a:ln>
        </p:spPr>
      </p:sp>
      <p:sp>
        <p:nvSpPr>
          <p:cNvPr id="11" name="Text 7"/>
          <p:cNvSpPr txBox="1"/>
          <p:nvPr/>
        </p:nvSpPr>
        <p:spPr>
          <a:xfrm>
            <a:off x="4572000" y="5181600"/>
            <a:ext cx="1219200" cy="341376"/>
          </a:xfrm>
          <a:prstGeom prst="rect">
            <a:avLst/>
          </a:prstGeom>
          <a:noFill/>
          <a:ln/>
        </p:spPr>
        <p:txBody>
          <a:bodyPr wrap="square" lIns="0" tIns="0" rIns="0" bIns="0" rtlCol="0" anchor="ctr"/>
          <a:lstStyle/>
          <a:p>
            <a:pPr defTabSz="1219170"/>
            <a:r>
              <a:rPr lang="en-US" sz="1600" dirty="0">
                <a:solidFill>
                  <a:srgbClr val="4A4F6A"/>
                </a:solidFill>
                <a:latin typeface="Calibri"/>
              </a:rPr>
              <a:t>blocked</a:t>
            </a:r>
            <a:endParaRPr lang="en-US" sz="1600" dirty="0">
              <a:solidFill>
                <a:srgbClr val="1B1F3B"/>
              </a:solidFill>
              <a:latin typeface="Calibri"/>
            </a:endParaRPr>
          </a:p>
        </p:txBody>
      </p:sp>
      <p:sp>
        <p:nvSpPr>
          <p:cNvPr id="12" name="Shape 8"/>
          <p:cNvSpPr/>
          <p:nvPr/>
        </p:nvSpPr>
        <p:spPr>
          <a:xfrm>
            <a:off x="7802880" y="1402080"/>
            <a:ext cx="3657600" cy="3048000"/>
          </a:xfrm>
          <a:prstGeom prst="rect">
            <a:avLst/>
          </a:prstGeom>
          <a:solidFill>
            <a:srgbClr val="1B1F3B"/>
          </a:solidFill>
          <a:ln/>
        </p:spPr>
      </p:sp>
      <p:sp>
        <p:nvSpPr>
          <p:cNvPr id="13" name="Text 9"/>
          <p:cNvSpPr txBox="1"/>
          <p:nvPr/>
        </p:nvSpPr>
        <p:spPr>
          <a:xfrm>
            <a:off x="8046720" y="1584960"/>
            <a:ext cx="3169920" cy="2682240"/>
          </a:xfrm>
          <a:prstGeom prst="rect">
            <a:avLst/>
          </a:prstGeom>
          <a:noFill/>
          <a:ln/>
        </p:spPr>
        <p:txBody>
          <a:bodyPr wrap="square" lIns="0" tIns="0" rIns="0" bIns="0" rtlCol="0" anchor="t"/>
          <a:lstStyle/>
          <a:p>
            <a:pPr defTabSz="1219170">
              <a:spcAft>
                <a:spcPts val="267"/>
              </a:spcAft>
            </a:pPr>
            <a:r>
              <a:rPr lang="en-US" sz="1467" dirty="0">
                <a:solidFill>
                  <a:srgbClr val="E8EBFF"/>
                </a:solidFill>
                <a:latin typeface="Consolas" pitchFamily="34" charset="0"/>
                <a:ea typeface="Consolas" pitchFamily="34" charset="-122"/>
                <a:cs typeface="Consolas" pitchFamily="34" charset="-120"/>
              </a:rPr>
              <a:t>m = train[train.map_id==0]</a:t>
            </a:r>
            <a:endParaRPr lang="en-US" sz="1467" dirty="0">
              <a:solidFill>
                <a:srgbClr val="1B1F3B"/>
              </a:solidFill>
              <a:latin typeface="Calibri"/>
            </a:endParaRPr>
          </a:p>
          <a:p>
            <a:pPr defTabSz="1219170">
              <a:spcAft>
                <a:spcPts val="267"/>
              </a:spcAft>
            </a:pPr>
            <a:r>
              <a:rPr lang="en-US" sz="1467" dirty="0">
                <a:solidFill>
                  <a:srgbClr val="E8EBFF"/>
                </a:solidFill>
                <a:latin typeface="Consolas" pitchFamily="34" charset="0"/>
                <a:ea typeface="Consolas" pitchFamily="34" charset="-122"/>
                <a:cs typeface="Consolas" pitchFamily="34" charset="-120"/>
              </a:rPr>
              <a:t>grid = m.pivot(</a:t>
            </a:r>
            <a:endParaRPr lang="en-US" sz="1467" dirty="0">
              <a:solidFill>
                <a:srgbClr val="1B1F3B"/>
              </a:solidFill>
              <a:latin typeface="Calibri"/>
            </a:endParaRPr>
          </a:p>
          <a:p>
            <a:pPr defTabSz="1219170">
              <a:spcAft>
                <a:spcPts val="267"/>
              </a:spcAft>
            </a:pPr>
            <a:r>
              <a:rPr lang="en-US" sz="1467" dirty="0">
                <a:solidFill>
                  <a:srgbClr val="E8EBFF"/>
                </a:solidFill>
                <a:latin typeface="Consolas" pitchFamily="34" charset="0"/>
                <a:ea typeface="Consolas" pitchFamily="34" charset="-122"/>
                <a:cs typeface="Consolas" pitchFamily="34" charset="-120"/>
              </a:rPr>
              <a:t>  index="row",</a:t>
            </a:r>
            <a:endParaRPr lang="en-US" sz="1467" dirty="0">
              <a:solidFill>
                <a:srgbClr val="1B1F3B"/>
              </a:solidFill>
              <a:latin typeface="Calibri"/>
            </a:endParaRPr>
          </a:p>
          <a:p>
            <a:pPr defTabSz="1219170">
              <a:spcAft>
                <a:spcPts val="267"/>
              </a:spcAft>
            </a:pPr>
            <a:r>
              <a:rPr lang="en-US" sz="1467" dirty="0">
                <a:solidFill>
                  <a:srgbClr val="E8EBFF"/>
                </a:solidFill>
                <a:latin typeface="Consolas" pitchFamily="34" charset="0"/>
                <a:ea typeface="Consolas" pitchFamily="34" charset="-122"/>
                <a:cs typeface="Consolas" pitchFamily="34" charset="-120"/>
              </a:rPr>
              <a:t>  columns="col",</a:t>
            </a:r>
            <a:endParaRPr lang="en-US" sz="1467" dirty="0">
              <a:solidFill>
                <a:srgbClr val="1B1F3B"/>
              </a:solidFill>
              <a:latin typeface="Calibri"/>
            </a:endParaRPr>
          </a:p>
          <a:p>
            <a:pPr defTabSz="1219170">
              <a:spcAft>
                <a:spcPts val="267"/>
              </a:spcAft>
            </a:pPr>
            <a:r>
              <a:rPr lang="en-US" sz="1467" dirty="0">
                <a:solidFill>
                  <a:srgbClr val="E8EBFF"/>
                </a:solidFill>
                <a:latin typeface="Consolas" pitchFamily="34" charset="0"/>
                <a:ea typeface="Consolas" pitchFamily="34" charset="-122"/>
                <a:cs typeface="Consolas" pitchFamily="34" charset="-120"/>
              </a:rPr>
              <a:t>  values="label_num")</a:t>
            </a:r>
            <a:endParaRPr lang="en-US" sz="1467" dirty="0">
              <a:solidFill>
                <a:srgbClr val="1B1F3B"/>
              </a:solidFill>
              <a:latin typeface="Calibri"/>
            </a:endParaRPr>
          </a:p>
          <a:p>
            <a:pPr defTabSz="1219170">
              <a:spcAft>
                <a:spcPts val="267"/>
              </a:spcAft>
            </a:pPr>
            <a:r>
              <a:rPr lang="en-US" sz="1467" dirty="0">
                <a:solidFill>
                  <a:srgbClr val="E8EBFF"/>
                </a:solidFill>
                <a:latin typeface="Consolas" pitchFamily="34" charset="0"/>
                <a:ea typeface="Consolas" pitchFamily="34" charset="-122"/>
                <a:cs typeface="Consolas" pitchFamily="34" charset="-120"/>
              </a:rPr>
              <a:t>plt.imshow(grid)</a:t>
            </a:r>
            <a:endParaRPr lang="en-US" sz="1467" dirty="0">
              <a:solidFill>
                <a:srgbClr val="1B1F3B"/>
              </a:solidFill>
              <a:latin typeface="Calibri"/>
            </a:endParaRPr>
          </a:p>
        </p:txBody>
      </p:sp>
      <p:sp>
        <p:nvSpPr>
          <p:cNvPr id="14" name="Shape 10"/>
          <p:cNvSpPr/>
          <p:nvPr/>
        </p:nvSpPr>
        <p:spPr>
          <a:xfrm>
            <a:off x="7802880" y="4632960"/>
            <a:ext cx="3657600" cy="1463040"/>
          </a:xfrm>
          <a:prstGeom prst="rect">
            <a:avLst/>
          </a:prstGeom>
          <a:solidFill>
            <a:srgbClr val="F2F4FB"/>
          </a:solidFill>
          <a:ln w="12700">
            <a:solidFill>
              <a:srgbClr val="F2F4FB"/>
            </a:solidFill>
            <a:prstDash val="solid"/>
          </a:ln>
        </p:spPr>
      </p:sp>
      <p:sp>
        <p:nvSpPr>
          <p:cNvPr id="15" name="Shape 11"/>
          <p:cNvSpPr/>
          <p:nvPr/>
        </p:nvSpPr>
        <p:spPr>
          <a:xfrm>
            <a:off x="7802880" y="4632960"/>
            <a:ext cx="85344" cy="1463040"/>
          </a:xfrm>
          <a:prstGeom prst="rect">
            <a:avLst/>
          </a:prstGeom>
          <a:solidFill>
            <a:srgbClr val="F2A33A"/>
          </a:solidFill>
          <a:ln/>
        </p:spPr>
      </p:sp>
      <p:sp>
        <p:nvSpPr>
          <p:cNvPr id="16" name="Text 12"/>
          <p:cNvSpPr txBox="1"/>
          <p:nvPr/>
        </p:nvSpPr>
        <p:spPr>
          <a:xfrm>
            <a:off x="8107680" y="4754880"/>
            <a:ext cx="3169920" cy="487680"/>
          </a:xfrm>
          <a:prstGeom prst="rect">
            <a:avLst/>
          </a:prstGeom>
          <a:noFill/>
          <a:ln/>
        </p:spPr>
        <p:txBody>
          <a:bodyPr wrap="square" lIns="0" tIns="0" rIns="0" bIns="0" rtlCol="0" anchor="ctr"/>
          <a:lstStyle/>
          <a:p>
            <a:pPr defTabSz="1219170"/>
            <a:r>
              <a:rPr lang="en-US" sz="2133" b="1" dirty="0">
                <a:solidFill>
                  <a:srgbClr val="1B1F3B"/>
                </a:solidFill>
                <a:latin typeface="Calibri"/>
              </a:rPr>
              <a:t>Notice</a:t>
            </a:r>
            <a:endParaRPr lang="en-US" sz="2133" dirty="0">
              <a:solidFill>
                <a:srgbClr val="1B1F3B"/>
              </a:solidFill>
              <a:latin typeface="Calibri"/>
            </a:endParaRPr>
          </a:p>
        </p:txBody>
      </p:sp>
      <p:sp>
        <p:nvSpPr>
          <p:cNvPr id="17" name="Text 13"/>
          <p:cNvSpPr txBox="1"/>
          <p:nvPr/>
        </p:nvSpPr>
        <p:spPr>
          <a:xfrm>
            <a:off x="8107680" y="5266944"/>
            <a:ext cx="3169920" cy="731520"/>
          </a:xfrm>
          <a:prstGeom prst="rect">
            <a:avLst/>
          </a:prstGeom>
          <a:noFill/>
          <a:ln/>
        </p:spPr>
        <p:txBody>
          <a:bodyPr wrap="square" lIns="0" tIns="0" rIns="0" bIns="0" rtlCol="0" anchor="t"/>
          <a:lstStyle/>
          <a:p>
            <a:pPr defTabSz="1219170"/>
            <a:r>
              <a:rPr lang="en-US" sz="1733" dirty="0">
                <a:solidFill>
                  <a:srgbClr val="4A4F6A"/>
                </a:solidFill>
                <a:latin typeface="Calibri"/>
              </a:rPr>
              <a:t>Congestion forms blobs; maps differ a lot.</a:t>
            </a:r>
            <a:endParaRPr lang="en-US" sz="1733" dirty="0">
              <a:solidFill>
                <a:srgbClr val="1B1F3B"/>
              </a:solidFill>
              <a:latin typeface="Calibri"/>
            </a:endParaRPr>
          </a:p>
        </p:txBody>
      </p:sp>
    </p:spTree>
    <p:extLst>
      <p:ext uri="{BB962C8B-B14F-4D97-AF65-F5344CB8AC3E}">
        <p14:creationId xmlns:p14="http://schemas.microsoft.com/office/powerpoint/2010/main" val="1000817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9456" cy="6858000"/>
          </a:xfrm>
          <a:prstGeom prst="rect">
            <a:avLst/>
          </a:prstGeom>
          <a:solidFill>
            <a:srgbClr val="2D3A8C"/>
          </a:solidFill>
          <a:ln/>
        </p:spPr>
      </p:sp>
      <p:sp>
        <p:nvSpPr>
          <p:cNvPr id="3" name="Text 1"/>
          <p:cNvSpPr txBox="1"/>
          <p:nvPr/>
        </p:nvSpPr>
        <p:spPr>
          <a:xfrm>
            <a:off x="731520" y="365760"/>
            <a:ext cx="10728960" cy="853440"/>
          </a:xfrm>
          <a:prstGeom prst="rect">
            <a:avLst/>
          </a:prstGeom>
          <a:noFill/>
          <a:ln/>
        </p:spPr>
        <p:txBody>
          <a:bodyPr wrap="square" lIns="0" tIns="0" rIns="0" bIns="0" rtlCol="0" anchor="ctr"/>
          <a:lstStyle/>
          <a:p>
            <a:pPr defTabSz="1219170"/>
            <a:r>
              <a:rPr lang="en-US" sz="3733" b="1" dirty="0">
                <a:solidFill>
                  <a:srgbClr val="1B1F3B"/>
                </a:solidFill>
                <a:latin typeface="Calibri"/>
              </a:rPr>
              <a:t>Step 4a: How balanced are the classes?</a:t>
            </a:r>
            <a:endParaRPr lang="en-US" sz="3733" dirty="0">
              <a:solidFill>
                <a:srgbClr val="1B1F3B"/>
              </a:solidFill>
              <a:latin typeface="Calibri"/>
            </a:endParaRPr>
          </a:p>
        </p:txBody>
      </p:sp>
      <p:graphicFrame>
        <p:nvGraphicFramePr>
          <p:cNvPr id="5" name="Chart 0"/>
          <p:cNvGraphicFramePr/>
          <p:nvPr/>
        </p:nvGraphicFramePr>
        <p:xfrm>
          <a:off x="609600" y="1341120"/>
          <a:ext cx="719328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2"/>
          <p:cNvSpPr/>
          <p:nvPr/>
        </p:nvSpPr>
        <p:spPr>
          <a:xfrm>
            <a:off x="8046720" y="1463040"/>
            <a:ext cx="3413760" cy="2133600"/>
          </a:xfrm>
          <a:prstGeom prst="rect">
            <a:avLst/>
          </a:prstGeom>
          <a:solidFill>
            <a:srgbClr val="F2F4FB"/>
          </a:solidFill>
          <a:ln w="12700">
            <a:solidFill>
              <a:srgbClr val="F2F4FB"/>
            </a:solidFill>
            <a:prstDash val="solid"/>
          </a:ln>
        </p:spPr>
      </p:sp>
      <p:sp>
        <p:nvSpPr>
          <p:cNvPr id="7" name="Shape 3"/>
          <p:cNvSpPr/>
          <p:nvPr/>
        </p:nvSpPr>
        <p:spPr>
          <a:xfrm>
            <a:off x="8046720" y="1463040"/>
            <a:ext cx="85344" cy="2133600"/>
          </a:xfrm>
          <a:prstGeom prst="rect">
            <a:avLst/>
          </a:prstGeom>
          <a:solidFill>
            <a:srgbClr val="E55B5B"/>
          </a:solidFill>
          <a:ln/>
        </p:spPr>
      </p:sp>
      <p:sp>
        <p:nvSpPr>
          <p:cNvPr id="8" name="Text 4"/>
          <p:cNvSpPr txBox="1"/>
          <p:nvPr/>
        </p:nvSpPr>
        <p:spPr>
          <a:xfrm>
            <a:off x="8351520" y="1584960"/>
            <a:ext cx="2926080" cy="487680"/>
          </a:xfrm>
          <a:prstGeom prst="rect">
            <a:avLst/>
          </a:prstGeom>
          <a:noFill/>
          <a:ln/>
        </p:spPr>
        <p:txBody>
          <a:bodyPr wrap="square" lIns="0" tIns="0" rIns="0" bIns="0" rtlCol="0" anchor="ctr"/>
          <a:lstStyle/>
          <a:p>
            <a:pPr defTabSz="1219170"/>
            <a:r>
              <a:rPr lang="en-US" sz="2133" b="1" dirty="0">
                <a:solidFill>
                  <a:srgbClr val="1B1F3B"/>
                </a:solidFill>
                <a:latin typeface="Calibri"/>
              </a:rPr>
              <a:t>Blocked is rare</a:t>
            </a:r>
            <a:endParaRPr lang="en-US" sz="2133" dirty="0">
              <a:solidFill>
                <a:srgbClr val="1B1F3B"/>
              </a:solidFill>
              <a:latin typeface="Calibri"/>
            </a:endParaRPr>
          </a:p>
        </p:txBody>
      </p:sp>
      <p:sp>
        <p:nvSpPr>
          <p:cNvPr id="9" name="Text 5"/>
          <p:cNvSpPr txBox="1"/>
          <p:nvPr/>
        </p:nvSpPr>
        <p:spPr>
          <a:xfrm>
            <a:off x="8351520" y="2097024"/>
            <a:ext cx="2926080" cy="1402080"/>
          </a:xfrm>
          <a:prstGeom prst="rect">
            <a:avLst/>
          </a:prstGeom>
          <a:noFill/>
          <a:ln/>
        </p:spPr>
        <p:txBody>
          <a:bodyPr wrap="square" lIns="0" tIns="0" rIns="0" bIns="0" rtlCol="0" anchor="t"/>
          <a:lstStyle/>
          <a:p>
            <a:pPr defTabSz="1219170"/>
            <a:r>
              <a:rPr lang="en-US" sz="1733" dirty="0">
                <a:solidFill>
                  <a:srgbClr val="4A4F6A"/>
                </a:solidFill>
                <a:latin typeface="Calibri"/>
              </a:rPr>
              <a:t>Only about 8% of cells, but it matters most.</a:t>
            </a:r>
            <a:endParaRPr lang="en-US" sz="1733" dirty="0">
              <a:solidFill>
                <a:srgbClr val="1B1F3B"/>
              </a:solidFill>
              <a:latin typeface="Calibri"/>
            </a:endParaRPr>
          </a:p>
        </p:txBody>
      </p:sp>
      <p:sp>
        <p:nvSpPr>
          <p:cNvPr id="10" name="Shape 6"/>
          <p:cNvSpPr/>
          <p:nvPr/>
        </p:nvSpPr>
        <p:spPr>
          <a:xfrm>
            <a:off x="8046720" y="3840480"/>
            <a:ext cx="3413760" cy="2133600"/>
          </a:xfrm>
          <a:prstGeom prst="rect">
            <a:avLst/>
          </a:prstGeom>
          <a:solidFill>
            <a:srgbClr val="F2F4FB"/>
          </a:solidFill>
          <a:ln w="12700">
            <a:solidFill>
              <a:srgbClr val="F2F4FB"/>
            </a:solidFill>
            <a:prstDash val="solid"/>
          </a:ln>
        </p:spPr>
      </p:sp>
      <p:sp>
        <p:nvSpPr>
          <p:cNvPr id="11" name="Shape 7"/>
          <p:cNvSpPr/>
          <p:nvPr/>
        </p:nvSpPr>
        <p:spPr>
          <a:xfrm>
            <a:off x="8046720" y="3840480"/>
            <a:ext cx="85344" cy="2133600"/>
          </a:xfrm>
          <a:prstGeom prst="rect">
            <a:avLst/>
          </a:prstGeom>
          <a:solidFill>
            <a:srgbClr val="F2A33A"/>
          </a:solidFill>
          <a:ln/>
        </p:spPr>
      </p:sp>
      <p:sp>
        <p:nvSpPr>
          <p:cNvPr id="12" name="Text 8"/>
          <p:cNvSpPr txBox="1"/>
          <p:nvPr/>
        </p:nvSpPr>
        <p:spPr>
          <a:xfrm>
            <a:off x="8351520" y="3962400"/>
            <a:ext cx="2926080" cy="487680"/>
          </a:xfrm>
          <a:prstGeom prst="rect">
            <a:avLst/>
          </a:prstGeom>
          <a:noFill/>
          <a:ln/>
        </p:spPr>
        <p:txBody>
          <a:bodyPr wrap="square" lIns="0" tIns="0" rIns="0" bIns="0" rtlCol="0" anchor="ctr"/>
          <a:lstStyle/>
          <a:p>
            <a:pPr defTabSz="1219170"/>
            <a:r>
              <a:rPr lang="en-US" sz="2133" b="1" dirty="0">
                <a:solidFill>
                  <a:srgbClr val="1B1F3B"/>
                </a:solidFill>
                <a:latin typeface="Calibri"/>
              </a:rPr>
              <a:t>Mix changes</a:t>
            </a:r>
            <a:endParaRPr lang="en-US" sz="2133" dirty="0">
              <a:solidFill>
                <a:srgbClr val="1B1F3B"/>
              </a:solidFill>
              <a:latin typeface="Calibri"/>
            </a:endParaRPr>
          </a:p>
        </p:txBody>
      </p:sp>
      <p:sp>
        <p:nvSpPr>
          <p:cNvPr id="13" name="Text 9"/>
          <p:cNvSpPr txBox="1"/>
          <p:nvPr/>
        </p:nvSpPr>
        <p:spPr>
          <a:xfrm>
            <a:off x="8351520" y="4474464"/>
            <a:ext cx="2926080" cy="1402080"/>
          </a:xfrm>
          <a:prstGeom prst="rect">
            <a:avLst/>
          </a:prstGeom>
          <a:noFill/>
          <a:ln/>
        </p:spPr>
        <p:txBody>
          <a:bodyPr wrap="square" lIns="0" tIns="0" rIns="0" bIns="0" rtlCol="0" anchor="t"/>
          <a:lstStyle/>
          <a:p>
            <a:pPr defTabSz="1219170"/>
            <a:r>
              <a:rPr lang="en-US" sz="1733" dirty="0">
                <a:solidFill>
                  <a:srgbClr val="4A4F6A"/>
                </a:solidFill>
                <a:latin typeface="Calibri"/>
              </a:rPr>
              <a:t>Train and test differ, and so do individual maps.</a:t>
            </a:r>
            <a:endParaRPr lang="en-US" sz="1733" dirty="0">
              <a:solidFill>
                <a:srgbClr val="1B1F3B"/>
              </a:solidFill>
              <a:latin typeface="Calibri"/>
            </a:endParaRPr>
          </a:p>
        </p:txBody>
      </p:sp>
    </p:spTree>
    <p:extLst>
      <p:ext uri="{BB962C8B-B14F-4D97-AF65-F5344CB8AC3E}">
        <p14:creationId xmlns:p14="http://schemas.microsoft.com/office/powerpoint/2010/main" val="22446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9456" cy="6858000"/>
          </a:xfrm>
          <a:prstGeom prst="rect">
            <a:avLst/>
          </a:prstGeom>
          <a:solidFill>
            <a:srgbClr val="2D3A8C"/>
          </a:solidFill>
          <a:ln/>
        </p:spPr>
      </p:sp>
      <p:sp>
        <p:nvSpPr>
          <p:cNvPr id="3" name="Text 1"/>
          <p:cNvSpPr txBox="1"/>
          <p:nvPr/>
        </p:nvSpPr>
        <p:spPr>
          <a:xfrm>
            <a:off x="731520" y="365760"/>
            <a:ext cx="10728960" cy="853440"/>
          </a:xfrm>
          <a:prstGeom prst="rect">
            <a:avLst/>
          </a:prstGeom>
          <a:noFill/>
          <a:ln/>
        </p:spPr>
        <p:txBody>
          <a:bodyPr wrap="square" lIns="0" tIns="0" rIns="0" bIns="0" rtlCol="0" anchor="ctr"/>
          <a:lstStyle/>
          <a:p>
            <a:pPr defTabSz="1219170"/>
            <a:r>
              <a:rPr lang="en-US" sz="3733" b="1" dirty="0">
                <a:solidFill>
                  <a:srgbClr val="1B1F3B"/>
                </a:solidFill>
                <a:latin typeface="Calibri"/>
              </a:rPr>
              <a:t>Step 4b: Do features tell the classes apart?</a:t>
            </a:r>
            <a:endParaRPr lang="en-US" sz="3733" dirty="0">
              <a:solidFill>
                <a:srgbClr val="1B1F3B"/>
              </a:solidFill>
              <a:latin typeface="Calibri"/>
            </a:endParaRPr>
          </a:p>
        </p:txBody>
      </p:sp>
      <p:pic>
        <p:nvPicPr>
          <p:cNvPr id="5" name="Image 0" descr="Box plots of speed and traffic density by label"/>
          <p:cNvPicPr>
            <a:picLocks noChangeAspect="1"/>
          </p:cNvPicPr>
          <p:nvPr/>
        </p:nvPicPr>
        <p:blipFill>
          <a:blip r:embed="rId3"/>
          <a:stretch>
            <a:fillRect/>
          </a:stretch>
        </p:blipFill>
        <p:spPr>
          <a:xfrm>
            <a:off x="609600" y="1341120"/>
            <a:ext cx="6827520" cy="3742944"/>
          </a:xfrm>
          <a:prstGeom prst="rect">
            <a:avLst/>
          </a:prstGeom>
        </p:spPr>
      </p:pic>
      <p:sp>
        <p:nvSpPr>
          <p:cNvPr id="6" name="Shape 2"/>
          <p:cNvSpPr/>
          <p:nvPr/>
        </p:nvSpPr>
        <p:spPr>
          <a:xfrm>
            <a:off x="731520" y="5242560"/>
            <a:ext cx="6705600" cy="853440"/>
          </a:xfrm>
          <a:prstGeom prst="rect">
            <a:avLst/>
          </a:prstGeom>
          <a:solidFill>
            <a:srgbClr val="1B1F3B"/>
          </a:solidFill>
          <a:ln/>
        </p:spPr>
      </p:sp>
      <p:sp>
        <p:nvSpPr>
          <p:cNvPr id="7" name="Text 3"/>
          <p:cNvSpPr txBox="1"/>
          <p:nvPr/>
        </p:nvSpPr>
        <p:spPr>
          <a:xfrm>
            <a:off x="975360" y="5425440"/>
            <a:ext cx="6217920" cy="487680"/>
          </a:xfrm>
          <a:prstGeom prst="rect">
            <a:avLst/>
          </a:prstGeom>
          <a:noFill/>
          <a:ln/>
        </p:spPr>
        <p:txBody>
          <a:bodyPr wrap="square" lIns="0" tIns="0" rIns="0" bIns="0" rtlCol="0" anchor="t"/>
          <a:lstStyle/>
          <a:p>
            <a:pPr defTabSz="1219170">
              <a:spcAft>
                <a:spcPts val="267"/>
              </a:spcAft>
            </a:pPr>
            <a:r>
              <a:rPr lang="en-US" sz="1600" dirty="0">
                <a:solidFill>
                  <a:srgbClr val="E8EBFF"/>
                </a:solidFill>
                <a:latin typeface="Consolas" pitchFamily="34" charset="0"/>
                <a:ea typeface="Consolas" pitchFamily="34" charset="-122"/>
                <a:cs typeface="Consolas" pitchFamily="34" charset="-120"/>
              </a:rPr>
              <a:t>train.groupby("congestion_label")[feats].median()</a:t>
            </a:r>
            <a:endParaRPr lang="en-US" sz="1600" dirty="0">
              <a:solidFill>
                <a:srgbClr val="1B1F3B"/>
              </a:solidFill>
              <a:latin typeface="Calibri"/>
            </a:endParaRPr>
          </a:p>
        </p:txBody>
      </p:sp>
      <p:sp>
        <p:nvSpPr>
          <p:cNvPr id="8" name="Shape 4"/>
          <p:cNvSpPr/>
          <p:nvPr/>
        </p:nvSpPr>
        <p:spPr>
          <a:xfrm>
            <a:off x="7680960" y="1463040"/>
            <a:ext cx="3779520" cy="2255520"/>
          </a:xfrm>
          <a:prstGeom prst="rect">
            <a:avLst/>
          </a:prstGeom>
          <a:solidFill>
            <a:srgbClr val="F2F4FB"/>
          </a:solidFill>
          <a:ln w="12700">
            <a:solidFill>
              <a:srgbClr val="F2F4FB"/>
            </a:solidFill>
            <a:prstDash val="solid"/>
          </a:ln>
        </p:spPr>
      </p:sp>
      <p:sp>
        <p:nvSpPr>
          <p:cNvPr id="9" name="Shape 5"/>
          <p:cNvSpPr/>
          <p:nvPr/>
        </p:nvSpPr>
        <p:spPr>
          <a:xfrm>
            <a:off x="7680960" y="1463040"/>
            <a:ext cx="85344" cy="2255520"/>
          </a:xfrm>
          <a:prstGeom prst="rect">
            <a:avLst/>
          </a:prstGeom>
          <a:solidFill>
            <a:srgbClr val="2D3A8C"/>
          </a:solidFill>
          <a:ln/>
        </p:spPr>
      </p:sp>
      <p:sp>
        <p:nvSpPr>
          <p:cNvPr id="10" name="Text 6"/>
          <p:cNvSpPr txBox="1"/>
          <p:nvPr/>
        </p:nvSpPr>
        <p:spPr>
          <a:xfrm>
            <a:off x="7985760" y="1584960"/>
            <a:ext cx="3291840" cy="487680"/>
          </a:xfrm>
          <a:prstGeom prst="rect">
            <a:avLst/>
          </a:prstGeom>
          <a:noFill/>
          <a:ln/>
        </p:spPr>
        <p:txBody>
          <a:bodyPr wrap="square" lIns="0" tIns="0" rIns="0" bIns="0" rtlCol="0" anchor="ctr"/>
          <a:lstStyle/>
          <a:p>
            <a:pPr defTabSz="1219170"/>
            <a:r>
              <a:rPr lang="en-US" sz="2133" b="1" dirty="0">
                <a:solidFill>
                  <a:srgbClr val="1B1F3B"/>
                </a:solidFill>
                <a:latin typeface="Calibri"/>
              </a:rPr>
              <a:t>Clear trend</a:t>
            </a:r>
            <a:endParaRPr lang="en-US" sz="2133" dirty="0">
              <a:solidFill>
                <a:srgbClr val="1B1F3B"/>
              </a:solidFill>
              <a:latin typeface="Calibri"/>
            </a:endParaRPr>
          </a:p>
        </p:txBody>
      </p:sp>
      <p:sp>
        <p:nvSpPr>
          <p:cNvPr id="11" name="Text 7"/>
          <p:cNvSpPr txBox="1"/>
          <p:nvPr/>
        </p:nvSpPr>
        <p:spPr>
          <a:xfrm>
            <a:off x="7985760" y="2097024"/>
            <a:ext cx="3291840" cy="1524000"/>
          </a:xfrm>
          <a:prstGeom prst="rect">
            <a:avLst/>
          </a:prstGeom>
          <a:noFill/>
          <a:ln/>
        </p:spPr>
        <p:txBody>
          <a:bodyPr wrap="square" lIns="0" tIns="0" rIns="0" bIns="0" rtlCol="0" anchor="t"/>
          <a:lstStyle/>
          <a:p>
            <a:pPr defTabSz="1219170"/>
            <a:r>
              <a:rPr lang="en-US" sz="1733" dirty="0">
                <a:solidFill>
                  <a:srgbClr val="4A4F6A"/>
                </a:solidFill>
                <a:latin typeface="Calibri"/>
              </a:rPr>
              <a:t>Slower speed and higher density go with worse labels, but boxes overlap.</a:t>
            </a:r>
            <a:endParaRPr lang="en-US" sz="1733" dirty="0">
              <a:solidFill>
                <a:srgbClr val="1B1F3B"/>
              </a:solidFill>
              <a:latin typeface="Calibri"/>
            </a:endParaRPr>
          </a:p>
        </p:txBody>
      </p:sp>
      <p:sp>
        <p:nvSpPr>
          <p:cNvPr id="12" name="Shape 8"/>
          <p:cNvSpPr/>
          <p:nvPr/>
        </p:nvSpPr>
        <p:spPr>
          <a:xfrm>
            <a:off x="7680960" y="3901440"/>
            <a:ext cx="3779520" cy="2194560"/>
          </a:xfrm>
          <a:prstGeom prst="rect">
            <a:avLst/>
          </a:prstGeom>
          <a:solidFill>
            <a:srgbClr val="F2F4FB"/>
          </a:solidFill>
          <a:ln w="12700">
            <a:solidFill>
              <a:srgbClr val="F2F4FB"/>
            </a:solidFill>
            <a:prstDash val="solid"/>
          </a:ln>
        </p:spPr>
      </p:sp>
      <p:sp>
        <p:nvSpPr>
          <p:cNvPr id="13" name="Shape 9"/>
          <p:cNvSpPr/>
          <p:nvPr/>
        </p:nvSpPr>
        <p:spPr>
          <a:xfrm>
            <a:off x="7680960" y="3901440"/>
            <a:ext cx="85344" cy="2194560"/>
          </a:xfrm>
          <a:prstGeom prst="rect">
            <a:avLst/>
          </a:prstGeom>
          <a:solidFill>
            <a:srgbClr val="F2A33A"/>
          </a:solidFill>
          <a:ln/>
        </p:spPr>
      </p:sp>
      <p:sp>
        <p:nvSpPr>
          <p:cNvPr id="14" name="Text 10"/>
          <p:cNvSpPr txBox="1"/>
          <p:nvPr/>
        </p:nvSpPr>
        <p:spPr>
          <a:xfrm>
            <a:off x="7985760" y="4023360"/>
            <a:ext cx="3291840" cy="487680"/>
          </a:xfrm>
          <a:prstGeom prst="rect">
            <a:avLst/>
          </a:prstGeom>
          <a:noFill/>
          <a:ln/>
        </p:spPr>
        <p:txBody>
          <a:bodyPr wrap="square" lIns="0" tIns="0" rIns="0" bIns="0" rtlCol="0" anchor="ctr"/>
          <a:lstStyle/>
          <a:p>
            <a:pPr defTabSz="1219170"/>
            <a:r>
              <a:rPr lang="en-US" sz="2133" b="1" dirty="0">
                <a:solidFill>
                  <a:srgbClr val="1B1F3B"/>
                </a:solidFill>
                <a:latin typeface="Calibri"/>
              </a:rPr>
              <a:t>Surprise</a:t>
            </a:r>
            <a:endParaRPr lang="en-US" sz="2133" dirty="0">
              <a:solidFill>
                <a:srgbClr val="1B1F3B"/>
              </a:solidFill>
              <a:latin typeface="Calibri"/>
            </a:endParaRPr>
          </a:p>
        </p:txBody>
      </p:sp>
      <p:sp>
        <p:nvSpPr>
          <p:cNvPr id="15" name="Text 11"/>
          <p:cNvSpPr txBox="1"/>
          <p:nvPr/>
        </p:nvSpPr>
        <p:spPr>
          <a:xfrm>
            <a:off x="7985760" y="4535424"/>
            <a:ext cx="3291840" cy="1463040"/>
          </a:xfrm>
          <a:prstGeom prst="rect">
            <a:avLst/>
          </a:prstGeom>
          <a:noFill/>
          <a:ln/>
        </p:spPr>
        <p:txBody>
          <a:bodyPr wrap="square" lIns="0" tIns="0" rIns="0" bIns="0" rtlCol="0" anchor="t"/>
          <a:lstStyle/>
          <a:p>
            <a:pPr defTabSz="1219170"/>
            <a:r>
              <a:rPr lang="en-US" sz="1733" dirty="0">
                <a:solidFill>
                  <a:srgbClr val="4A4F6A"/>
                </a:solidFill>
                <a:latin typeface="Calibri"/>
              </a:rPr>
              <a:t>Blocked share is 7-9% for every road type, so road_type alone says little.</a:t>
            </a:r>
            <a:endParaRPr lang="en-US" sz="1733" dirty="0">
              <a:solidFill>
                <a:srgbClr val="1B1F3B"/>
              </a:solidFill>
              <a:latin typeface="Calibri"/>
            </a:endParaRPr>
          </a:p>
        </p:txBody>
      </p:sp>
    </p:spTree>
    <p:extLst>
      <p:ext uri="{BB962C8B-B14F-4D97-AF65-F5344CB8AC3E}">
        <p14:creationId xmlns:p14="http://schemas.microsoft.com/office/powerpoint/2010/main" val="23238386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9456" cy="6858000"/>
          </a:xfrm>
          <a:prstGeom prst="rect">
            <a:avLst/>
          </a:prstGeom>
          <a:solidFill>
            <a:srgbClr val="2D3A8C"/>
          </a:solidFill>
          <a:ln/>
        </p:spPr>
      </p:sp>
      <p:sp>
        <p:nvSpPr>
          <p:cNvPr id="3" name="Text 1"/>
          <p:cNvSpPr txBox="1"/>
          <p:nvPr/>
        </p:nvSpPr>
        <p:spPr>
          <a:xfrm>
            <a:off x="731520" y="365760"/>
            <a:ext cx="10728960" cy="853440"/>
          </a:xfrm>
          <a:prstGeom prst="rect">
            <a:avLst/>
          </a:prstGeom>
          <a:noFill/>
          <a:ln/>
        </p:spPr>
        <p:txBody>
          <a:bodyPr wrap="square" lIns="0" tIns="0" rIns="0" bIns="0" rtlCol="0" anchor="ctr"/>
          <a:lstStyle/>
          <a:p>
            <a:pPr defTabSz="1219170"/>
            <a:r>
              <a:rPr lang="en-US" sz="3733" b="1" dirty="0">
                <a:solidFill>
                  <a:srgbClr val="1B1F3B"/>
                </a:solidFill>
                <a:latin typeface="Calibri"/>
              </a:rPr>
              <a:t>Step 4c: How do features relate to each other?</a:t>
            </a:r>
            <a:endParaRPr lang="en-US" sz="3733" dirty="0">
              <a:solidFill>
                <a:srgbClr val="1B1F3B"/>
              </a:solidFill>
              <a:latin typeface="Calibri"/>
            </a:endParaRPr>
          </a:p>
        </p:txBody>
      </p:sp>
      <p:pic>
        <p:nvPicPr>
          <p:cNvPr id="5" name="Image 0" descr="Correlation heatmap of features"/>
          <p:cNvPicPr>
            <a:picLocks noChangeAspect="1"/>
          </p:cNvPicPr>
          <p:nvPr/>
        </p:nvPicPr>
        <p:blipFill>
          <a:blip r:embed="rId3"/>
          <a:stretch>
            <a:fillRect/>
          </a:stretch>
        </p:blipFill>
        <p:spPr>
          <a:xfrm>
            <a:off x="609600" y="1341120"/>
            <a:ext cx="5608320" cy="4706112"/>
          </a:xfrm>
          <a:prstGeom prst="rect">
            <a:avLst/>
          </a:prstGeom>
        </p:spPr>
      </p:pic>
      <p:sp>
        <p:nvSpPr>
          <p:cNvPr id="6" name="Shape 2"/>
          <p:cNvSpPr/>
          <p:nvPr/>
        </p:nvSpPr>
        <p:spPr>
          <a:xfrm>
            <a:off x="6583680" y="1463040"/>
            <a:ext cx="4876800" cy="1402080"/>
          </a:xfrm>
          <a:prstGeom prst="rect">
            <a:avLst/>
          </a:prstGeom>
          <a:solidFill>
            <a:srgbClr val="F2F4FB"/>
          </a:solidFill>
          <a:ln w="12700">
            <a:solidFill>
              <a:srgbClr val="F2F4FB"/>
            </a:solidFill>
            <a:prstDash val="solid"/>
          </a:ln>
        </p:spPr>
      </p:sp>
      <p:sp>
        <p:nvSpPr>
          <p:cNvPr id="7" name="Shape 3"/>
          <p:cNvSpPr/>
          <p:nvPr/>
        </p:nvSpPr>
        <p:spPr>
          <a:xfrm>
            <a:off x="6583680" y="1463040"/>
            <a:ext cx="85344" cy="1402080"/>
          </a:xfrm>
          <a:prstGeom prst="rect">
            <a:avLst/>
          </a:prstGeom>
          <a:solidFill>
            <a:srgbClr val="E55B5B"/>
          </a:solidFill>
          <a:ln/>
        </p:spPr>
      </p:sp>
      <p:sp>
        <p:nvSpPr>
          <p:cNvPr id="8" name="Text 4"/>
          <p:cNvSpPr txBox="1"/>
          <p:nvPr/>
        </p:nvSpPr>
        <p:spPr>
          <a:xfrm>
            <a:off x="6888480" y="1584960"/>
            <a:ext cx="4389120" cy="487680"/>
          </a:xfrm>
          <a:prstGeom prst="rect">
            <a:avLst/>
          </a:prstGeom>
          <a:noFill/>
          <a:ln/>
        </p:spPr>
        <p:txBody>
          <a:bodyPr wrap="square" lIns="0" tIns="0" rIns="0" bIns="0" rtlCol="0" anchor="ctr"/>
          <a:lstStyle/>
          <a:p>
            <a:pPr defTabSz="1219170"/>
            <a:r>
              <a:rPr lang="en-US" sz="2133" b="1" dirty="0">
                <a:solidFill>
                  <a:srgbClr val="1B1F3B"/>
                </a:solidFill>
                <a:latin typeface="Calibri"/>
              </a:rPr>
              <a:t>Density and cost: +0.71</a:t>
            </a:r>
            <a:endParaRPr lang="en-US" sz="2133" dirty="0">
              <a:solidFill>
                <a:srgbClr val="1B1F3B"/>
              </a:solidFill>
              <a:latin typeface="Calibri"/>
            </a:endParaRPr>
          </a:p>
        </p:txBody>
      </p:sp>
      <p:sp>
        <p:nvSpPr>
          <p:cNvPr id="9" name="Text 5"/>
          <p:cNvSpPr txBox="1"/>
          <p:nvPr/>
        </p:nvSpPr>
        <p:spPr>
          <a:xfrm>
            <a:off x="6888480" y="2097024"/>
            <a:ext cx="4389120" cy="670560"/>
          </a:xfrm>
          <a:prstGeom prst="rect">
            <a:avLst/>
          </a:prstGeom>
          <a:noFill/>
          <a:ln/>
        </p:spPr>
        <p:txBody>
          <a:bodyPr wrap="square" lIns="0" tIns="0" rIns="0" bIns="0" rtlCol="0" anchor="t"/>
          <a:lstStyle/>
          <a:p>
            <a:pPr defTabSz="1219170"/>
            <a:r>
              <a:rPr lang="en-US" sz="1733" dirty="0">
                <a:solidFill>
                  <a:srgbClr val="4A4F6A"/>
                </a:solidFill>
                <a:latin typeface="Calibri"/>
              </a:rPr>
              <a:t>Denser traffic, higher travel cost.</a:t>
            </a:r>
            <a:endParaRPr lang="en-US" sz="1733" dirty="0">
              <a:solidFill>
                <a:srgbClr val="1B1F3B"/>
              </a:solidFill>
              <a:latin typeface="Calibri"/>
            </a:endParaRPr>
          </a:p>
        </p:txBody>
      </p:sp>
      <p:sp>
        <p:nvSpPr>
          <p:cNvPr id="10" name="Shape 6"/>
          <p:cNvSpPr/>
          <p:nvPr/>
        </p:nvSpPr>
        <p:spPr>
          <a:xfrm>
            <a:off x="6583680" y="3048000"/>
            <a:ext cx="4876800" cy="1402080"/>
          </a:xfrm>
          <a:prstGeom prst="rect">
            <a:avLst/>
          </a:prstGeom>
          <a:solidFill>
            <a:srgbClr val="F2F4FB"/>
          </a:solidFill>
          <a:ln w="12700">
            <a:solidFill>
              <a:srgbClr val="F2F4FB"/>
            </a:solidFill>
            <a:prstDash val="solid"/>
          </a:ln>
        </p:spPr>
      </p:sp>
      <p:sp>
        <p:nvSpPr>
          <p:cNvPr id="11" name="Shape 7"/>
          <p:cNvSpPr/>
          <p:nvPr/>
        </p:nvSpPr>
        <p:spPr>
          <a:xfrm>
            <a:off x="6583680" y="3048000"/>
            <a:ext cx="85344" cy="1402080"/>
          </a:xfrm>
          <a:prstGeom prst="rect">
            <a:avLst/>
          </a:prstGeom>
          <a:solidFill>
            <a:srgbClr val="F2A33A"/>
          </a:solidFill>
          <a:ln/>
        </p:spPr>
      </p:sp>
      <p:sp>
        <p:nvSpPr>
          <p:cNvPr id="12" name="Text 8"/>
          <p:cNvSpPr txBox="1"/>
          <p:nvPr/>
        </p:nvSpPr>
        <p:spPr>
          <a:xfrm>
            <a:off x="6888480" y="3169920"/>
            <a:ext cx="4389120" cy="487680"/>
          </a:xfrm>
          <a:prstGeom prst="rect">
            <a:avLst/>
          </a:prstGeom>
          <a:noFill/>
          <a:ln/>
        </p:spPr>
        <p:txBody>
          <a:bodyPr wrap="square" lIns="0" tIns="0" rIns="0" bIns="0" rtlCol="0" anchor="ctr"/>
          <a:lstStyle/>
          <a:p>
            <a:pPr defTabSz="1219170"/>
            <a:r>
              <a:rPr lang="en-US" sz="2133" b="1" dirty="0">
                <a:solidFill>
                  <a:srgbClr val="1B1F3B"/>
                </a:solidFill>
                <a:latin typeface="Calibri"/>
              </a:rPr>
              <a:t>Density and delay: +0.57</a:t>
            </a:r>
            <a:endParaRPr lang="en-US" sz="2133" dirty="0">
              <a:solidFill>
                <a:srgbClr val="1B1F3B"/>
              </a:solidFill>
              <a:latin typeface="Calibri"/>
            </a:endParaRPr>
          </a:p>
        </p:txBody>
      </p:sp>
      <p:sp>
        <p:nvSpPr>
          <p:cNvPr id="13" name="Text 9"/>
          <p:cNvSpPr txBox="1"/>
          <p:nvPr/>
        </p:nvSpPr>
        <p:spPr>
          <a:xfrm>
            <a:off x="6888480" y="3681984"/>
            <a:ext cx="4389120" cy="670560"/>
          </a:xfrm>
          <a:prstGeom prst="rect">
            <a:avLst/>
          </a:prstGeom>
          <a:noFill/>
          <a:ln/>
        </p:spPr>
        <p:txBody>
          <a:bodyPr wrap="square" lIns="0" tIns="0" rIns="0" bIns="0" rtlCol="0" anchor="t"/>
          <a:lstStyle/>
          <a:p>
            <a:pPr defTabSz="1219170"/>
            <a:r>
              <a:rPr lang="en-US" sz="1733" dirty="0">
                <a:solidFill>
                  <a:srgbClr val="4A4F6A"/>
                </a:solidFill>
                <a:latin typeface="Calibri"/>
              </a:rPr>
              <a:t>More traffic, longer signal waits.</a:t>
            </a:r>
            <a:endParaRPr lang="en-US" sz="1733" dirty="0">
              <a:solidFill>
                <a:srgbClr val="1B1F3B"/>
              </a:solidFill>
              <a:latin typeface="Calibri"/>
            </a:endParaRPr>
          </a:p>
        </p:txBody>
      </p:sp>
      <p:sp>
        <p:nvSpPr>
          <p:cNvPr id="14" name="Shape 10"/>
          <p:cNvSpPr/>
          <p:nvPr/>
        </p:nvSpPr>
        <p:spPr>
          <a:xfrm>
            <a:off x="6583680" y="4632960"/>
            <a:ext cx="4876800" cy="1402080"/>
          </a:xfrm>
          <a:prstGeom prst="rect">
            <a:avLst/>
          </a:prstGeom>
          <a:solidFill>
            <a:srgbClr val="F2F4FB"/>
          </a:solidFill>
          <a:ln w="12700">
            <a:solidFill>
              <a:srgbClr val="F2F4FB"/>
            </a:solidFill>
            <a:prstDash val="solid"/>
          </a:ln>
        </p:spPr>
      </p:sp>
      <p:sp>
        <p:nvSpPr>
          <p:cNvPr id="15" name="Shape 11"/>
          <p:cNvSpPr/>
          <p:nvPr/>
        </p:nvSpPr>
        <p:spPr>
          <a:xfrm>
            <a:off x="6583680" y="4632960"/>
            <a:ext cx="85344" cy="1402080"/>
          </a:xfrm>
          <a:prstGeom prst="rect">
            <a:avLst/>
          </a:prstGeom>
          <a:solidFill>
            <a:srgbClr val="2D3A8C"/>
          </a:solidFill>
          <a:ln/>
        </p:spPr>
      </p:sp>
      <p:sp>
        <p:nvSpPr>
          <p:cNvPr id="16" name="Text 12"/>
          <p:cNvSpPr txBox="1"/>
          <p:nvPr/>
        </p:nvSpPr>
        <p:spPr>
          <a:xfrm>
            <a:off x="6888480" y="4754880"/>
            <a:ext cx="4389120" cy="487680"/>
          </a:xfrm>
          <a:prstGeom prst="rect">
            <a:avLst/>
          </a:prstGeom>
          <a:noFill/>
          <a:ln/>
        </p:spPr>
        <p:txBody>
          <a:bodyPr wrap="square" lIns="0" tIns="0" rIns="0" bIns="0" rtlCol="0" anchor="ctr"/>
          <a:lstStyle/>
          <a:p>
            <a:pPr defTabSz="1219170"/>
            <a:r>
              <a:rPr lang="en-US" sz="2133" b="1" dirty="0">
                <a:solidFill>
                  <a:srgbClr val="1B1F3B"/>
                </a:solidFill>
                <a:latin typeface="Calibri"/>
              </a:rPr>
              <a:t>Speed and density: -0.45</a:t>
            </a:r>
            <a:endParaRPr lang="en-US" sz="2133" dirty="0">
              <a:solidFill>
                <a:srgbClr val="1B1F3B"/>
              </a:solidFill>
              <a:latin typeface="Calibri"/>
            </a:endParaRPr>
          </a:p>
        </p:txBody>
      </p:sp>
      <p:sp>
        <p:nvSpPr>
          <p:cNvPr id="17" name="Text 13"/>
          <p:cNvSpPr txBox="1"/>
          <p:nvPr/>
        </p:nvSpPr>
        <p:spPr>
          <a:xfrm>
            <a:off x="6888480" y="5266944"/>
            <a:ext cx="4389120" cy="670560"/>
          </a:xfrm>
          <a:prstGeom prst="rect">
            <a:avLst/>
          </a:prstGeom>
          <a:noFill/>
          <a:ln/>
        </p:spPr>
        <p:txBody>
          <a:bodyPr wrap="square" lIns="0" tIns="0" rIns="0" bIns="0" rtlCol="0" anchor="t"/>
          <a:lstStyle/>
          <a:p>
            <a:pPr defTabSz="1219170"/>
            <a:r>
              <a:rPr lang="en-US" sz="1733" dirty="0">
                <a:solidFill>
                  <a:srgbClr val="4A4F6A"/>
                </a:solidFill>
                <a:latin typeface="Calibri"/>
              </a:rPr>
              <a:t>More traffic, lower speed.</a:t>
            </a:r>
            <a:endParaRPr lang="en-US" sz="1733" dirty="0">
              <a:solidFill>
                <a:srgbClr val="1B1F3B"/>
              </a:solidFill>
              <a:latin typeface="Calibri"/>
            </a:endParaRPr>
          </a:p>
        </p:txBody>
      </p:sp>
    </p:spTree>
    <p:extLst>
      <p:ext uri="{BB962C8B-B14F-4D97-AF65-F5344CB8AC3E}">
        <p14:creationId xmlns:p14="http://schemas.microsoft.com/office/powerpoint/2010/main" val="3872168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9456" cy="6858000"/>
          </a:xfrm>
          <a:prstGeom prst="rect">
            <a:avLst/>
          </a:prstGeom>
          <a:solidFill>
            <a:srgbClr val="2D3A8C"/>
          </a:solidFill>
          <a:ln/>
        </p:spPr>
      </p:sp>
      <p:sp>
        <p:nvSpPr>
          <p:cNvPr id="3" name="Text 1"/>
          <p:cNvSpPr txBox="1"/>
          <p:nvPr/>
        </p:nvSpPr>
        <p:spPr>
          <a:xfrm>
            <a:off x="731520" y="365760"/>
            <a:ext cx="10728960" cy="853440"/>
          </a:xfrm>
          <a:prstGeom prst="rect">
            <a:avLst/>
          </a:prstGeom>
          <a:noFill/>
          <a:ln/>
        </p:spPr>
        <p:txBody>
          <a:bodyPr wrap="square" lIns="0" tIns="0" rIns="0" bIns="0" rtlCol="0" anchor="ctr"/>
          <a:lstStyle/>
          <a:p>
            <a:pPr defTabSz="1219170"/>
            <a:r>
              <a:rPr lang="en-US" sz="3733" b="1" dirty="0">
                <a:solidFill>
                  <a:srgbClr val="1B1F3B"/>
                </a:solidFill>
                <a:latin typeface="Calibri"/>
              </a:rPr>
              <a:t>Step 5: Watch-outs EDA reveals</a:t>
            </a:r>
            <a:endParaRPr lang="en-US" sz="3733" dirty="0">
              <a:solidFill>
                <a:srgbClr val="1B1F3B"/>
              </a:solidFill>
              <a:latin typeface="Calibri"/>
            </a:endParaRPr>
          </a:p>
        </p:txBody>
      </p:sp>
      <p:sp>
        <p:nvSpPr>
          <p:cNvPr id="5" name="Shape 2"/>
          <p:cNvSpPr/>
          <p:nvPr/>
        </p:nvSpPr>
        <p:spPr>
          <a:xfrm>
            <a:off x="731520" y="1463040"/>
            <a:ext cx="5242560" cy="2194560"/>
          </a:xfrm>
          <a:prstGeom prst="rect">
            <a:avLst/>
          </a:prstGeom>
          <a:solidFill>
            <a:srgbClr val="F2F4FB"/>
          </a:solidFill>
          <a:ln w="12700">
            <a:solidFill>
              <a:srgbClr val="F2F4FB"/>
            </a:solidFill>
            <a:prstDash val="solid"/>
          </a:ln>
        </p:spPr>
      </p:sp>
      <p:sp>
        <p:nvSpPr>
          <p:cNvPr id="6" name="Shape 3"/>
          <p:cNvSpPr/>
          <p:nvPr/>
        </p:nvSpPr>
        <p:spPr>
          <a:xfrm>
            <a:off x="731520" y="1463040"/>
            <a:ext cx="85344" cy="2194560"/>
          </a:xfrm>
          <a:prstGeom prst="rect">
            <a:avLst/>
          </a:prstGeom>
          <a:solidFill>
            <a:srgbClr val="E55B5B"/>
          </a:solidFill>
          <a:ln/>
        </p:spPr>
      </p:sp>
      <p:sp>
        <p:nvSpPr>
          <p:cNvPr id="7" name="Text 4"/>
          <p:cNvSpPr txBox="1"/>
          <p:nvPr/>
        </p:nvSpPr>
        <p:spPr>
          <a:xfrm>
            <a:off x="1036320" y="1584960"/>
            <a:ext cx="4754880" cy="487680"/>
          </a:xfrm>
          <a:prstGeom prst="rect">
            <a:avLst/>
          </a:prstGeom>
          <a:noFill/>
          <a:ln/>
        </p:spPr>
        <p:txBody>
          <a:bodyPr wrap="square" lIns="0" tIns="0" rIns="0" bIns="0" rtlCol="0" anchor="ctr"/>
          <a:lstStyle/>
          <a:p>
            <a:pPr defTabSz="1219170"/>
            <a:r>
              <a:rPr lang="en-US" sz="2133" b="1" dirty="0">
                <a:solidFill>
                  <a:srgbClr val="1B1F3B"/>
                </a:solidFill>
                <a:latin typeface="Calibri"/>
              </a:rPr>
              <a:t>Distribution shift</a:t>
            </a:r>
            <a:endParaRPr lang="en-US" sz="2133" dirty="0">
              <a:solidFill>
                <a:srgbClr val="1B1F3B"/>
              </a:solidFill>
              <a:latin typeface="Calibri"/>
            </a:endParaRPr>
          </a:p>
        </p:txBody>
      </p:sp>
      <p:sp>
        <p:nvSpPr>
          <p:cNvPr id="8" name="Text 5"/>
          <p:cNvSpPr txBox="1"/>
          <p:nvPr/>
        </p:nvSpPr>
        <p:spPr>
          <a:xfrm>
            <a:off x="1036320" y="2097024"/>
            <a:ext cx="4754880" cy="1463040"/>
          </a:xfrm>
          <a:prstGeom prst="rect">
            <a:avLst/>
          </a:prstGeom>
          <a:noFill/>
          <a:ln/>
        </p:spPr>
        <p:txBody>
          <a:bodyPr wrap="square" lIns="0" tIns="0" rIns="0" bIns="0" rtlCol="0" anchor="t"/>
          <a:lstStyle/>
          <a:p>
            <a:pPr defTabSz="1219170"/>
            <a:r>
              <a:rPr lang="en-US" sz="1733" dirty="0">
                <a:solidFill>
                  <a:srgbClr val="4A4F6A"/>
                </a:solidFill>
                <a:latin typeface="Calibri"/>
              </a:rPr>
              <a:t>Test maps have a different label mix than training (48/43/9 vs 62/30/8).</a:t>
            </a:r>
            <a:endParaRPr lang="en-US" sz="1733" dirty="0">
              <a:solidFill>
                <a:srgbClr val="1B1F3B"/>
              </a:solidFill>
              <a:latin typeface="Calibri"/>
            </a:endParaRPr>
          </a:p>
        </p:txBody>
      </p:sp>
      <p:sp>
        <p:nvSpPr>
          <p:cNvPr id="9" name="Shape 6"/>
          <p:cNvSpPr/>
          <p:nvPr/>
        </p:nvSpPr>
        <p:spPr>
          <a:xfrm>
            <a:off x="6217920" y="1463040"/>
            <a:ext cx="5242560" cy="2194560"/>
          </a:xfrm>
          <a:prstGeom prst="rect">
            <a:avLst/>
          </a:prstGeom>
          <a:solidFill>
            <a:srgbClr val="F2F4FB"/>
          </a:solidFill>
          <a:ln w="12700">
            <a:solidFill>
              <a:srgbClr val="F2F4FB"/>
            </a:solidFill>
            <a:prstDash val="solid"/>
          </a:ln>
        </p:spPr>
      </p:sp>
      <p:sp>
        <p:nvSpPr>
          <p:cNvPr id="10" name="Shape 7"/>
          <p:cNvSpPr/>
          <p:nvPr/>
        </p:nvSpPr>
        <p:spPr>
          <a:xfrm>
            <a:off x="6217920" y="1463040"/>
            <a:ext cx="85344" cy="2194560"/>
          </a:xfrm>
          <a:prstGeom prst="rect">
            <a:avLst/>
          </a:prstGeom>
          <a:solidFill>
            <a:srgbClr val="F2A33A"/>
          </a:solidFill>
          <a:ln/>
        </p:spPr>
      </p:sp>
      <p:sp>
        <p:nvSpPr>
          <p:cNvPr id="11" name="Text 8"/>
          <p:cNvSpPr txBox="1"/>
          <p:nvPr/>
        </p:nvSpPr>
        <p:spPr>
          <a:xfrm>
            <a:off x="6522720" y="1584960"/>
            <a:ext cx="4754880" cy="487680"/>
          </a:xfrm>
          <a:prstGeom prst="rect">
            <a:avLst/>
          </a:prstGeom>
          <a:noFill/>
          <a:ln/>
        </p:spPr>
        <p:txBody>
          <a:bodyPr wrap="square" lIns="0" tIns="0" rIns="0" bIns="0" rtlCol="0" anchor="ctr"/>
          <a:lstStyle/>
          <a:p>
            <a:pPr defTabSz="1219170"/>
            <a:r>
              <a:rPr lang="en-US" sz="2133" b="1" dirty="0">
                <a:solidFill>
                  <a:srgbClr val="1B1F3B"/>
                </a:solidFill>
                <a:latin typeface="Calibri"/>
              </a:rPr>
              <a:t>Leakage</a:t>
            </a:r>
            <a:endParaRPr lang="en-US" sz="2133" dirty="0">
              <a:solidFill>
                <a:srgbClr val="1B1F3B"/>
              </a:solidFill>
              <a:latin typeface="Calibri"/>
            </a:endParaRPr>
          </a:p>
        </p:txBody>
      </p:sp>
      <p:sp>
        <p:nvSpPr>
          <p:cNvPr id="12" name="Text 9"/>
          <p:cNvSpPr txBox="1"/>
          <p:nvPr/>
        </p:nvSpPr>
        <p:spPr>
          <a:xfrm>
            <a:off x="6522720" y="2097024"/>
            <a:ext cx="4754880" cy="1463040"/>
          </a:xfrm>
          <a:prstGeom prst="rect">
            <a:avLst/>
          </a:prstGeom>
          <a:noFill/>
          <a:ln/>
        </p:spPr>
        <p:txBody>
          <a:bodyPr wrap="square" lIns="0" tIns="0" rIns="0" bIns="0" rtlCol="0" anchor="t"/>
          <a:lstStyle/>
          <a:p>
            <a:pPr defTabSz="1219170"/>
            <a:r>
              <a:rPr lang="en-US" sz="1733" dirty="0">
                <a:solidFill>
                  <a:srgbClr val="4A4F6A"/>
                </a:solidFill>
                <a:latin typeface="Calibri"/>
              </a:rPr>
              <a:t>Neighbouring cells are alike. Split by map_id, not by random rows.</a:t>
            </a:r>
            <a:endParaRPr lang="en-US" sz="1733" dirty="0">
              <a:solidFill>
                <a:srgbClr val="1B1F3B"/>
              </a:solidFill>
              <a:latin typeface="Calibri"/>
            </a:endParaRPr>
          </a:p>
        </p:txBody>
      </p:sp>
      <p:sp>
        <p:nvSpPr>
          <p:cNvPr id="13" name="Shape 10"/>
          <p:cNvSpPr/>
          <p:nvPr/>
        </p:nvSpPr>
        <p:spPr>
          <a:xfrm>
            <a:off x="731520" y="3901440"/>
            <a:ext cx="5242560" cy="2194560"/>
          </a:xfrm>
          <a:prstGeom prst="rect">
            <a:avLst/>
          </a:prstGeom>
          <a:solidFill>
            <a:srgbClr val="F2F4FB"/>
          </a:solidFill>
          <a:ln w="12700">
            <a:solidFill>
              <a:srgbClr val="F2F4FB"/>
            </a:solidFill>
            <a:prstDash val="solid"/>
          </a:ln>
        </p:spPr>
      </p:sp>
      <p:sp>
        <p:nvSpPr>
          <p:cNvPr id="14" name="Shape 11"/>
          <p:cNvSpPr/>
          <p:nvPr/>
        </p:nvSpPr>
        <p:spPr>
          <a:xfrm>
            <a:off x="731520" y="3901440"/>
            <a:ext cx="85344" cy="2194560"/>
          </a:xfrm>
          <a:prstGeom prst="rect">
            <a:avLst/>
          </a:prstGeom>
          <a:solidFill>
            <a:srgbClr val="2D3A8C"/>
          </a:solidFill>
          <a:ln/>
        </p:spPr>
      </p:sp>
      <p:sp>
        <p:nvSpPr>
          <p:cNvPr id="15" name="Text 12"/>
          <p:cNvSpPr txBox="1"/>
          <p:nvPr/>
        </p:nvSpPr>
        <p:spPr>
          <a:xfrm>
            <a:off x="1036320" y="4023360"/>
            <a:ext cx="4754880" cy="487680"/>
          </a:xfrm>
          <a:prstGeom prst="rect">
            <a:avLst/>
          </a:prstGeom>
          <a:noFill/>
          <a:ln/>
        </p:spPr>
        <p:txBody>
          <a:bodyPr wrap="square" lIns="0" tIns="0" rIns="0" bIns="0" rtlCol="0" anchor="ctr"/>
          <a:lstStyle/>
          <a:p>
            <a:pPr defTabSz="1219170"/>
            <a:r>
              <a:rPr lang="en-US" sz="2133" b="1" dirty="0">
                <a:solidFill>
                  <a:srgbClr val="1B1F3B"/>
                </a:solidFill>
                <a:latin typeface="Calibri"/>
              </a:rPr>
              <a:t>Skew and outliers</a:t>
            </a:r>
            <a:endParaRPr lang="en-US" sz="2133" dirty="0">
              <a:solidFill>
                <a:srgbClr val="1B1F3B"/>
              </a:solidFill>
              <a:latin typeface="Calibri"/>
            </a:endParaRPr>
          </a:p>
        </p:txBody>
      </p:sp>
      <p:sp>
        <p:nvSpPr>
          <p:cNvPr id="16" name="Text 13"/>
          <p:cNvSpPr txBox="1"/>
          <p:nvPr/>
        </p:nvSpPr>
        <p:spPr>
          <a:xfrm>
            <a:off x="1036320" y="4535424"/>
            <a:ext cx="4754880" cy="1463040"/>
          </a:xfrm>
          <a:prstGeom prst="rect">
            <a:avLst/>
          </a:prstGeom>
          <a:noFill/>
          <a:ln/>
        </p:spPr>
        <p:txBody>
          <a:bodyPr wrap="square" lIns="0" tIns="0" rIns="0" bIns="0" rtlCol="0" anchor="t"/>
          <a:lstStyle/>
          <a:p>
            <a:pPr defTabSz="1219170"/>
            <a:r>
              <a:rPr lang="en-US" sz="1733" dirty="0">
                <a:solidFill>
                  <a:srgbClr val="4A4F6A"/>
                </a:solidFill>
                <a:latin typeface="Calibri"/>
              </a:rPr>
              <a:t>Incident probability is skewed; speed has a long upper tail. Check before removing.</a:t>
            </a:r>
            <a:endParaRPr lang="en-US" sz="1733" dirty="0">
              <a:solidFill>
                <a:srgbClr val="1B1F3B"/>
              </a:solidFill>
              <a:latin typeface="Calibri"/>
            </a:endParaRPr>
          </a:p>
        </p:txBody>
      </p:sp>
      <p:sp>
        <p:nvSpPr>
          <p:cNvPr id="17" name="Shape 14"/>
          <p:cNvSpPr/>
          <p:nvPr/>
        </p:nvSpPr>
        <p:spPr>
          <a:xfrm>
            <a:off x="6217920" y="3901440"/>
            <a:ext cx="5242560" cy="2194560"/>
          </a:xfrm>
          <a:prstGeom prst="rect">
            <a:avLst/>
          </a:prstGeom>
          <a:solidFill>
            <a:srgbClr val="F2F4FB"/>
          </a:solidFill>
          <a:ln w="12700">
            <a:solidFill>
              <a:srgbClr val="F2F4FB"/>
            </a:solidFill>
            <a:prstDash val="solid"/>
          </a:ln>
        </p:spPr>
      </p:sp>
      <p:sp>
        <p:nvSpPr>
          <p:cNvPr id="18" name="Shape 15"/>
          <p:cNvSpPr/>
          <p:nvPr/>
        </p:nvSpPr>
        <p:spPr>
          <a:xfrm>
            <a:off x="6217920" y="3901440"/>
            <a:ext cx="85344" cy="2194560"/>
          </a:xfrm>
          <a:prstGeom prst="rect">
            <a:avLst/>
          </a:prstGeom>
          <a:solidFill>
            <a:srgbClr val="3BAA8C"/>
          </a:solidFill>
          <a:ln/>
        </p:spPr>
      </p:sp>
      <p:sp>
        <p:nvSpPr>
          <p:cNvPr id="19" name="Text 16"/>
          <p:cNvSpPr txBox="1"/>
          <p:nvPr/>
        </p:nvSpPr>
        <p:spPr>
          <a:xfrm>
            <a:off x="6522720" y="4023360"/>
            <a:ext cx="4754880" cy="487680"/>
          </a:xfrm>
          <a:prstGeom prst="rect">
            <a:avLst/>
          </a:prstGeom>
          <a:noFill/>
          <a:ln/>
        </p:spPr>
        <p:txBody>
          <a:bodyPr wrap="square" lIns="0" tIns="0" rIns="0" bIns="0" rtlCol="0" anchor="ctr"/>
          <a:lstStyle/>
          <a:p>
            <a:pPr defTabSz="1219170"/>
            <a:r>
              <a:rPr lang="en-US" sz="2133" b="1" dirty="0">
                <a:solidFill>
                  <a:srgbClr val="1B1F3B"/>
                </a:solidFill>
                <a:latin typeface="Calibri"/>
              </a:rPr>
              <a:t>Synthetic data</a:t>
            </a:r>
            <a:endParaRPr lang="en-US" sz="2133" dirty="0">
              <a:solidFill>
                <a:srgbClr val="1B1F3B"/>
              </a:solidFill>
              <a:latin typeface="Calibri"/>
            </a:endParaRPr>
          </a:p>
        </p:txBody>
      </p:sp>
      <p:sp>
        <p:nvSpPr>
          <p:cNvPr id="20" name="Text 17"/>
          <p:cNvSpPr txBox="1"/>
          <p:nvPr/>
        </p:nvSpPr>
        <p:spPr>
          <a:xfrm>
            <a:off x="6522720" y="4535424"/>
            <a:ext cx="4754880" cy="1463040"/>
          </a:xfrm>
          <a:prstGeom prst="rect">
            <a:avLst/>
          </a:prstGeom>
          <a:noFill/>
          <a:ln/>
        </p:spPr>
        <p:txBody>
          <a:bodyPr wrap="square" lIns="0" tIns="0" rIns="0" bIns="0" rtlCol="0" anchor="t"/>
          <a:lstStyle/>
          <a:p>
            <a:pPr defTabSz="1219170"/>
            <a:r>
              <a:rPr lang="en-US" sz="1733" dirty="0">
                <a:solidFill>
                  <a:srgbClr val="4A4F6A"/>
                </a:solidFill>
                <a:latin typeface="Calibri"/>
              </a:rPr>
              <a:t>Rules plus noise. Good scores here are not proof for the real world.</a:t>
            </a:r>
            <a:endParaRPr lang="en-US" sz="1733" dirty="0">
              <a:solidFill>
                <a:srgbClr val="1B1F3B"/>
              </a:solidFill>
              <a:latin typeface="Calibri"/>
            </a:endParaRPr>
          </a:p>
        </p:txBody>
      </p:sp>
    </p:spTree>
    <p:extLst>
      <p:ext uri="{BB962C8B-B14F-4D97-AF65-F5344CB8AC3E}">
        <p14:creationId xmlns:p14="http://schemas.microsoft.com/office/powerpoint/2010/main" val="2645863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9456" cy="6858000"/>
          </a:xfrm>
          <a:prstGeom prst="rect">
            <a:avLst/>
          </a:prstGeom>
          <a:solidFill>
            <a:srgbClr val="2D3A8C"/>
          </a:solidFill>
          <a:ln/>
        </p:spPr>
      </p:sp>
      <p:sp>
        <p:nvSpPr>
          <p:cNvPr id="3" name="Text 1"/>
          <p:cNvSpPr txBox="1"/>
          <p:nvPr/>
        </p:nvSpPr>
        <p:spPr>
          <a:xfrm>
            <a:off x="731520" y="365760"/>
            <a:ext cx="10728960" cy="853440"/>
          </a:xfrm>
          <a:prstGeom prst="rect">
            <a:avLst/>
          </a:prstGeom>
          <a:noFill/>
          <a:ln/>
        </p:spPr>
        <p:txBody>
          <a:bodyPr wrap="square" lIns="0" tIns="0" rIns="0" bIns="0" rtlCol="0" anchor="ctr"/>
          <a:lstStyle/>
          <a:p>
            <a:pPr defTabSz="1219170"/>
            <a:r>
              <a:rPr lang="en-US" sz="3733" b="1" dirty="0">
                <a:solidFill>
                  <a:srgbClr val="1B1F3B"/>
                </a:solidFill>
                <a:latin typeface="Calibri"/>
              </a:rPr>
              <a:t>Key takeaways</a:t>
            </a:r>
            <a:endParaRPr lang="en-US" sz="3733" dirty="0">
              <a:solidFill>
                <a:srgbClr val="1B1F3B"/>
              </a:solidFill>
              <a:latin typeface="Calibri"/>
            </a:endParaRPr>
          </a:p>
        </p:txBody>
      </p:sp>
      <p:sp>
        <p:nvSpPr>
          <p:cNvPr id="5" name="Text 2"/>
          <p:cNvSpPr txBox="1"/>
          <p:nvPr/>
        </p:nvSpPr>
        <p:spPr>
          <a:xfrm>
            <a:off x="731520" y="1584960"/>
            <a:ext cx="10728960" cy="3535680"/>
          </a:xfrm>
          <a:prstGeom prst="rect">
            <a:avLst/>
          </a:prstGeom>
          <a:noFill/>
          <a:ln/>
        </p:spPr>
        <p:txBody>
          <a:bodyPr wrap="square" lIns="0" tIns="0" rIns="0" bIns="0" rtlCol="0" anchor="t"/>
          <a:lstStyle/>
          <a:p>
            <a:pPr marL="457189" indent="-457189" defTabSz="1219170">
              <a:spcAft>
                <a:spcPts val="1600"/>
              </a:spcAft>
              <a:buSzPct val="100000"/>
              <a:buFontTx/>
              <a:buChar char="•"/>
            </a:pPr>
            <a:r>
              <a:rPr lang="en-US" sz="2533" dirty="0">
                <a:solidFill>
                  <a:srgbClr val="1B1F3B"/>
                </a:solidFill>
                <a:latin typeface="Calibri"/>
              </a:rPr>
              <a:t>One CSV row = one cell; reshape to 60x60 to see the city</a:t>
            </a:r>
          </a:p>
          <a:p>
            <a:pPr marL="457189" indent="-457189" defTabSz="1219170">
              <a:spcAft>
                <a:spcPts val="1600"/>
              </a:spcAft>
              <a:buSzPct val="100000"/>
              <a:buFontTx/>
              <a:buChar char="•"/>
            </a:pPr>
            <a:r>
              <a:rPr lang="en-US" sz="2533" dirty="0">
                <a:solidFill>
                  <a:srgbClr val="1B1F3B"/>
                </a:solidFill>
                <a:latin typeface="Calibri"/>
              </a:rPr>
              <a:t>Data is clean, but only about 8% of cells are blocked</a:t>
            </a:r>
          </a:p>
          <a:p>
            <a:pPr marL="457189" indent="-457189" defTabSz="1219170">
              <a:spcAft>
                <a:spcPts val="1600"/>
              </a:spcAft>
              <a:buSzPct val="100000"/>
              <a:buFontTx/>
              <a:buChar char="•"/>
            </a:pPr>
            <a:r>
              <a:rPr lang="en-US" sz="2533" dirty="0">
                <a:solidFill>
                  <a:srgbClr val="1B1F3B"/>
                </a:solidFill>
                <a:latin typeface="Calibri"/>
              </a:rPr>
              <a:t>Slow speed and high density go with worse labels, with overlap</a:t>
            </a:r>
          </a:p>
          <a:p>
            <a:pPr marL="457189" indent="-457189" defTabSz="1219170">
              <a:spcAft>
                <a:spcPts val="1600"/>
              </a:spcAft>
              <a:buSzPct val="100000"/>
              <a:buFontTx/>
              <a:buChar char="•"/>
            </a:pPr>
            <a:r>
              <a:rPr lang="en-US" sz="2533" dirty="0">
                <a:solidFill>
                  <a:srgbClr val="1B1F3B"/>
                </a:solidFill>
                <a:latin typeface="Calibri"/>
              </a:rPr>
              <a:t>Maps and test set differ: split by map_id, avoid plain accuracy</a:t>
            </a:r>
          </a:p>
          <a:p>
            <a:pPr marL="457189" indent="-457189" defTabSz="1219170">
              <a:spcAft>
                <a:spcPts val="1600"/>
              </a:spcAft>
              <a:buSzPct val="100000"/>
              <a:buFontTx/>
              <a:buChar char="•"/>
            </a:pPr>
            <a:r>
              <a:rPr lang="en-US" sz="2533" dirty="0">
                <a:solidFill>
                  <a:srgbClr val="1B1F3B"/>
                </a:solidFill>
                <a:latin typeface="Calibri"/>
              </a:rPr>
              <a:t>Next: Machine Learning on these same features</a:t>
            </a:r>
          </a:p>
        </p:txBody>
      </p:sp>
      <p:sp>
        <p:nvSpPr>
          <p:cNvPr id="6" name="Text 3"/>
          <p:cNvSpPr txBox="1"/>
          <p:nvPr/>
        </p:nvSpPr>
        <p:spPr>
          <a:xfrm>
            <a:off x="731520" y="5364480"/>
            <a:ext cx="10728960" cy="731520"/>
          </a:xfrm>
          <a:prstGeom prst="rect">
            <a:avLst/>
          </a:prstGeom>
          <a:noFill/>
          <a:ln/>
        </p:spPr>
        <p:txBody>
          <a:bodyPr wrap="square" lIns="0" tIns="0" rIns="0" bIns="0" rtlCol="0" anchor="ctr"/>
          <a:lstStyle/>
          <a:p>
            <a:pPr defTabSz="1219170"/>
            <a:r>
              <a:rPr lang="en-US" sz="3467" b="1" dirty="0">
                <a:solidFill>
                  <a:srgbClr val="2D3A8C"/>
                </a:solidFill>
                <a:latin typeface="Calibri"/>
              </a:rPr>
              <a:t>Thank you. Questions?</a:t>
            </a:r>
            <a:endParaRPr lang="en-US" sz="3467" dirty="0">
              <a:solidFill>
                <a:srgbClr val="1B1F3B"/>
              </a:solidFill>
              <a:latin typeface="Calibri"/>
            </a:endParaRPr>
          </a:p>
        </p:txBody>
      </p:sp>
    </p:spTree>
    <p:extLst>
      <p:ext uri="{BB962C8B-B14F-4D97-AF65-F5344CB8AC3E}">
        <p14:creationId xmlns:p14="http://schemas.microsoft.com/office/powerpoint/2010/main" val="40200324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B1F3B"/>
        </a:solidFill>
        <a:effectLst/>
      </p:bgPr>
    </p:bg>
    <p:spTree>
      <p:nvGrpSpPr>
        <p:cNvPr id="1" name=""/>
        <p:cNvGrpSpPr/>
        <p:nvPr/>
      </p:nvGrpSpPr>
      <p:grpSpPr>
        <a:xfrm>
          <a:off x="0" y="0"/>
          <a:ext cx="0" cy="0"/>
          <a:chOff x="0" y="0"/>
          <a:chExt cx="0" cy="0"/>
        </a:xfrm>
      </p:grpSpPr>
      <p:sp>
        <p:nvSpPr>
          <p:cNvPr id="2" name="Text 0"/>
          <p:cNvSpPr/>
          <p:nvPr/>
        </p:nvSpPr>
        <p:spPr>
          <a:xfrm>
            <a:off x="812800" y="2159000"/>
            <a:ext cx="10883392" cy="309880"/>
          </a:xfrm>
          <a:prstGeom prst="rect">
            <a:avLst/>
          </a:prstGeom>
          <a:noFill/>
          <a:ln/>
        </p:spPr>
        <p:txBody>
          <a:bodyPr wrap="square" lIns="0" tIns="0" rIns="0" bIns="0" rtlCol="0" anchor="t">
            <a:normAutofit/>
          </a:bodyPr>
          <a:lstStyle/>
          <a:p>
            <a:pPr defTabSz="1219170">
              <a:lnSpc>
                <a:spcPts val="2240"/>
              </a:lnSpc>
            </a:pPr>
            <a:endParaRPr lang="en-US" sz="1600" dirty="0">
              <a:solidFill>
                <a:srgbClr val="1B1F3B"/>
              </a:solidFill>
              <a:latin typeface="Calibri"/>
            </a:endParaRPr>
          </a:p>
        </p:txBody>
      </p:sp>
      <p:sp>
        <p:nvSpPr>
          <p:cNvPr id="3" name="Text 1"/>
          <p:cNvSpPr>
            <a:spLocks noGrp="1"/>
          </p:cNvSpPr>
          <p:nvPr>
            <p:ph type="title"/>
          </p:nvPr>
        </p:nvSpPr>
        <p:spPr>
          <a:xfrm>
            <a:off x="731520" y="2560320"/>
            <a:ext cx="10728960" cy="1097280"/>
          </a:xfrm>
          <a:prstGeom prst="rect">
            <a:avLst/>
          </a:prstGeom>
          <a:noFill/>
          <a:ln/>
        </p:spPr>
        <p:txBody>
          <a:bodyPr wrap="square" lIns="0" tIns="0" rIns="0" bIns="0" rtlCol="0" anchor="ctr">
            <a:noAutofit/>
          </a:bodyPr>
          <a:lstStyle/>
          <a:p>
            <a:pPr>
              <a:lnSpc>
                <a:spcPts val="5880"/>
              </a:lnSpc>
            </a:pPr>
            <a:r>
              <a:rPr lang="en-US" sz="5333" b="1" dirty="0">
                <a:solidFill>
                  <a:srgbClr val="FFFFFF"/>
                </a:solidFill>
              </a:rPr>
              <a:t>DATA TACTIX.ML WORKSHOP</a:t>
            </a:r>
            <a:endParaRPr lang="en-US" sz="5600" dirty="0"/>
          </a:p>
        </p:txBody>
      </p:sp>
      <p:sp>
        <p:nvSpPr>
          <p:cNvPr id="4" name="Text 2"/>
          <p:cNvSpPr/>
          <p:nvPr/>
        </p:nvSpPr>
        <p:spPr>
          <a:xfrm>
            <a:off x="812800" y="4343400"/>
            <a:ext cx="10883392" cy="381000"/>
          </a:xfrm>
          <a:prstGeom prst="rect">
            <a:avLst/>
          </a:prstGeom>
          <a:noFill/>
          <a:ln/>
        </p:spPr>
        <p:txBody>
          <a:bodyPr wrap="square" lIns="0" tIns="0" rIns="0" bIns="0" rtlCol="0" anchor="t">
            <a:normAutofit/>
          </a:bodyPr>
          <a:lstStyle/>
          <a:p>
            <a:pPr defTabSz="1219170">
              <a:lnSpc>
                <a:spcPts val="2800"/>
              </a:lnSpc>
            </a:pPr>
            <a:endParaRPr lang="en-US" sz="2000" dirty="0">
              <a:solidFill>
                <a:srgbClr val="1B1F3B"/>
              </a:solidFill>
              <a:latin typeface="Calibri"/>
            </a:endParaRPr>
          </a:p>
        </p:txBody>
      </p:sp>
      <p:sp>
        <p:nvSpPr>
          <p:cNvPr id="5" name="Rectangle 4"/>
          <p:cNvSpPr/>
          <p:nvPr/>
        </p:nvSpPr>
        <p:spPr>
          <a:xfrm>
            <a:off x="731520" y="2377440"/>
            <a:ext cx="1097280" cy="85344"/>
          </a:xfrm>
          <a:prstGeom prst="rect">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Tree>
    <p:extLst>
      <p:ext uri="{BB962C8B-B14F-4D97-AF65-F5344CB8AC3E}">
        <p14:creationId xmlns:p14="http://schemas.microsoft.com/office/powerpoint/2010/main" val="18641954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9456" cy="6858000"/>
          </a:xfrm>
          <a:prstGeom prst="rect">
            <a:avLst/>
          </a:prstGeom>
          <a:solidFill>
            <a:srgbClr val="2D3A8C"/>
          </a:solidFill>
          <a:ln/>
        </p:spPr>
      </p:sp>
      <p:sp>
        <p:nvSpPr>
          <p:cNvPr id="3" name="Text 1"/>
          <p:cNvSpPr txBox="1"/>
          <p:nvPr/>
        </p:nvSpPr>
        <p:spPr>
          <a:xfrm>
            <a:off x="731520" y="365760"/>
            <a:ext cx="10728960" cy="853440"/>
          </a:xfrm>
          <a:prstGeom prst="rect">
            <a:avLst/>
          </a:prstGeom>
          <a:noFill/>
          <a:ln/>
        </p:spPr>
        <p:txBody>
          <a:bodyPr wrap="square" lIns="0" tIns="0" rIns="0" bIns="0" rtlCol="0" anchor="ctr"/>
          <a:lstStyle/>
          <a:p>
            <a:pPr defTabSz="1219170"/>
            <a:r>
              <a:rPr lang="en-US" sz="3733" b="1" dirty="0">
                <a:solidFill>
                  <a:srgbClr val="1B1F3B"/>
                </a:solidFill>
                <a:latin typeface="Calibri"/>
              </a:rPr>
              <a:t>Backup: EDA code cheat sheet</a:t>
            </a:r>
            <a:endParaRPr lang="en-US" sz="3733" dirty="0">
              <a:solidFill>
                <a:srgbClr val="1B1F3B"/>
              </a:solidFill>
              <a:latin typeface="Calibri"/>
            </a:endParaRPr>
          </a:p>
        </p:txBody>
      </p:sp>
      <p:sp>
        <p:nvSpPr>
          <p:cNvPr id="5" name="Shape 2"/>
          <p:cNvSpPr/>
          <p:nvPr/>
        </p:nvSpPr>
        <p:spPr>
          <a:xfrm>
            <a:off x="731520" y="1463040"/>
            <a:ext cx="10728960" cy="4632960"/>
          </a:xfrm>
          <a:prstGeom prst="rect">
            <a:avLst/>
          </a:prstGeom>
          <a:solidFill>
            <a:srgbClr val="1B1F3B"/>
          </a:solidFill>
          <a:ln/>
        </p:spPr>
      </p:sp>
      <p:sp>
        <p:nvSpPr>
          <p:cNvPr id="6" name="Text 3"/>
          <p:cNvSpPr txBox="1"/>
          <p:nvPr/>
        </p:nvSpPr>
        <p:spPr>
          <a:xfrm>
            <a:off x="975360" y="1645920"/>
            <a:ext cx="10241280" cy="4267200"/>
          </a:xfrm>
          <a:prstGeom prst="rect">
            <a:avLst/>
          </a:prstGeom>
          <a:noFill/>
          <a:ln/>
        </p:spPr>
        <p:txBody>
          <a:bodyPr wrap="square" lIns="0" tIns="0" rIns="0" bIns="0" rtlCol="0" anchor="t"/>
          <a:lstStyle/>
          <a:p>
            <a:pPr defTabSz="1219170">
              <a:spcAft>
                <a:spcPts val="267"/>
              </a:spcAft>
            </a:pPr>
            <a:r>
              <a:rPr lang="en-US" sz="1600" dirty="0">
                <a:solidFill>
                  <a:srgbClr val="F2A33A"/>
                </a:solidFill>
                <a:latin typeface="Consolas" pitchFamily="34" charset="0"/>
                <a:ea typeface="Consolas" pitchFamily="34" charset="-122"/>
                <a:cs typeface="Consolas" pitchFamily="34" charset="-120"/>
              </a:rPr>
              <a:t># Look and check</a:t>
            </a:r>
            <a:endParaRPr lang="en-US" sz="1600" dirty="0">
              <a:solidFill>
                <a:srgbClr val="1B1F3B"/>
              </a:solidFill>
              <a:latin typeface="Calibri"/>
            </a:endParaRPr>
          </a:p>
          <a:p>
            <a:pPr defTabSz="1219170">
              <a:spcAft>
                <a:spcPts val="267"/>
              </a:spcAft>
            </a:pPr>
            <a:r>
              <a:rPr lang="en-US" sz="1600" dirty="0">
                <a:solidFill>
                  <a:srgbClr val="E8EBFF"/>
                </a:solidFill>
                <a:latin typeface="Consolas" pitchFamily="34" charset="0"/>
                <a:ea typeface="Consolas" pitchFamily="34" charset="-122"/>
                <a:cs typeface="Consolas" pitchFamily="34" charset="-120"/>
              </a:rPr>
              <a:t>train.shape; train.info(); train.describe()</a:t>
            </a:r>
            <a:endParaRPr lang="en-US" sz="1600" dirty="0">
              <a:solidFill>
                <a:srgbClr val="1B1F3B"/>
              </a:solidFill>
              <a:latin typeface="Calibri"/>
            </a:endParaRPr>
          </a:p>
          <a:p>
            <a:pPr defTabSz="1219170">
              <a:spcAft>
                <a:spcPts val="267"/>
              </a:spcAft>
            </a:pPr>
            <a:r>
              <a:rPr lang="en-US" sz="1600" dirty="0">
                <a:solidFill>
                  <a:srgbClr val="E8EBFF"/>
                </a:solidFill>
                <a:latin typeface="Consolas" pitchFamily="34" charset="0"/>
                <a:ea typeface="Consolas" pitchFamily="34" charset="-122"/>
                <a:cs typeface="Consolas" pitchFamily="34" charset="-120"/>
              </a:rPr>
              <a:t>train.isnull().sum(); train.duplicated().sum()</a:t>
            </a:r>
            <a:endParaRPr lang="en-US" sz="1600" dirty="0">
              <a:solidFill>
                <a:srgbClr val="1B1F3B"/>
              </a:solidFill>
              <a:latin typeface="Calibri"/>
            </a:endParaRPr>
          </a:p>
          <a:p>
            <a:pPr defTabSz="1219170">
              <a:spcAft>
                <a:spcPts val="267"/>
              </a:spcAft>
            </a:pPr>
            <a:r>
              <a:rPr lang="en-US" sz="1600" dirty="0">
                <a:solidFill>
                  <a:srgbClr val="F2A33A"/>
                </a:solidFill>
                <a:latin typeface="Consolas" pitchFamily="34" charset="0"/>
                <a:ea typeface="Consolas" pitchFamily="34" charset="-122"/>
                <a:cs typeface="Consolas" pitchFamily="34" charset="-120"/>
              </a:rPr>
              <a:t># Class balance (overall and by map)</a:t>
            </a:r>
            <a:endParaRPr lang="en-US" sz="1600" dirty="0">
              <a:solidFill>
                <a:srgbClr val="1B1F3B"/>
              </a:solidFill>
              <a:latin typeface="Calibri"/>
            </a:endParaRPr>
          </a:p>
          <a:p>
            <a:pPr defTabSz="1219170">
              <a:spcAft>
                <a:spcPts val="267"/>
              </a:spcAft>
            </a:pPr>
            <a:r>
              <a:rPr lang="en-US" sz="1600" dirty="0">
                <a:solidFill>
                  <a:srgbClr val="E8EBFF"/>
                </a:solidFill>
                <a:latin typeface="Consolas" pitchFamily="34" charset="0"/>
                <a:ea typeface="Consolas" pitchFamily="34" charset="-122"/>
                <a:cs typeface="Consolas" pitchFamily="34" charset="-120"/>
              </a:rPr>
              <a:t>train["congestion_label"].value_counts(normalize=True)</a:t>
            </a:r>
            <a:endParaRPr lang="en-US" sz="1600" dirty="0">
              <a:solidFill>
                <a:srgbClr val="1B1F3B"/>
              </a:solidFill>
              <a:latin typeface="Calibri"/>
            </a:endParaRPr>
          </a:p>
          <a:p>
            <a:pPr defTabSz="1219170">
              <a:spcAft>
                <a:spcPts val="267"/>
              </a:spcAft>
            </a:pPr>
            <a:r>
              <a:rPr lang="en-US" sz="1600" dirty="0">
                <a:solidFill>
                  <a:srgbClr val="E8EBFF"/>
                </a:solidFill>
                <a:latin typeface="Consolas" pitchFamily="34" charset="0"/>
                <a:ea typeface="Consolas" pitchFamily="34" charset="-122"/>
                <a:cs typeface="Consolas" pitchFamily="34" charset="-120"/>
              </a:rPr>
              <a:t>pd.crosstab(train.map_id, train.congestion_label, normalize="index")</a:t>
            </a:r>
            <a:endParaRPr lang="en-US" sz="1600" dirty="0">
              <a:solidFill>
                <a:srgbClr val="1B1F3B"/>
              </a:solidFill>
              <a:latin typeface="Calibri"/>
            </a:endParaRPr>
          </a:p>
          <a:p>
            <a:pPr defTabSz="1219170">
              <a:spcAft>
                <a:spcPts val="267"/>
              </a:spcAft>
            </a:pPr>
            <a:r>
              <a:rPr lang="en-US" sz="1600" dirty="0">
                <a:solidFill>
                  <a:srgbClr val="F2A33A"/>
                </a:solidFill>
                <a:latin typeface="Consolas" pitchFamily="34" charset="0"/>
                <a:ea typeface="Consolas" pitchFamily="34" charset="-122"/>
                <a:cs typeface="Consolas" pitchFamily="34" charset="-120"/>
              </a:rPr>
              <a:t># Features vs label</a:t>
            </a:r>
            <a:endParaRPr lang="en-US" sz="1600" dirty="0">
              <a:solidFill>
                <a:srgbClr val="1B1F3B"/>
              </a:solidFill>
              <a:latin typeface="Calibri"/>
            </a:endParaRPr>
          </a:p>
          <a:p>
            <a:pPr defTabSz="1219170">
              <a:spcAft>
                <a:spcPts val="267"/>
              </a:spcAft>
            </a:pPr>
            <a:r>
              <a:rPr lang="en-US" sz="1600" dirty="0">
                <a:solidFill>
                  <a:srgbClr val="E8EBFF"/>
                </a:solidFill>
                <a:latin typeface="Consolas" pitchFamily="34" charset="0"/>
                <a:ea typeface="Consolas" pitchFamily="34" charset="-122"/>
                <a:cs typeface="Consolas" pitchFamily="34" charset="-120"/>
              </a:rPr>
              <a:t>train.groupby("congestion_label")[feats].median()</a:t>
            </a:r>
            <a:endParaRPr lang="en-US" sz="1600" dirty="0">
              <a:solidFill>
                <a:srgbClr val="1B1F3B"/>
              </a:solidFill>
              <a:latin typeface="Calibri"/>
            </a:endParaRPr>
          </a:p>
          <a:p>
            <a:pPr defTabSz="1219170">
              <a:spcAft>
                <a:spcPts val="267"/>
              </a:spcAft>
            </a:pPr>
            <a:r>
              <a:rPr lang="en-US" sz="1600" dirty="0">
                <a:solidFill>
                  <a:srgbClr val="F2A33A"/>
                </a:solidFill>
                <a:latin typeface="Consolas" pitchFamily="34" charset="0"/>
                <a:ea typeface="Consolas" pitchFamily="34" charset="-122"/>
                <a:cs typeface="Consolas" pitchFamily="34" charset="-120"/>
              </a:rPr>
              <a:t># Draw a map</a:t>
            </a:r>
            <a:endParaRPr lang="en-US" sz="1600" dirty="0">
              <a:solidFill>
                <a:srgbClr val="1B1F3B"/>
              </a:solidFill>
              <a:latin typeface="Calibri"/>
            </a:endParaRPr>
          </a:p>
          <a:p>
            <a:pPr defTabSz="1219170">
              <a:spcAft>
                <a:spcPts val="267"/>
              </a:spcAft>
            </a:pPr>
            <a:r>
              <a:rPr lang="en-US" sz="1600" dirty="0">
                <a:solidFill>
                  <a:srgbClr val="E8EBFF"/>
                </a:solidFill>
                <a:latin typeface="Consolas" pitchFamily="34" charset="0"/>
                <a:ea typeface="Consolas" pitchFamily="34" charset="-122"/>
                <a:cs typeface="Consolas" pitchFamily="34" charset="-120"/>
              </a:rPr>
              <a:t>g = train[train.map_id==0].pivot(index="row", columns="col", values="y")</a:t>
            </a:r>
            <a:endParaRPr lang="en-US" sz="1600" dirty="0">
              <a:solidFill>
                <a:srgbClr val="1B1F3B"/>
              </a:solidFill>
              <a:latin typeface="Calibri"/>
            </a:endParaRPr>
          </a:p>
          <a:p>
            <a:pPr defTabSz="1219170">
              <a:spcAft>
                <a:spcPts val="267"/>
              </a:spcAft>
            </a:pPr>
            <a:r>
              <a:rPr lang="en-US" sz="1600" dirty="0">
                <a:solidFill>
                  <a:srgbClr val="E8EBFF"/>
                </a:solidFill>
                <a:latin typeface="Consolas" pitchFamily="34" charset="0"/>
                <a:ea typeface="Consolas" pitchFamily="34" charset="-122"/>
                <a:cs typeface="Consolas" pitchFamily="34" charset="-120"/>
              </a:rPr>
              <a:t>plt.imshow(g)</a:t>
            </a:r>
            <a:endParaRPr lang="en-US" sz="1600" dirty="0">
              <a:solidFill>
                <a:srgbClr val="1B1F3B"/>
              </a:solidFill>
              <a:latin typeface="Calibri"/>
            </a:endParaRPr>
          </a:p>
          <a:p>
            <a:pPr defTabSz="1219170">
              <a:spcAft>
                <a:spcPts val="267"/>
              </a:spcAft>
            </a:pPr>
            <a:r>
              <a:rPr lang="en-US" sz="1600" dirty="0">
                <a:solidFill>
                  <a:srgbClr val="F2A33A"/>
                </a:solidFill>
                <a:latin typeface="Consolas" pitchFamily="34" charset="0"/>
                <a:ea typeface="Consolas" pitchFamily="34" charset="-122"/>
                <a:cs typeface="Consolas" pitchFamily="34" charset="-120"/>
              </a:rPr>
              <a:t># Correlations</a:t>
            </a:r>
            <a:endParaRPr lang="en-US" sz="1600" dirty="0">
              <a:solidFill>
                <a:srgbClr val="1B1F3B"/>
              </a:solidFill>
              <a:latin typeface="Calibri"/>
            </a:endParaRPr>
          </a:p>
          <a:p>
            <a:pPr defTabSz="1219170">
              <a:spcAft>
                <a:spcPts val="267"/>
              </a:spcAft>
            </a:pPr>
            <a:r>
              <a:rPr lang="en-US" sz="1600" dirty="0">
                <a:solidFill>
                  <a:srgbClr val="E8EBFF"/>
                </a:solidFill>
                <a:latin typeface="Consolas" pitchFamily="34" charset="0"/>
                <a:ea typeface="Consolas" pitchFamily="34" charset="-122"/>
                <a:cs typeface="Consolas" pitchFamily="34" charset="-120"/>
              </a:rPr>
              <a:t>sns.heatmap(train[feats].corr(), annot=True, cmap="RdBu_r")</a:t>
            </a:r>
            <a:endParaRPr lang="en-US" sz="1600" dirty="0">
              <a:solidFill>
                <a:srgbClr val="1B1F3B"/>
              </a:solidFill>
              <a:latin typeface="Calibri"/>
            </a:endParaRPr>
          </a:p>
        </p:txBody>
      </p:sp>
    </p:spTree>
    <p:extLst>
      <p:ext uri="{BB962C8B-B14F-4D97-AF65-F5344CB8AC3E}">
        <p14:creationId xmlns:p14="http://schemas.microsoft.com/office/powerpoint/2010/main" val="32538815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2" name="Text 0"/>
          <p:cNvSpPr>
            <a:spLocks noGrp="1"/>
          </p:cNvSpPr>
          <p:nvPr>
            <p:ph type="title"/>
          </p:nvPr>
        </p:nvSpPr>
        <p:spPr>
          <a:xfrm>
            <a:off x="731520" y="365760"/>
            <a:ext cx="10728960" cy="853440"/>
          </a:xfrm>
          <a:prstGeom prst="rect">
            <a:avLst/>
          </a:prstGeom>
          <a:noFill/>
          <a:ln/>
        </p:spPr>
        <p:txBody>
          <a:bodyPr wrap="square" lIns="0" tIns="0" rIns="0" bIns="0" rtlCol="0" anchor="ctr">
            <a:noAutofit/>
          </a:bodyPr>
          <a:lstStyle/>
          <a:p>
            <a:pPr>
              <a:lnSpc>
                <a:spcPts val="3960"/>
              </a:lnSpc>
            </a:pPr>
            <a:r>
              <a:rPr lang="en-US" sz="3733" b="1" dirty="0"/>
              <a:t>Supervised learning</a:t>
            </a:r>
            <a:endParaRPr lang="en-US" dirty="0"/>
          </a:p>
        </p:txBody>
      </p:sp>
      <p:sp>
        <p:nvSpPr>
          <p:cNvPr id="3" name="Text 1"/>
          <p:cNvSpPr/>
          <p:nvPr/>
        </p:nvSpPr>
        <p:spPr>
          <a:xfrm>
            <a:off x="812800" y="1569720"/>
            <a:ext cx="10883392" cy="334011"/>
          </a:xfrm>
          <a:prstGeom prst="rect">
            <a:avLst/>
          </a:prstGeom>
          <a:noFill/>
          <a:ln/>
        </p:spPr>
        <p:txBody>
          <a:bodyPr wrap="square" lIns="0" tIns="0" rIns="0" bIns="0" rtlCol="0" anchor="t">
            <a:normAutofit/>
          </a:bodyPr>
          <a:lstStyle/>
          <a:p>
            <a:pPr defTabSz="1219170">
              <a:lnSpc>
                <a:spcPts val="2429"/>
              </a:lnSpc>
            </a:pPr>
            <a:r>
              <a:rPr lang="en-US" dirty="0">
                <a:solidFill>
                  <a:srgbClr val="1B1F3B"/>
                </a:solidFill>
                <a:latin typeface="Calibri" pitchFamily="34" charset="0"/>
                <a:ea typeface="Calibri" pitchFamily="34" charset="-122"/>
                <a:cs typeface="Calibri" pitchFamily="34" charset="-120"/>
              </a:rPr>
              <a:t>Learn from solved examples, then predict new ones.</a:t>
            </a:r>
            <a:endParaRPr lang="en-US" dirty="0">
              <a:solidFill>
                <a:srgbClr val="1B1F3B"/>
              </a:solidFill>
              <a:latin typeface="Calibri"/>
            </a:endParaRPr>
          </a:p>
        </p:txBody>
      </p:sp>
      <p:sp>
        <p:nvSpPr>
          <p:cNvPr id="4" name="Shape 2"/>
          <p:cNvSpPr/>
          <p:nvPr/>
        </p:nvSpPr>
        <p:spPr>
          <a:xfrm>
            <a:off x="822326" y="2141855"/>
            <a:ext cx="4797901" cy="2388869"/>
          </a:xfrm>
          <a:prstGeom prst="rect">
            <a:avLst/>
          </a:prstGeom>
          <a:solidFill>
            <a:srgbClr val="DDDFED"/>
          </a:solidFill>
          <a:ln w="14288">
            <a:solidFill>
              <a:srgbClr val="1B1F3B"/>
            </a:solidFill>
            <a:prstDash val="solid"/>
          </a:ln>
        </p:spPr>
        <p:txBody>
          <a:bodyPr/>
          <a:lstStyle/>
          <a:p>
            <a:pPr defTabSz="1219170"/>
            <a:endParaRPr>
              <a:solidFill>
                <a:srgbClr val="1B1F3B"/>
              </a:solidFill>
              <a:latin typeface="Calibri"/>
            </a:endParaRPr>
          </a:p>
        </p:txBody>
      </p:sp>
      <p:sp>
        <p:nvSpPr>
          <p:cNvPr id="5" name="Text 3"/>
          <p:cNvSpPr/>
          <p:nvPr/>
        </p:nvSpPr>
        <p:spPr>
          <a:xfrm>
            <a:off x="1056640" y="2376171"/>
            <a:ext cx="4459149" cy="330200"/>
          </a:xfrm>
          <a:prstGeom prst="rect">
            <a:avLst/>
          </a:prstGeom>
          <a:noFill/>
          <a:ln/>
        </p:spPr>
        <p:txBody>
          <a:bodyPr wrap="square" lIns="0" tIns="0" rIns="0" bIns="0" rtlCol="0" anchor="t">
            <a:normAutofit/>
          </a:bodyPr>
          <a:lstStyle/>
          <a:p>
            <a:pPr defTabSz="1219170">
              <a:lnSpc>
                <a:spcPts val="2400"/>
              </a:lnSpc>
            </a:pPr>
            <a:r>
              <a:rPr lang="en-US" sz="2000" b="1" dirty="0">
                <a:solidFill>
                  <a:srgbClr val="1B1F3B"/>
                </a:solidFill>
                <a:latin typeface="Calibri" pitchFamily="34" charset="0"/>
                <a:ea typeface="Calibri" pitchFamily="34" charset="-122"/>
                <a:cs typeface="Calibri" pitchFamily="34" charset="-120"/>
              </a:rPr>
              <a:t>Features (inputs)</a:t>
            </a:r>
            <a:endParaRPr lang="en-US" sz="2000" dirty="0">
              <a:solidFill>
                <a:srgbClr val="1B1F3B"/>
              </a:solidFill>
              <a:latin typeface="Calibri"/>
            </a:endParaRPr>
          </a:p>
        </p:txBody>
      </p:sp>
      <p:sp>
        <p:nvSpPr>
          <p:cNvPr id="6" name="Text 4"/>
          <p:cNvSpPr/>
          <p:nvPr/>
        </p:nvSpPr>
        <p:spPr>
          <a:xfrm>
            <a:off x="1056640" y="2782571"/>
            <a:ext cx="4459149" cy="594360"/>
          </a:xfrm>
          <a:prstGeom prst="rect">
            <a:avLst/>
          </a:prstGeom>
          <a:noFill/>
          <a:ln/>
        </p:spPr>
        <p:txBody>
          <a:bodyPr wrap="square" lIns="0" tIns="0" rIns="0" bIns="0" rtlCol="0" anchor="t">
            <a:normAutofit/>
          </a:bodyPr>
          <a:lstStyle/>
          <a:p>
            <a:pPr defTabSz="1219170">
              <a:lnSpc>
                <a:spcPts val="2240"/>
              </a:lnSpc>
            </a:pPr>
            <a:r>
              <a:rPr lang="en-US" sz="1600" dirty="0">
                <a:solidFill>
                  <a:srgbClr val="1B1F3B"/>
                </a:solidFill>
                <a:latin typeface="Calibri" pitchFamily="34" charset="0"/>
                <a:ea typeface="Calibri" pitchFamily="34" charset="-122"/>
                <a:cs typeface="Calibri" pitchFamily="34" charset="-120"/>
              </a:rPr>
              <a:t>speed · density · signal delay · intersections · incident risk · road type</a:t>
            </a:r>
            <a:endParaRPr lang="en-US" sz="1600" dirty="0">
              <a:solidFill>
                <a:srgbClr val="1B1F3B"/>
              </a:solidFill>
              <a:latin typeface="Calibri"/>
            </a:endParaRPr>
          </a:p>
        </p:txBody>
      </p:sp>
      <p:sp>
        <p:nvSpPr>
          <p:cNvPr id="7" name="Text 5"/>
          <p:cNvSpPr/>
          <p:nvPr/>
        </p:nvSpPr>
        <p:spPr>
          <a:xfrm>
            <a:off x="5832951" y="2909571"/>
            <a:ext cx="631221" cy="878840"/>
          </a:xfrm>
          <a:prstGeom prst="rect">
            <a:avLst/>
          </a:prstGeom>
          <a:noFill/>
          <a:ln/>
        </p:spPr>
        <p:txBody>
          <a:bodyPr wrap="square" lIns="0" tIns="0" rIns="0" bIns="0" rtlCol="0" anchor="t">
            <a:normAutofit/>
          </a:bodyPr>
          <a:lstStyle/>
          <a:p>
            <a:pPr defTabSz="1219170">
              <a:lnSpc>
                <a:spcPts val="6720"/>
              </a:lnSpc>
            </a:pPr>
            <a:r>
              <a:rPr lang="en-US" sz="4800" dirty="0">
                <a:solidFill>
                  <a:srgbClr val="2D3A8C"/>
                </a:solidFill>
                <a:latin typeface="Calibri" pitchFamily="34" charset="0"/>
                <a:ea typeface="Calibri" pitchFamily="34" charset="-122"/>
                <a:cs typeface="Calibri" pitchFamily="34" charset="-120"/>
              </a:rPr>
              <a:t>→</a:t>
            </a:r>
            <a:endParaRPr lang="en-US" sz="4800" dirty="0">
              <a:solidFill>
                <a:srgbClr val="1B1F3B"/>
              </a:solidFill>
              <a:latin typeface="Calibri"/>
            </a:endParaRPr>
          </a:p>
        </p:txBody>
      </p:sp>
      <p:sp>
        <p:nvSpPr>
          <p:cNvPr id="8" name="Shape 6"/>
          <p:cNvSpPr/>
          <p:nvPr/>
        </p:nvSpPr>
        <p:spPr>
          <a:xfrm>
            <a:off x="6571694" y="2141855"/>
            <a:ext cx="4797981" cy="2388869"/>
          </a:xfrm>
          <a:prstGeom prst="rect">
            <a:avLst/>
          </a:prstGeom>
          <a:solidFill>
            <a:srgbClr val="FDF0DF"/>
          </a:solidFill>
          <a:ln w="14288">
            <a:solidFill>
              <a:srgbClr val="1B1F3B"/>
            </a:solidFill>
            <a:prstDash val="solid"/>
          </a:ln>
        </p:spPr>
        <p:txBody>
          <a:bodyPr/>
          <a:lstStyle/>
          <a:p>
            <a:pPr defTabSz="1219170"/>
            <a:endParaRPr>
              <a:solidFill>
                <a:srgbClr val="1B1F3B"/>
              </a:solidFill>
              <a:latin typeface="Calibri"/>
            </a:endParaRPr>
          </a:p>
        </p:txBody>
      </p:sp>
      <p:sp>
        <p:nvSpPr>
          <p:cNvPr id="9" name="Text 7"/>
          <p:cNvSpPr/>
          <p:nvPr/>
        </p:nvSpPr>
        <p:spPr>
          <a:xfrm>
            <a:off x="6806010" y="2376171"/>
            <a:ext cx="4459231" cy="330200"/>
          </a:xfrm>
          <a:prstGeom prst="rect">
            <a:avLst/>
          </a:prstGeom>
          <a:noFill/>
          <a:ln/>
        </p:spPr>
        <p:txBody>
          <a:bodyPr wrap="square" lIns="0" tIns="0" rIns="0" bIns="0" rtlCol="0" anchor="t">
            <a:normAutofit/>
          </a:bodyPr>
          <a:lstStyle/>
          <a:p>
            <a:pPr defTabSz="1219170">
              <a:lnSpc>
                <a:spcPts val="2400"/>
              </a:lnSpc>
            </a:pPr>
            <a:r>
              <a:rPr lang="en-US" sz="2000" b="1" dirty="0">
                <a:solidFill>
                  <a:srgbClr val="1B1F3B"/>
                </a:solidFill>
                <a:latin typeface="Calibri" pitchFamily="34" charset="0"/>
                <a:ea typeface="Calibri" pitchFamily="34" charset="-122"/>
                <a:cs typeface="Calibri" pitchFamily="34" charset="-120"/>
              </a:rPr>
              <a:t>Target (the answer)</a:t>
            </a:r>
            <a:endParaRPr lang="en-US" sz="2000" dirty="0">
              <a:solidFill>
                <a:srgbClr val="1B1F3B"/>
              </a:solidFill>
              <a:latin typeface="Calibri"/>
            </a:endParaRPr>
          </a:p>
        </p:txBody>
      </p:sp>
      <p:sp>
        <p:nvSpPr>
          <p:cNvPr id="10" name="Text 8"/>
          <p:cNvSpPr/>
          <p:nvPr/>
        </p:nvSpPr>
        <p:spPr>
          <a:xfrm>
            <a:off x="6806010" y="2782571"/>
            <a:ext cx="4329351" cy="436880"/>
          </a:xfrm>
          <a:prstGeom prst="rect">
            <a:avLst/>
          </a:prstGeom>
          <a:solidFill>
            <a:srgbClr val="3BAA8C"/>
          </a:solidFill>
          <a:ln/>
        </p:spPr>
        <p:txBody>
          <a:bodyPr wrap="square" lIns="122643" tIns="46443" rIns="1907" bIns="21043" rtlCol="0" anchor="t">
            <a:normAutofit/>
          </a:bodyPr>
          <a:lstStyle/>
          <a:p>
            <a:pPr defTabSz="1219170">
              <a:lnSpc>
                <a:spcPts val="2240"/>
              </a:lnSpc>
            </a:pPr>
            <a:r>
              <a:rPr lang="en-US" sz="1600" dirty="0">
                <a:solidFill>
                  <a:srgbClr val="FFFFFF"/>
                </a:solidFill>
                <a:latin typeface="Calibri" pitchFamily="34" charset="0"/>
                <a:ea typeface="Calibri" pitchFamily="34" charset="-122"/>
                <a:cs typeface="Calibri" pitchFamily="34" charset="-120"/>
              </a:rPr>
              <a:t>free_flow</a:t>
            </a:r>
            <a:endParaRPr lang="en-US" sz="1600" dirty="0">
              <a:solidFill>
                <a:srgbClr val="1B1F3B"/>
              </a:solidFill>
              <a:latin typeface="Calibri"/>
            </a:endParaRPr>
          </a:p>
        </p:txBody>
      </p:sp>
      <p:sp>
        <p:nvSpPr>
          <p:cNvPr id="11" name="Text 9"/>
          <p:cNvSpPr/>
          <p:nvPr/>
        </p:nvSpPr>
        <p:spPr>
          <a:xfrm>
            <a:off x="6806010" y="3321051"/>
            <a:ext cx="4329351" cy="436880"/>
          </a:xfrm>
          <a:prstGeom prst="rect">
            <a:avLst/>
          </a:prstGeom>
          <a:solidFill>
            <a:srgbClr val="F2A33A"/>
          </a:solidFill>
          <a:ln/>
        </p:spPr>
        <p:txBody>
          <a:bodyPr wrap="square" lIns="122643" tIns="46443" rIns="1907" bIns="21043" rtlCol="0" anchor="t">
            <a:normAutofit/>
          </a:bodyPr>
          <a:lstStyle/>
          <a:p>
            <a:pPr defTabSz="1219170">
              <a:lnSpc>
                <a:spcPts val="2240"/>
              </a:lnSpc>
            </a:pPr>
            <a:r>
              <a:rPr lang="en-US" sz="1600" dirty="0">
                <a:solidFill>
                  <a:srgbClr val="1B1F3B"/>
                </a:solidFill>
                <a:latin typeface="Calibri" pitchFamily="34" charset="0"/>
                <a:ea typeface="Calibri" pitchFamily="34" charset="-122"/>
                <a:cs typeface="Calibri" pitchFamily="34" charset="-120"/>
              </a:rPr>
              <a:t>congested</a:t>
            </a:r>
            <a:endParaRPr lang="en-US" sz="1600" dirty="0">
              <a:solidFill>
                <a:srgbClr val="1B1F3B"/>
              </a:solidFill>
              <a:latin typeface="Calibri"/>
            </a:endParaRPr>
          </a:p>
        </p:txBody>
      </p:sp>
      <p:sp>
        <p:nvSpPr>
          <p:cNvPr id="12" name="Text 10"/>
          <p:cNvSpPr/>
          <p:nvPr/>
        </p:nvSpPr>
        <p:spPr>
          <a:xfrm>
            <a:off x="6806010" y="3859531"/>
            <a:ext cx="4329351" cy="436880"/>
          </a:xfrm>
          <a:prstGeom prst="rect">
            <a:avLst/>
          </a:prstGeom>
          <a:solidFill>
            <a:srgbClr val="F2ADAD"/>
          </a:solidFill>
          <a:ln/>
        </p:spPr>
        <p:txBody>
          <a:bodyPr wrap="square" lIns="122643" tIns="46443" rIns="1907" bIns="21043" rtlCol="0" anchor="t">
            <a:normAutofit/>
          </a:bodyPr>
          <a:lstStyle/>
          <a:p>
            <a:pPr defTabSz="1219170">
              <a:lnSpc>
                <a:spcPts val="2240"/>
              </a:lnSpc>
            </a:pPr>
            <a:r>
              <a:rPr lang="en-US" sz="1600" dirty="0">
                <a:solidFill>
                  <a:srgbClr val="FFFFFF"/>
                </a:solidFill>
                <a:latin typeface="Calibri" pitchFamily="34" charset="0"/>
                <a:ea typeface="Calibri" pitchFamily="34" charset="-122"/>
                <a:cs typeface="Calibri" pitchFamily="34" charset="-120"/>
              </a:rPr>
              <a:t>blocked</a:t>
            </a:r>
            <a:endParaRPr lang="en-US" sz="1600" dirty="0">
              <a:solidFill>
                <a:srgbClr val="1B1F3B"/>
              </a:solidFill>
              <a:latin typeface="Calibri"/>
            </a:endParaRPr>
          </a:p>
        </p:txBody>
      </p:sp>
      <p:sp>
        <p:nvSpPr>
          <p:cNvPr id="13" name="Text 11"/>
          <p:cNvSpPr/>
          <p:nvPr/>
        </p:nvSpPr>
        <p:spPr>
          <a:xfrm>
            <a:off x="812800" y="4794251"/>
            <a:ext cx="10883392" cy="334011"/>
          </a:xfrm>
          <a:prstGeom prst="rect">
            <a:avLst/>
          </a:prstGeom>
          <a:noFill/>
          <a:ln/>
        </p:spPr>
        <p:txBody>
          <a:bodyPr wrap="square" lIns="0" tIns="0" rIns="0" bIns="0" rtlCol="0" anchor="t">
            <a:normAutofit/>
          </a:bodyPr>
          <a:lstStyle/>
          <a:p>
            <a:pPr defTabSz="1219170">
              <a:lnSpc>
                <a:spcPts val="2429"/>
              </a:lnSpc>
            </a:pPr>
            <a:r>
              <a:rPr lang="en-US" dirty="0">
                <a:solidFill>
                  <a:srgbClr val="1B1F3B"/>
                </a:solidFill>
                <a:latin typeface="Calibri" pitchFamily="34" charset="0"/>
                <a:ea typeface="Calibri" pitchFamily="34" charset="-122"/>
                <a:cs typeface="Calibri" pitchFamily="34" charset="-120"/>
              </a:rPr>
              <a:t>Classification predicts a category. Regression predicts a number. Ours is classification.</a:t>
            </a:r>
            <a:endParaRPr lang="en-US" dirty="0">
              <a:solidFill>
                <a:srgbClr val="1B1F3B"/>
              </a:solidFill>
              <a:latin typeface="Calibri"/>
            </a:endParaRPr>
          </a:p>
        </p:txBody>
      </p:sp>
    </p:spTree>
    <p:extLst>
      <p:ext uri="{BB962C8B-B14F-4D97-AF65-F5344CB8AC3E}">
        <p14:creationId xmlns:p14="http://schemas.microsoft.com/office/powerpoint/2010/main" val="298130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2" name="Text 0"/>
          <p:cNvSpPr>
            <a:spLocks noGrp="1"/>
          </p:cNvSpPr>
          <p:nvPr>
            <p:ph type="title"/>
          </p:nvPr>
        </p:nvSpPr>
        <p:spPr>
          <a:xfrm>
            <a:off x="731520" y="365760"/>
            <a:ext cx="10728960" cy="853440"/>
          </a:xfrm>
          <a:prstGeom prst="rect">
            <a:avLst/>
          </a:prstGeom>
          <a:noFill/>
          <a:ln/>
        </p:spPr>
        <p:txBody>
          <a:bodyPr wrap="square" lIns="0" tIns="0" rIns="0" bIns="0" rtlCol="0" anchor="ctr">
            <a:noAutofit/>
          </a:bodyPr>
          <a:lstStyle/>
          <a:p>
            <a:pPr>
              <a:lnSpc>
                <a:spcPts val="3960"/>
              </a:lnSpc>
            </a:pPr>
            <a:r>
              <a:rPr lang="en-US" sz="3733" b="1" dirty="0"/>
              <a:t>Decision tree</a:t>
            </a:r>
            <a:endParaRPr lang="en-US" dirty="0"/>
          </a:p>
        </p:txBody>
      </p:sp>
      <p:pic>
        <p:nvPicPr>
          <p:cNvPr id="3" name="Image 0" descr="A decision tree: speed over 40 gives free flow; otherwise density over 0.8 gives blocked, else congested"/>
          <p:cNvPicPr>
            <a:picLocks noChangeAspect="1"/>
          </p:cNvPicPr>
          <p:nvPr/>
        </p:nvPicPr>
        <p:blipFill>
          <a:blip r:embed="rId3"/>
          <a:srcRect t="-24" b="-24"/>
          <a:stretch/>
        </p:blipFill>
        <p:spPr>
          <a:xfrm>
            <a:off x="812800" y="1569721"/>
            <a:ext cx="10566400" cy="3365500"/>
          </a:xfrm>
          <a:prstGeom prst="rect">
            <a:avLst/>
          </a:prstGeom>
        </p:spPr>
      </p:pic>
      <p:sp>
        <p:nvSpPr>
          <p:cNvPr id="4" name="Text 1"/>
          <p:cNvSpPr/>
          <p:nvPr/>
        </p:nvSpPr>
        <p:spPr>
          <a:xfrm>
            <a:off x="812800" y="5189220"/>
            <a:ext cx="10883392" cy="334011"/>
          </a:xfrm>
          <a:prstGeom prst="rect">
            <a:avLst/>
          </a:prstGeom>
          <a:noFill/>
          <a:ln/>
        </p:spPr>
        <p:txBody>
          <a:bodyPr wrap="square" lIns="0" tIns="0" rIns="0" bIns="0" rtlCol="0" anchor="t">
            <a:normAutofit/>
          </a:bodyPr>
          <a:lstStyle/>
          <a:p>
            <a:pPr defTabSz="1219170">
              <a:lnSpc>
                <a:spcPts val="2429"/>
              </a:lnSpc>
            </a:pPr>
            <a:r>
              <a:rPr lang="en-US" dirty="0">
                <a:solidFill>
                  <a:srgbClr val="1B1F3B"/>
                </a:solidFill>
                <a:latin typeface="Calibri" pitchFamily="34" charset="0"/>
                <a:ea typeface="Calibri" pitchFamily="34" charset="-122"/>
                <a:cs typeface="Calibri" pitchFamily="34" charset="-120"/>
              </a:rPr>
              <a:t>Predicting means following the arrows. The hard part is choosing the questions.</a:t>
            </a:r>
            <a:endParaRPr lang="en-US" dirty="0">
              <a:solidFill>
                <a:srgbClr val="1B1F3B"/>
              </a:solidFill>
              <a:latin typeface="Calibri"/>
            </a:endParaRPr>
          </a:p>
        </p:txBody>
      </p:sp>
    </p:spTree>
    <p:extLst>
      <p:ext uri="{BB962C8B-B14F-4D97-AF65-F5344CB8AC3E}">
        <p14:creationId xmlns:p14="http://schemas.microsoft.com/office/powerpoint/2010/main" val="1002606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2" name="Text 0"/>
          <p:cNvSpPr>
            <a:spLocks noGrp="1"/>
          </p:cNvSpPr>
          <p:nvPr>
            <p:ph type="title"/>
          </p:nvPr>
        </p:nvSpPr>
        <p:spPr>
          <a:xfrm>
            <a:off x="731520" y="365760"/>
            <a:ext cx="10728960" cy="853440"/>
          </a:xfrm>
          <a:prstGeom prst="rect">
            <a:avLst/>
          </a:prstGeom>
          <a:noFill/>
          <a:ln/>
        </p:spPr>
        <p:txBody>
          <a:bodyPr wrap="square" lIns="0" tIns="0" rIns="0" bIns="0" rtlCol="0" anchor="ctr">
            <a:noAutofit/>
          </a:bodyPr>
          <a:lstStyle/>
          <a:p>
            <a:pPr>
              <a:lnSpc>
                <a:spcPts val="3960"/>
              </a:lnSpc>
            </a:pPr>
            <a:r>
              <a:rPr lang="en-US" sz="3733" b="1" dirty="0"/>
              <a:t>Gini impurity</a:t>
            </a:r>
            <a:endParaRPr lang="en-US" dirty="0"/>
          </a:p>
        </p:txBody>
      </p:sp>
      <p:pic>
        <p:nvPicPr>
          <p:cNvPr id="3" name="Image 0" descr="Two bags of ten balls: all red has Gini 0, five red and five blue has Gini 0.5"/>
          <p:cNvPicPr>
            <a:picLocks noChangeAspect="1"/>
          </p:cNvPicPr>
          <p:nvPr/>
        </p:nvPicPr>
        <p:blipFill>
          <a:blip r:embed="rId3"/>
          <a:srcRect t="-14" b="-14"/>
          <a:stretch/>
        </p:blipFill>
        <p:spPr>
          <a:xfrm>
            <a:off x="812800" y="1569720"/>
            <a:ext cx="10566400" cy="2921000"/>
          </a:xfrm>
          <a:prstGeom prst="rect">
            <a:avLst/>
          </a:prstGeom>
        </p:spPr>
      </p:pic>
      <p:sp>
        <p:nvSpPr>
          <p:cNvPr id="4" name="Text 1"/>
          <p:cNvSpPr/>
          <p:nvPr/>
        </p:nvSpPr>
        <p:spPr>
          <a:xfrm>
            <a:off x="812800" y="4744720"/>
            <a:ext cx="10883392" cy="334011"/>
          </a:xfrm>
          <a:prstGeom prst="rect">
            <a:avLst/>
          </a:prstGeom>
          <a:noFill/>
          <a:ln/>
        </p:spPr>
        <p:txBody>
          <a:bodyPr wrap="square" lIns="0" tIns="0" rIns="0" bIns="0" rtlCol="0" anchor="t">
            <a:normAutofit/>
          </a:bodyPr>
          <a:lstStyle/>
          <a:p>
            <a:pPr defTabSz="1219170">
              <a:lnSpc>
                <a:spcPts val="2429"/>
              </a:lnSpc>
            </a:pPr>
            <a:r>
              <a:rPr lang="en-US" dirty="0">
                <a:solidFill>
                  <a:srgbClr val="1B1F3B"/>
                </a:solidFill>
                <a:latin typeface="Calibri" pitchFamily="34" charset="0"/>
                <a:ea typeface="Calibri" pitchFamily="34" charset="-122"/>
                <a:cs typeface="Calibri" pitchFamily="34" charset="-120"/>
              </a:rPr>
              <a:t>Pick two balls (with replacement). Gini is the chance they differ.</a:t>
            </a:r>
            <a:endParaRPr lang="en-US" dirty="0">
              <a:solidFill>
                <a:srgbClr val="1B1F3B"/>
              </a:solidFill>
              <a:latin typeface="Calibri"/>
            </a:endParaRPr>
          </a:p>
        </p:txBody>
      </p:sp>
      <p:sp>
        <p:nvSpPr>
          <p:cNvPr id="5" name="Text 2"/>
          <p:cNvSpPr/>
          <p:nvPr/>
        </p:nvSpPr>
        <p:spPr>
          <a:xfrm>
            <a:off x="812800" y="5307331"/>
            <a:ext cx="10883392" cy="381000"/>
          </a:xfrm>
          <a:prstGeom prst="rect">
            <a:avLst/>
          </a:prstGeom>
          <a:noFill/>
          <a:ln/>
        </p:spPr>
        <p:txBody>
          <a:bodyPr wrap="square" lIns="0" tIns="0" rIns="0" bIns="0" rtlCol="0" anchor="t">
            <a:normAutofit/>
          </a:bodyPr>
          <a:lstStyle/>
          <a:p>
            <a:pPr defTabSz="1219170">
              <a:lnSpc>
                <a:spcPts val="2800"/>
              </a:lnSpc>
            </a:pPr>
            <a:r>
              <a:rPr lang="en-US" sz="2000" b="1" dirty="0">
                <a:solidFill>
                  <a:srgbClr val="2D3A8C"/>
                </a:solidFill>
                <a:latin typeface="Calibri" pitchFamily="34" charset="0"/>
                <a:ea typeface="Calibri" pitchFamily="34" charset="-122"/>
                <a:cs typeface="Calibri" pitchFamily="34" charset="-120"/>
              </a:rPr>
              <a:t>Gini = 1 − Σ (share of each class)²</a:t>
            </a:r>
            <a:endParaRPr lang="en-US" sz="2000" dirty="0">
              <a:solidFill>
                <a:srgbClr val="1B1F3B"/>
              </a:solidFill>
              <a:latin typeface="Calibri"/>
            </a:endParaRPr>
          </a:p>
        </p:txBody>
      </p:sp>
    </p:spTree>
    <p:extLst>
      <p:ext uri="{BB962C8B-B14F-4D97-AF65-F5344CB8AC3E}">
        <p14:creationId xmlns:p14="http://schemas.microsoft.com/office/powerpoint/2010/main" val="40909859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2" name="Text 0"/>
          <p:cNvSpPr>
            <a:spLocks noGrp="1"/>
          </p:cNvSpPr>
          <p:nvPr>
            <p:ph type="title"/>
          </p:nvPr>
        </p:nvSpPr>
        <p:spPr>
          <a:xfrm>
            <a:off x="731520" y="365760"/>
            <a:ext cx="10728960" cy="853440"/>
          </a:xfrm>
          <a:prstGeom prst="rect">
            <a:avLst/>
          </a:prstGeom>
          <a:noFill/>
          <a:ln/>
        </p:spPr>
        <p:txBody>
          <a:bodyPr wrap="square" lIns="0" tIns="0" rIns="0" bIns="0" rtlCol="0" anchor="ctr">
            <a:noAutofit/>
          </a:bodyPr>
          <a:lstStyle/>
          <a:p>
            <a:pPr>
              <a:lnSpc>
                <a:spcPts val="3960"/>
              </a:lnSpc>
            </a:pPr>
            <a:r>
              <a:rPr lang="en-US" sz="3733" b="1" dirty="0"/>
              <a:t>Choosing a question</a:t>
            </a:r>
            <a:endParaRPr lang="en-US" dirty="0"/>
          </a:p>
        </p:txBody>
      </p:sp>
      <p:graphicFrame>
        <p:nvGraphicFramePr>
          <p:cNvPr id="3" name="Table 0"/>
          <p:cNvGraphicFramePr>
            <a:graphicFrameLocks noGrp="1"/>
          </p:cNvGraphicFramePr>
          <p:nvPr/>
        </p:nvGraphicFramePr>
        <p:xfrm>
          <a:off x="822960" y="1579881"/>
          <a:ext cx="5125716" cy="3058160"/>
        </p:xfrm>
        <a:graphic>
          <a:graphicData uri="http://schemas.openxmlformats.org/drawingml/2006/table">
            <a:tbl>
              <a:tblPr/>
              <a:tblGrid>
                <a:gridCol w="1281429">
                  <a:extLst>
                    <a:ext uri="{9D8B030D-6E8A-4147-A177-3AD203B41FA5}">
                      <a16:colId xmlns:a16="http://schemas.microsoft.com/office/drawing/2014/main" val="20000"/>
                    </a:ext>
                  </a:extLst>
                </a:gridCol>
                <a:gridCol w="1281429">
                  <a:extLst>
                    <a:ext uri="{9D8B030D-6E8A-4147-A177-3AD203B41FA5}">
                      <a16:colId xmlns:a16="http://schemas.microsoft.com/office/drawing/2014/main" val="20001"/>
                    </a:ext>
                  </a:extLst>
                </a:gridCol>
                <a:gridCol w="1281429">
                  <a:extLst>
                    <a:ext uri="{9D8B030D-6E8A-4147-A177-3AD203B41FA5}">
                      <a16:colId xmlns:a16="http://schemas.microsoft.com/office/drawing/2014/main" val="20002"/>
                    </a:ext>
                  </a:extLst>
                </a:gridCol>
                <a:gridCol w="1281429">
                  <a:extLst>
                    <a:ext uri="{9D8B030D-6E8A-4147-A177-3AD203B41FA5}">
                      <a16:colId xmlns:a16="http://schemas.microsoft.com/office/drawing/2014/main" val="20003"/>
                    </a:ext>
                  </a:extLst>
                </a:gridCol>
              </a:tblGrid>
              <a:tr h="436880">
                <a:tc>
                  <a:txBody>
                    <a:bodyPr/>
                    <a:lstStyle/>
                    <a:p>
                      <a:pPr marL="0" indent="0">
                        <a:lnSpc>
                          <a:spcPts val="1680"/>
                        </a:lnSpc>
                        <a:buNone/>
                      </a:pPr>
                      <a:r>
                        <a:rPr lang="en-US" sz="1600" b="1" dirty="0">
                          <a:solidFill>
                            <a:srgbClr val="1B1F3B"/>
                          </a:solidFill>
                          <a:latin typeface="Calibri" pitchFamily="34" charset="0"/>
                          <a:ea typeface="Calibri" pitchFamily="34" charset="-122"/>
                          <a:cs typeface="Calibri" pitchFamily="34" charset="-120"/>
                        </a:rPr>
                        <a:t>Cell</a:t>
                      </a:r>
                      <a:endParaRPr lang="en-US" sz="1600" dirty="0">
                        <a:latin typeface="Calibri" charset="0"/>
                        <a:ea typeface="Calibri" charset="0"/>
                        <a:cs typeface="Calibri" charset="0"/>
                      </a:endParaRPr>
                    </a:p>
                  </a:txBody>
                  <a:tcPr marL="71120" marR="71120" marT="71120" marB="71120">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solidFill>
                      <a:srgbClr val="FDF0DF"/>
                    </a:solidFill>
                  </a:tcPr>
                </a:tc>
                <a:tc>
                  <a:txBody>
                    <a:bodyPr/>
                    <a:lstStyle/>
                    <a:p>
                      <a:pPr marL="0" indent="0">
                        <a:lnSpc>
                          <a:spcPts val="1680"/>
                        </a:lnSpc>
                        <a:buNone/>
                      </a:pPr>
                      <a:r>
                        <a:rPr lang="en-US" sz="1600" b="1" dirty="0">
                          <a:solidFill>
                            <a:srgbClr val="1B1F3B"/>
                          </a:solidFill>
                          <a:latin typeface="Calibri" pitchFamily="34" charset="0"/>
                          <a:ea typeface="Calibri" pitchFamily="34" charset="-122"/>
                          <a:cs typeface="Calibri" pitchFamily="34" charset="-120"/>
                        </a:rPr>
                        <a:t>speed</a:t>
                      </a:r>
                      <a:endParaRPr lang="en-US" sz="1600" dirty="0">
                        <a:latin typeface="Calibri" charset="0"/>
                        <a:ea typeface="Calibri" charset="0"/>
                        <a:cs typeface="Calibri" charset="0"/>
                      </a:endParaRPr>
                    </a:p>
                  </a:txBody>
                  <a:tcPr marL="71120" marR="71120" marT="71120" marB="71120">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solidFill>
                      <a:srgbClr val="FDF0DF"/>
                    </a:solidFill>
                  </a:tcPr>
                </a:tc>
                <a:tc>
                  <a:txBody>
                    <a:bodyPr/>
                    <a:lstStyle/>
                    <a:p>
                      <a:pPr marL="0" indent="0">
                        <a:lnSpc>
                          <a:spcPts val="1680"/>
                        </a:lnSpc>
                        <a:buNone/>
                      </a:pPr>
                      <a:r>
                        <a:rPr lang="en-US" sz="1600" b="1" dirty="0">
                          <a:solidFill>
                            <a:srgbClr val="1B1F3B"/>
                          </a:solidFill>
                          <a:latin typeface="Calibri" pitchFamily="34" charset="0"/>
                          <a:ea typeface="Calibri" pitchFamily="34" charset="-122"/>
                          <a:cs typeface="Calibri" pitchFamily="34" charset="-120"/>
                        </a:rPr>
                        <a:t>density</a:t>
                      </a:r>
                      <a:endParaRPr lang="en-US" sz="1600" dirty="0">
                        <a:latin typeface="Calibri" charset="0"/>
                        <a:ea typeface="Calibri" charset="0"/>
                        <a:cs typeface="Calibri" charset="0"/>
                      </a:endParaRPr>
                    </a:p>
                  </a:txBody>
                  <a:tcPr marL="71120" marR="71120" marT="71120" marB="71120">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solidFill>
                      <a:srgbClr val="FDF0DF"/>
                    </a:solidFill>
                  </a:tcPr>
                </a:tc>
                <a:tc>
                  <a:txBody>
                    <a:bodyPr/>
                    <a:lstStyle/>
                    <a:p>
                      <a:pPr marL="0" indent="0">
                        <a:lnSpc>
                          <a:spcPts val="1680"/>
                        </a:lnSpc>
                        <a:buNone/>
                      </a:pPr>
                      <a:r>
                        <a:rPr lang="en-US" sz="1600" b="1" dirty="0">
                          <a:solidFill>
                            <a:srgbClr val="1B1F3B"/>
                          </a:solidFill>
                          <a:latin typeface="Calibri" pitchFamily="34" charset="0"/>
                          <a:ea typeface="Calibri" pitchFamily="34" charset="-122"/>
                          <a:cs typeface="Calibri" pitchFamily="34" charset="-120"/>
                        </a:rPr>
                        <a:t>label</a:t>
                      </a:r>
                      <a:endParaRPr lang="en-US" sz="1600" dirty="0">
                        <a:latin typeface="Calibri" charset="0"/>
                        <a:ea typeface="Calibri" charset="0"/>
                        <a:cs typeface="Calibri" charset="0"/>
                      </a:endParaRPr>
                    </a:p>
                  </a:txBody>
                  <a:tcPr marL="71120" marR="71120" marT="71120" marB="71120">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solidFill>
                      <a:srgbClr val="FDF0DF"/>
                    </a:solidFill>
                  </a:tcPr>
                </a:tc>
                <a:extLst>
                  <a:ext uri="{0D108BD9-81ED-4DB2-BD59-A6C34878D82A}">
                    <a16:rowId xmlns:a16="http://schemas.microsoft.com/office/drawing/2014/main" val="10000"/>
                  </a:ext>
                </a:extLst>
              </a:tr>
              <a:tr h="436880">
                <a:tc>
                  <a:txBody>
                    <a:bodyPr/>
                    <a:lstStyle/>
                    <a:p>
                      <a:pPr marL="0" indent="0">
                        <a:lnSpc>
                          <a:spcPts val="1680"/>
                        </a:lnSpc>
                        <a:buNone/>
                      </a:pPr>
                      <a:r>
                        <a:rPr lang="en-US" sz="1600" dirty="0">
                          <a:solidFill>
                            <a:srgbClr val="1B1F3B"/>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71120" marR="71120" marT="71120" marB="71120">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680"/>
                        </a:lnSpc>
                        <a:buNone/>
                      </a:pPr>
                      <a:r>
                        <a:rPr lang="en-US" sz="1600" dirty="0">
                          <a:solidFill>
                            <a:srgbClr val="1B1F3B"/>
                          </a:solidFill>
                          <a:latin typeface="Calibri" pitchFamily="34" charset="0"/>
                          <a:ea typeface="Calibri" pitchFamily="34" charset="-122"/>
                          <a:cs typeface="Calibri" pitchFamily="34" charset="-120"/>
                        </a:rPr>
                        <a:t>60</a:t>
                      </a:r>
                      <a:endParaRPr lang="en-US" sz="1600" dirty="0">
                        <a:latin typeface="Calibri" charset="0"/>
                        <a:ea typeface="Calibri" charset="0"/>
                        <a:cs typeface="Calibri" charset="0"/>
                      </a:endParaRPr>
                    </a:p>
                  </a:txBody>
                  <a:tcPr marL="71120" marR="71120" marT="71120" marB="71120">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680"/>
                        </a:lnSpc>
                        <a:buNone/>
                      </a:pPr>
                      <a:r>
                        <a:rPr lang="en-US" sz="1600" dirty="0">
                          <a:solidFill>
                            <a:srgbClr val="1B1F3B"/>
                          </a:solidFill>
                          <a:latin typeface="Calibri" pitchFamily="34" charset="0"/>
                          <a:ea typeface="Calibri" pitchFamily="34" charset="-122"/>
                          <a:cs typeface="Calibri" pitchFamily="34" charset="-120"/>
                        </a:rPr>
                        <a:t>0.2</a:t>
                      </a:r>
                      <a:endParaRPr lang="en-US" sz="1600" dirty="0">
                        <a:latin typeface="Calibri" charset="0"/>
                        <a:ea typeface="Calibri" charset="0"/>
                        <a:cs typeface="Calibri" charset="0"/>
                      </a:endParaRPr>
                    </a:p>
                  </a:txBody>
                  <a:tcPr marL="71120" marR="71120" marT="71120" marB="71120">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680"/>
                        </a:lnSpc>
                        <a:buNone/>
                      </a:pPr>
                      <a:r>
                        <a:rPr lang="en-US" sz="1600" dirty="0">
                          <a:solidFill>
                            <a:srgbClr val="1B1F3B"/>
                          </a:solidFill>
                          <a:latin typeface="Calibri" pitchFamily="34" charset="0"/>
                          <a:ea typeface="Calibri" pitchFamily="34" charset="-122"/>
                          <a:cs typeface="Calibri" pitchFamily="34" charset="-120"/>
                        </a:rPr>
                        <a:t>free</a:t>
                      </a:r>
                      <a:endParaRPr lang="en-US" sz="1600" dirty="0">
                        <a:latin typeface="Calibri" charset="0"/>
                        <a:ea typeface="Calibri" charset="0"/>
                        <a:cs typeface="Calibri" charset="0"/>
                      </a:endParaRPr>
                    </a:p>
                  </a:txBody>
                  <a:tcPr marL="71120" marR="71120" marT="71120" marB="71120">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extLst>
                  <a:ext uri="{0D108BD9-81ED-4DB2-BD59-A6C34878D82A}">
                    <a16:rowId xmlns:a16="http://schemas.microsoft.com/office/drawing/2014/main" val="10001"/>
                  </a:ext>
                </a:extLst>
              </a:tr>
              <a:tr h="436880">
                <a:tc>
                  <a:txBody>
                    <a:bodyPr/>
                    <a:lstStyle/>
                    <a:p>
                      <a:pPr marL="0" indent="0">
                        <a:lnSpc>
                          <a:spcPts val="1680"/>
                        </a:lnSpc>
                        <a:buNone/>
                      </a:pPr>
                      <a:r>
                        <a:rPr lang="en-US" sz="1600" dirty="0">
                          <a:solidFill>
                            <a:srgbClr val="1B1F3B"/>
                          </a:solidFill>
                          <a:latin typeface="Calibri" pitchFamily="34" charset="0"/>
                          <a:ea typeface="Calibri" pitchFamily="34" charset="-122"/>
                          <a:cs typeface="Calibri" pitchFamily="34" charset="-120"/>
                        </a:rPr>
                        <a:t>B</a:t>
                      </a:r>
                      <a:endParaRPr lang="en-US" sz="1600" dirty="0">
                        <a:latin typeface="Calibri" charset="0"/>
                        <a:ea typeface="Calibri" charset="0"/>
                        <a:cs typeface="Calibri" charset="0"/>
                      </a:endParaRPr>
                    </a:p>
                  </a:txBody>
                  <a:tcPr marL="71120" marR="71120" marT="71120" marB="71120">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680"/>
                        </a:lnSpc>
                        <a:buNone/>
                      </a:pPr>
                      <a:r>
                        <a:rPr lang="en-US" sz="1600" dirty="0">
                          <a:solidFill>
                            <a:srgbClr val="1B1F3B"/>
                          </a:solidFill>
                          <a:latin typeface="Calibri" pitchFamily="34" charset="0"/>
                          <a:ea typeface="Calibri" pitchFamily="34" charset="-122"/>
                          <a:cs typeface="Calibri" pitchFamily="34" charset="-120"/>
                        </a:rPr>
                        <a:t>55</a:t>
                      </a:r>
                      <a:endParaRPr lang="en-US" sz="1600" dirty="0">
                        <a:latin typeface="Calibri" charset="0"/>
                        <a:ea typeface="Calibri" charset="0"/>
                        <a:cs typeface="Calibri" charset="0"/>
                      </a:endParaRPr>
                    </a:p>
                  </a:txBody>
                  <a:tcPr marL="71120" marR="71120" marT="71120" marB="71120">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680"/>
                        </a:lnSpc>
                        <a:buNone/>
                      </a:pPr>
                      <a:r>
                        <a:rPr lang="en-US" sz="1600" dirty="0">
                          <a:solidFill>
                            <a:srgbClr val="1B1F3B"/>
                          </a:solidFill>
                          <a:latin typeface="Calibri" pitchFamily="34" charset="0"/>
                          <a:ea typeface="Calibri" pitchFamily="34" charset="-122"/>
                          <a:cs typeface="Calibri" pitchFamily="34" charset="-120"/>
                        </a:rPr>
                        <a:t>0.3</a:t>
                      </a:r>
                      <a:endParaRPr lang="en-US" sz="1600" dirty="0">
                        <a:latin typeface="Calibri" charset="0"/>
                        <a:ea typeface="Calibri" charset="0"/>
                        <a:cs typeface="Calibri" charset="0"/>
                      </a:endParaRPr>
                    </a:p>
                  </a:txBody>
                  <a:tcPr marL="71120" marR="71120" marT="71120" marB="71120">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680"/>
                        </a:lnSpc>
                        <a:buNone/>
                      </a:pPr>
                      <a:r>
                        <a:rPr lang="en-US" sz="1600" dirty="0">
                          <a:solidFill>
                            <a:srgbClr val="1B1F3B"/>
                          </a:solidFill>
                          <a:latin typeface="Calibri" pitchFamily="34" charset="0"/>
                          <a:ea typeface="Calibri" pitchFamily="34" charset="-122"/>
                          <a:cs typeface="Calibri" pitchFamily="34" charset="-120"/>
                        </a:rPr>
                        <a:t>free</a:t>
                      </a:r>
                      <a:endParaRPr lang="en-US" sz="1600" dirty="0">
                        <a:latin typeface="Calibri" charset="0"/>
                        <a:ea typeface="Calibri" charset="0"/>
                        <a:cs typeface="Calibri" charset="0"/>
                      </a:endParaRPr>
                    </a:p>
                  </a:txBody>
                  <a:tcPr marL="71120" marR="71120" marT="71120" marB="71120">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extLst>
                  <a:ext uri="{0D108BD9-81ED-4DB2-BD59-A6C34878D82A}">
                    <a16:rowId xmlns:a16="http://schemas.microsoft.com/office/drawing/2014/main" val="10002"/>
                  </a:ext>
                </a:extLst>
              </a:tr>
              <a:tr h="436880">
                <a:tc>
                  <a:txBody>
                    <a:bodyPr/>
                    <a:lstStyle/>
                    <a:p>
                      <a:pPr marL="0" indent="0">
                        <a:lnSpc>
                          <a:spcPts val="1680"/>
                        </a:lnSpc>
                        <a:buNone/>
                      </a:pPr>
                      <a:r>
                        <a:rPr lang="en-US" sz="1600" dirty="0">
                          <a:solidFill>
                            <a:srgbClr val="1B1F3B"/>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71120" marR="71120" marT="71120" marB="71120">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680"/>
                        </a:lnSpc>
                        <a:buNone/>
                      </a:pPr>
                      <a:r>
                        <a:rPr lang="en-US" sz="1600" dirty="0">
                          <a:solidFill>
                            <a:srgbClr val="1B1F3B"/>
                          </a:solidFill>
                          <a:latin typeface="Calibri" pitchFamily="34" charset="0"/>
                          <a:ea typeface="Calibri" pitchFamily="34" charset="-122"/>
                          <a:cs typeface="Calibri" pitchFamily="34" charset="-120"/>
                        </a:rPr>
                        <a:t>30</a:t>
                      </a:r>
                      <a:endParaRPr lang="en-US" sz="1600" dirty="0">
                        <a:latin typeface="Calibri" charset="0"/>
                        <a:ea typeface="Calibri" charset="0"/>
                        <a:cs typeface="Calibri" charset="0"/>
                      </a:endParaRPr>
                    </a:p>
                  </a:txBody>
                  <a:tcPr marL="71120" marR="71120" marT="71120" marB="71120">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680"/>
                        </a:lnSpc>
                        <a:buNone/>
                      </a:pPr>
                      <a:r>
                        <a:rPr lang="en-US" sz="1600" dirty="0">
                          <a:solidFill>
                            <a:srgbClr val="1B1F3B"/>
                          </a:solidFill>
                          <a:latin typeface="Calibri" pitchFamily="34" charset="0"/>
                          <a:ea typeface="Calibri" pitchFamily="34" charset="-122"/>
                          <a:cs typeface="Calibri" pitchFamily="34" charset="-120"/>
                        </a:rPr>
                        <a:t>0.6</a:t>
                      </a:r>
                      <a:endParaRPr lang="en-US" sz="1600" dirty="0">
                        <a:latin typeface="Calibri" charset="0"/>
                        <a:ea typeface="Calibri" charset="0"/>
                        <a:cs typeface="Calibri" charset="0"/>
                      </a:endParaRPr>
                    </a:p>
                  </a:txBody>
                  <a:tcPr marL="71120" marR="71120" marT="71120" marB="71120">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680"/>
                        </a:lnSpc>
                        <a:buNone/>
                      </a:pPr>
                      <a:r>
                        <a:rPr lang="en-US" sz="1600" dirty="0">
                          <a:solidFill>
                            <a:srgbClr val="1B1F3B"/>
                          </a:solidFill>
                          <a:latin typeface="Calibri" pitchFamily="34" charset="0"/>
                          <a:ea typeface="Calibri" pitchFamily="34" charset="-122"/>
                          <a:cs typeface="Calibri" pitchFamily="34" charset="-120"/>
                        </a:rPr>
                        <a:t>congested</a:t>
                      </a:r>
                      <a:endParaRPr lang="en-US" sz="1600" dirty="0">
                        <a:latin typeface="Calibri" charset="0"/>
                        <a:ea typeface="Calibri" charset="0"/>
                        <a:cs typeface="Calibri" charset="0"/>
                      </a:endParaRPr>
                    </a:p>
                  </a:txBody>
                  <a:tcPr marL="71120" marR="71120" marT="71120" marB="71120">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extLst>
                  <a:ext uri="{0D108BD9-81ED-4DB2-BD59-A6C34878D82A}">
                    <a16:rowId xmlns:a16="http://schemas.microsoft.com/office/drawing/2014/main" val="10003"/>
                  </a:ext>
                </a:extLst>
              </a:tr>
              <a:tr h="436880">
                <a:tc>
                  <a:txBody>
                    <a:bodyPr/>
                    <a:lstStyle/>
                    <a:p>
                      <a:pPr marL="0" indent="0">
                        <a:lnSpc>
                          <a:spcPts val="1680"/>
                        </a:lnSpc>
                        <a:buNone/>
                      </a:pPr>
                      <a:r>
                        <a:rPr lang="en-US" sz="1600" dirty="0">
                          <a:solidFill>
                            <a:srgbClr val="1B1F3B"/>
                          </a:solidFill>
                          <a:latin typeface="Calibri" pitchFamily="34" charset="0"/>
                          <a:ea typeface="Calibri" pitchFamily="34" charset="-122"/>
                          <a:cs typeface="Calibri" pitchFamily="34" charset="-120"/>
                        </a:rPr>
                        <a:t>D</a:t>
                      </a:r>
                      <a:endParaRPr lang="en-US" sz="1600" dirty="0">
                        <a:latin typeface="Calibri" charset="0"/>
                        <a:ea typeface="Calibri" charset="0"/>
                        <a:cs typeface="Calibri" charset="0"/>
                      </a:endParaRPr>
                    </a:p>
                  </a:txBody>
                  <a:tcPr marL="71120" marR="71120" marT="71120" marB="71120">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680"/>
                        </a:lnSpc>
                        <a:buNone/>
                      </a:pPr>
                      <a:r>
                        <a:rPr lang="en-US" sz="1600" dirty="0">
                          <a:solidFill>
                            <a:srgbClr val="1B1F3B"/>
                          </a:solidFill>
                          <a:latin typeface="Calibri" pitchFamily="34" charset="0"/>
                          <a:ea typeface="Calibri" pitchFamily="34" charset="-122"/>
                          <a:cs typeface="Calibri" pitchFamily="34" charset="-120"/>
                        </a:rPr>
                        <a:t>25</a:t>
                      </a:r>
                      <a:endParaRPr lang="en-US" sz="1600" dirty="0">
                        <a:latin typeface="Calibri" charset="0"/>
                        <a:ea typeface="Calibri" charset="0"/>
                        <a:cs typeface="Calibri" charset="0"/>
                      </a:endParaRPr>
                    </a:p>
                  </a:txBody>
                  <a:tcPr marL="71120" marR="71120" marT="71120" marB="71120">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680"/>
                        </a:lnSpc>
                        <a:buNone/>
                      </a:pPr>
                      <a:r>
                        <a:rPr lang="en-US" sz="1600" dirty="0">
                          <a:solidFill>
                            <a:srgbClr val="1B1F3B"/>
                          </a:solidFill>
                          <a:latin typeface="Calibri" pitchFamily="34" charset="0"/>
                          <a:ea typeface="Calibri" pitchFamily="34" charset="-122"/>
                          <a:cs typeface="Calibri" pitchFamily="34" charset="-120"/>
                        </a:rPr>
                        <a:t>0.7</a:t>
                      </a:r>
                      <a:endParaRPr lang="en-US" sz="1600" dirty="0">
                        <a:latin typeface="Calibri" charset="0"/>
                        <a:ea typeface="Calibri" charset="0"/>
                        <a:cs typeface="Calibri" charset="0"/>
                      </a:endParaRPr>
                    </a:p>
                  </a:txBody>
                  <a:tcPr marL="71120" marR="71120" marT="71120" marB="71120">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680"/>
                        </a:lnSpc>
                        <a:buNone/>
                      </a:pPr>
                      <a:r>
                        <a:rPr lang="en-US" sz="1600" dirty="0">
                          <a:solidFill>
                            <a:srgbClr val="1B1F3B"/>
                          </a:solidFill>
                          <a:latin typeface="Calibri" pitchFamily="34" charset="0"/>
                          <a:ea typeface="Calibri" pitchFamily="34" charset="-122"/>
                          <a:cs typeface="Calibri" pitchFamily="34" charset="-120"/>
                        </a:rPr>
                        <a:t>congested</a:t>
                      </a:r>
                      <a:endParaRPr lang="en-US" sz="1600" dirty="0">
                        <a:latin typeface="Calibri" charset="0"/>
                        <a:ea typeface="Calibri" charset="0"/>
                        <a:cs typeface="Calibri" charset="0"/>
                      </a:endParaRPr>
                    </a:p>
                  </a:txBody>
                  <a:tcPr marL="71120" marR="71120" marT="71120" marB="71120">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extLst>
                  <a:ext uri="{0D108BD9-81ED-4DB2-BD59-A6C34878D82A}">
                    <a16:rowId xmlns:a16="http://schemas.microsoft.com/office/drawing/2014/main" val="10004"/>
                  </a:ext>
                </a:extLst>
              </a:tr>
              <a:tr h="436880">
                <a:tc>
                  <a:txBody>
                    <a:bodyPr/>
                    <a:lstStyle/>
                    <a:p>
                      <a:pPr marL="0" indent="0">
                        <a:lnSpc>
                          <a:spcPts val="1680"/>
                        </a:lnSpc>
                        <a:buNone/>
                      </a:pPr>
                      <a:r>
                        <a:rPr lang="en-US" sz="1600" dirty="0">
                          <a:solidFill>
                            <a:srgbClr val="1B1F3B"/>
                          </a:solidFill>
                          <a:latin typeface="Calibri" pitchFamily="34" charset="0"/>
                          <a:ea typeface="Calibri" pitchFamily="34" charset="-122"/>
                          <a:cs typeface="Calibri" pitchFamily="34" charset="-120"/>
                        </a:rPr>
                        <a:t>E</a:t>
                      </a:r>
                      <a:endParaRPr lang="en-US" sz="1600" dirty="0">
                        <a:latin typeface="Calibri" charset="0"/>
                        <a:ea typeface="Calibri" charset="0"/>
                        <a:cs typeface="Calibri" charset="0"/>
                      </a:endParaRPr>
                    </a:p>
                  </a:txBody>
                  <a:tcPr marL="71120" marR="71120" marT="71120" marB="71120">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680"/>
                        </a:lnSpc>
                        <a:buNone/>
                      </a:pPr>
                      <a:r>
                        <a:rPr lang="en-US" sz="1600" dirty="0">
                          <a:solidFill>
                            <a:srgbClr val="1B1F3B"/>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71120" marR="71120" marT="71120" marB="71120">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680"/>
                        </a:lnSpc>
                        <a:buNone/>
                      </a:pPr>
                      <a:r>
                        <a:rPr lang="en-US" sz="1600" dirty="0">
                          <a:solidFill>
                            <a:srgbClr val="1B1F3B"/>
                          </a:solidFill>
                          <a:latin typeface="Calibri" pitchFamily="34" charset="0"/>
                          <a:ea typeface="Calibri" pitchFamily="34" charset="-122"/>
                          <a:cs typeface="Calibri" pitchFamily="34" charset="-120"/>
                        </a:rPr>
                        <a:t>0.9</a:t>
                      </a:r>
                      <a:endParaRPr lang="en-US" sz="1600" dirty="0">
                        <a:latin typeface="Calibri" charset="0"/>
                        <a:ea typeface="Calibri" charset="0"/>
                        <a:cs typeface="Calibri" charset="0"/>
                      </a:endParaRPr>
                    </a:p>
                  </a:txBody>
                  <a:tcPr marL="71120" marR="71120" marT="71120" marB="71120">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680"/>
                        </a:lnSpc>
                        <a:buNone/>
                      </a:pPr>
                      <a:r>
                        <a:rPr lang="en-US" sz="1600" dirty="0">
                          <a:solidFill>
                            <a:srgbClr val="1B1F3B"/>
                          </a:solidFill>
                          <a:latin typeface="Calibri" pitchFamily="34" charset="0"/>
                          <a:ea typeface="Calibri" pitchFamily="34" charset="-122"/>
                          <a:cs typeface="Calibri" pitchFamily="34" charset="-120"/>
                        </a:rPr>
                        <a:t>blocked</a:t>
                      </a:r>
                      <a:endParaRPr lang="en-US" sz="1600" dirty="0">
                        <a:latin typeface="Calibri" charset="0"/>
                        <a:ea typeface="Calibri" charset="0"/>
                        <a:cs typeface="Calibri" charset="0"/>
                      </a:endParaRPr>
                    </a:p>
                  </a:txBody>
                  <a:tcPr marL="71120" marR="71120" marT="71120" marB="71120">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extLst>
                  <a:ext uri="{0D108BD9-81ED-4DB2-BD59-A6C34878D82A}">
                    <a16:rowId xmlns:a16="http://schemas.microsoft.com/office/drawing/2014/main" val="10005"/>
                  </a:ext>
                </a:extLst>
              </a:tr>
              <a:tr h="436880">
                <a:tc>
                  <a:txBody>
                    <a:bodyPr/>
                    <a:lstStyle/>
                    <a:p>
                      <a:pPr marL="0" indent="0">
                        <a:lnSpc>
                          <a:spcPts val="1680"/>
                        </a:lnSpc>
                        <a:buNone/>
                      </a:pPr>
                      <a:r>
                        <a:rPr lang="en-US" sz="1600" dirty="0">
                          <a:solidFill>
                            <a:srgbClr val="1B1F3B"/>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71120" marR="71120" marT="71120" marB="71120">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680"/>
                        </a:lnSpc>
                        <a:buNone/>
                      </a:pPr>
                      <a:r>
                        <a:rPr lang="en-US" sz="1600" dirty="0">
                          <a:solidFill>
                            <a:srgbClr val="1B1F3B"/>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71120" marR="71120" marT="71120" marB="71120">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680"/>
                        </a:lnSpc>
                        <a:buNone/>
                      </a:pPr>
                      <a:r>
                        <a:rPr lang="en-US" sz="1600" dirty="0">
                          <a:solidFill>
                            <a:srgbClr val="1B1F3B"/>
                          </a:solidFill>
                          <a:latin typeface="Calibri" pitchFamily="34" charset="0"/>
                          <a:ea typeface="Calibri" pitchFamily="34" charset="-122"/>
                          <a:cs typeface="Calibri" pitchFamily="34" charset="-120"/>
                        </a:rPr>
                        <a:t>0.95</a:t>
                      </a:r>
                      <a:endParaRPr lang="en-US" sz="1600" dirty="0">
                        <a:latin typeface="Calibri" charset="0"/>
                        <a:ea typeface="Calibri" charset="0"/>
                        <a:cs typeface="Calibri" charset="0"/>
                      </a:endParaRPr>
                    </a:p>
                  </a:txBody>
                  <a:tcPr marL="71120" marR="71120" marT="71120" marB="71120">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680"/>
                        </a:lnSpc>
                        <a:buNone/>
                      </a:pPr>
                      <a:r>
                        <a:rPr lang="en-US" sz="1600" dirty="0">
                          <a:solidFill>
                            <a:srgbClr val="1B1F3B"/>
                          </a:solidFill>
                          <a:latin typeface="Calibri" pitchFamily="34" charset="0"/>
                          <a:ea typeface="Calibri" pitchFamily="34" charset="-122"/>
                          <a:cs typeface="Calibri" pitchFamily="34" charset="-120"/>
                        </a:rPr>
                        <a:t>blocked</a:t>
                      </a:r>
                      <a:endParaRPr lang="en-US" sz="1600" dirty="0">
                        <a:latin typeface="Calibri" charset="0"/>
                        <a:ea typeface="Calibri" charset="0"/>
                        <a:cs typeface="Calibri" charset="0"/>
                      </a:endParaRPr>
                    </a:p>
                  </a:txBody>
                  <a:tcPr marL="71120" marR="71120" marT="71120" marB="71120">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Text 1"/>
          <p:cNvSpPr/>
          <p:nvPr/>
        </p:nvSpPr>
        <p:spPr>
          <a:xfrm>
            <a:off x="6253481" y="1569722"/>
            <a:ext cx="5279492" cy="292100"/>
          </a:xfrm>
          <a:prstGeom prst="rect">
            <a:avLst/>
          </a:prstGeom>
          <a:noFill/>
          <a:ln/>
        </p:spPr>
        <p:txBody>
          <a:bodyPr wrap="square" lIns="0" tIns="0" rIns="0" bIns="0" rtlCol="0" anchor="t">
            <a:normAutofit/>
          </a:bodyPr>
          <a:lstStyle/>
          <a:p>
            <a:pPr defTabSz="1219170">
              <a:lnSpc>
                <a:spcPts val="2100"/>
              </a:lnSpc>
            </a:pPr>
            <a:r>
              <a:rPr lang="en-US" sz="1467" dirty="0">
                <a:solidFill>
                  <a:srgbClr val="1B1F3B"/>
                </a:solidFill>
                <a:latin typeface="Calibri" pitchFamily="34" charset="0"/>
                <a:ea typeface="Calibri" pitchFamily="34" charset="-122"/>
                <a:cs typeface="Calibri" pitchFamily="34" charset="-120"/>
              </a:rPr>
              <a:t>Before any split: Gini = 0.67</a:t>
            </a:r>
            <a:endParaRPr lang="en-US" sz="1467" dirty="0">
              <a:solidFill>
                <a:srgbClr val="1B1F3B"/>
              </a:solidFill>
              <a:latin typeface="Calibri"/>
            </a:endParaRPr>
          </a:p>
        </p:txBody>
      </p:sp>
      <p:sp>
        <p:nvSpPr>
          <p:cNvPr id="5" name="Shape 2"/>
          <p:cNvSpPr/>
          <p:nvPr/>
        </p:nvSpPr>
        <p:spPr>
          <a:xfrm>
            <a:off x="6263006" y="1998347"/>
            <a:ext cx="5106669" cy="1479549"/>
          </a:xfrm>
          <a:prstGeom prst="rect">
            <a:avLst/>
          </a:prstGeom>
          <a:solidFill>
            <a:srgbClr val="E0F1ED"/>
          </a:solidFill>
          <a:ln w="14288">
            <a:solidFill>
              <a:srgbClr val="3BAA8C"/>
            </a:solidFill>
            <a:prstDash val="solid"/>
          </a:ln>
        </p:spPr>
        <p:txBody>
          <a:bodyPr/>
          <a:lstStyle/>
          <a:p>
            <a:pPr defTabSz="1219170"/>
            <a:endParaRPr>
              <a:solidFill>
                <a:srgbClr val="1B1F3B"/>
              </a:solidFill>
              <a:latin typeface="Calibri"/>
            </a:endParaRPr>
          </a:p>
        </p:txBody>
      </p:sp>
      <p:sp>
        <p:nvSpPr>
          <p:cNvPr id="6" name="Text 3"/>
          <p:cNvSpPr/>
          <p:nvPr/>
        </p:nvSpPr>
        <p:spPr>
          <a:xfrm>
            <a:off x="6497320" y="2232661"/>
            <a:ext cx="4777181" cy="299720"/>
          </a:xfrm>
          <a:prstGeom prst="rect">
            <a:avLst/>
          </a:prstGeom>
          <a:noFill/>
          <a:ln/>
        </p:spPr>
        <p:txBody>
          <a:bodyPr wrap="square" lIns="0" tIns="0" rIns="0" bIns="0" rtlCol="0" anchor="t">
            <a:normAutofit/>
          </a:bodyPr>
          <a:lstStyle/>
          <a:p>
            <a:pPr defTabSz="1219170">
              <a:lnSpc>
                <a:spcPts val="2160"/>
              </a:lnSpc>
            </a:pPr>
            <a:r>
              <a:rPr lang="en-US" b="1" dirty="0">
                <a:solidFill>
                  <a:srgbClr val="1B1F3B"/>
                </a:solidFill>
                <a:latin typeface="Calibri" pitchFamily="34" charset="0"/>
                <a:ea typeface="Calibri" pitchFamily="34" charset="-122"/>
                <a:cs typeface="Calibri" pitchFamily="34" charset="-120"/>
              </a:rPr>
              <a:t>Is speed &gt; 40?</a:t>
            </a:r>
            <a:endParaRPr lang="en-US" dirty="0">
              <a:solidFill>
                <a:srgbClr val="1B1F3B"/>
              </a:solidFill>
              <a:latin typeface="Calibri"/>
            </a:endParaRPr>
          </a:p>
        </p:txBody>
      </p:sp>
      <p:sp>
        <p:nvSpPr>
          <p:cNvPr id="7" name="Text 4"/>
          <p:cNvSpPr/>
          <p:nvPr/>
        </p:nvSpPr>
        <p:spPr>
          <a:xfrm>
            <a:off x="6497320" y="2608581"/>
            <a:ext cx="4777181" cy="274320"/>
          </a:xfrm>
          <a:prstGeom prst="rect">
            <a:avLst/>
          </a:prstGeom>
          <a:noFill/>
          <a:ln/>
        </p:spPr>
        <p:txBody>
          <a:bodyPr wrap="square" lIns="0" tIns="0" rIns="0" bIns="0" rtlCol="0" anchor="t">
            <a:normAutofit/>
          </a:bodyPr>
          <a:lstStyle/>
          <a:p>
            <a:pPr defTabSz="1219170">
              <a:lnSpc>
                <a:spcPts val="1960"/>
              </a:lnSpc>
            </a:pPr>
            <a:r>
              <a:rPr lang="en-US" sz="1400" dirty="0">
                <a:solidFill>
                  <a:srgbClr val="1B1F3B"/>
                </a:solidFill>
                <a:latin typeface="Calibri" pitchFamily="34" charset="0"/>
                <a:ea typeface="Calibri" pitchFamily="34" charset="-122"/>
                <a:cs typeface="Calibri" pitchFamily="34" charset="-120"/>
              </a:rPr>
              <a:t>Yes {A,B}: 0 · No {C,D,E,F}: 0.5</a:t>
            </a:r>
            <a:endParaRPr lang="en-US" sz="1400" dirty="0">
              <a:solidFill>
                <a:srgbClr val="1B1F3B"/>
              </a:solidFill>
              <a:latin typeface="Calibri"/>
            </a:endParaRPr>
          </a:p>
        </p:txBody>
      </p:sp>
      <p:sp>
        <p:nvSpPr>
          <p:cNvPr id="8" name="Text 5"/>
          <p:cNvSpPr/>
          <p:nvPr/>
        </p:nvSpPr>
        <p:spPr>
          <a:xfrm>
            <a:off x="6497320" y="2959100"/>
            <a:ext cx="4777181" cy="309880"/>
          </a:xfrm>
          <a:prstGeom prst="rect">
            <a:avLst/>
          </a:prstGeom>
          <a:noFill/>
          <a:ln/>
        </p:spPr>
        <p:txBody>
          <a:bodyPr wrap="square" lIns="0" tIns="0" rIns="0" bIns="0" rtlCol="0" anchor="t">
            <a:normAutofit/>
          </a:bodyPr>
          <a:lstStyle/>
          <a:p>
            <a:pPr defTabSz="1219170">
              <a:lnSpc>
                <a:spcPts val="2240"/>
              </a:lnSpc>
            </a:pPr>
            <a:r>
              <a:rPr lang="en-US" sz="1600" b="1" dirty="0">
                <a:solidFill>
                  <a:srgbClr val="1B1F3B"/>
                </a:solidFill>
                <a:latin typeface="Calibri" pitchFamily="34" charset="0"/>
                <a:ea typeface="Calibri" pitchFamily="34" charset="-122"/>
                <a:cs typeface="Calibri" pitchFamily="34" charset="-120"/>
              </a:rPr>
              <a:t>(2/6)×0 + (4/6)×0.5 = 0.33 ✓</a:t>
            </a:r>
            <a:endParaRPr lang="en-US" sz="1600" dirty="0">
              <a:solidFill>
                <a:srgbClr val="1B1F3B"/>
              </a:solidFill>
              <a:latin typeface="Calibri"/>
            </a:endParaRPr>
          </a:p>
        </p:txBody>
      </p:sp>
      <p:sp>
        <p:nvSpPr>
          <p:cNvPr id="9" name="Shape 6"/>
          <p:cNvSpPr/>
          <p:nvPr/>
        </p:nvSpPr>
        <p:spPr>
          <a:xfrm>
            <a:off x="6263006" y="3649347"/>
            <a:ext cx="5106669" cy="1479549"/>
          </a:xfrm>
          <a:prstGeom prst="rect">
            <a:avLst/>
          </a:prstGeom>
          <a:solidFill>
            <a:srgbClr val="FBE5E5"/>
          </a:solidFill>
          <a:ln w="14288">
            <a:solidFill>
              <a:srgbClr val="F2ADAD"/>
            </a:solidFill>
            <a:prstDash val="solid"/>
          </a:ln>
        </p:spPr>
        <p:txBody>
          <a:bodyPr/>
          <a:lstStyle/>
          <a:p>
            <a:pPr defTabSz="1219170"/>
            <a:endParaRPr>
              <a:solidFill>
                <a:srgbClr val="1B1F3B"/>
              </a:solidFill>
              <a:latin typeface="Calibri"/>
            </a:endParaRPr>
          </a:p>
        </p:txBody>
      </p:sp>
      <p:sp>
        <p:nvSpPr>
          <p:cNvPr id="10" name="Text 7"/>
          <p:cNvSpPr/>
          <p:nvPr/>
        </p:nvSpPr>
        <p:spPr>
          <a:xfrm>
            <a:off x="6497320" y="3883661"/>
            <a:ext cx="4777181" cy="299720"/>
          </a:xfrm>
          <a:prstGeom prst="rect">
            <a:avLst/>
          </a:prstGeom>
          <a:noFill/>
          <a:ln/>
        </p:spPr>
        <p:txBody>
          <a:bodyPr wrap="square" lIns="0" tIns="0" rIns="0" bIns="0" rtlCol="0" anchor="t">
            <a:normAutofit/>
          </a:bodyPr>
          <a:lstStyle/>
          <a:p>
            <a:pPr defTabSz="1219170">
              <a:lnSpc>
                <a:spcPts val="2160"/>
              </a:lnSpc>
            </a:pPr>
            <a:r>
              <a:rPr lang="en-US" b="1" dirty="0">
                <a:solidFill>
                  <a:srgbClr val="1B1F3B"/>
                </a:solidFill>
                <a:latin typeface="Calibri" pitchFamily="34" charset="0"/>
                <a:ea typeface="Calibri" pitchFamily="34" charset="-122"/>
                <a:cs typeface="Calibri" pitchFamily="34" charset="-120"/>
              </a:rPr>
              <a:t>Is speed &gt; 7?</a:t>
            </a:r>
            <a:endParaRPr lang="en-US" dirty="0">
              <a:solidFill>
                <a:srgbClr val="1B1F3B"/>
              </a:solidFill>
              <a:latin typeface="Calibri"/>
            </a:endParaRPr>
          </a:p>
        </p:txBody>
      </p:sp>
      <p:sp>
        <p:nvSpPr>
          <p:cNvPr id="11" name="Text 8"/>
          <p:cNvSpPr/>
          <p:nvPr/>
        </p:nvSpPr>
        <p:spPr>
          <a:xfrm>
            <a:off x="6497320" y="4259581"/>
            <a:ext cx="4777181" cy="274320"/>
          </a:xfrm>
          <a:prstGeom prst="rect">
            <a:avLst/>
          </a:prstGeom>
          <a:noFill/>
          <a:ln/>
        </p:spPr>
        <p:txBody>
          <a:bodyPr wrap="square" lIns="0" tIns="0" rIns="0" bIns="0" rtlCol="0" anchor="t">
            <a:normAutofit/>
          </a:bodyPr>
          <a:lstStyle/>
          <a:p>
            <a:pPr defTabSz="1219170">
              <a:lnSpc>
                <a:spcPts val="1960"/>
              </a:lnSpc>
            </a:pPr>
            <a:r>
              <a:rPr lang="en-US" sz="1400" dirty="0">
                <a:solidFill>
                  <a:srgbClr val="1B1F3B"/>
                </a:solidFill>
                <a:latin typeface="Calibri" pitchFamily="34" charset="0"/>
                <a:ea typeface="Calibri" pitchFamily="34" charset="-122"/>
                <a:cs typeface="Calibri" pitchFamily="34" charset="-120"/>
              </a:rPr>
              <a:t>Yes {A–E}: 0.64 · No {F}: 0</a:t>
            </a:r>
            <a:endParaRPr lang="en-US" sz="1400" dirty="0">
              <a:solidFill>
                <a:srgbClr val="1B1F3B"/>
              </a:solidFill>
              <a:latin typeface="Calibri"/>
            </a:endParaRPr>
          </a:p>
        </p:txBody>
      </p:sp>
      <p:sp>
        <p:nvSpPr>
          <p:cNvPr id="12" name="Text 9"/>
          <p:cNvSpPr/>
          <p:nvPr/>
        </p:nvSpPr>
        <p:spPr>
          <a:xfrm>
            <a:off x="6497320" y="4610100"/>
            <a:ext cx="4777181" cy="309880"/>
          </a:xfrm>
          <a:prstGeom prst="rect">
            <a:avLst/>
          </a:prstGeom>
          <a:noFill/>
          <a:ln/>
        </p:spPr>
        <p:txBody>
          <a:bodyPr wrap="square" lIns="0" tIns="0" rIns="0" bIns="0" rtlCol="0" anchor="t">
            <a:normAutofit/>
          </a:bodyPr>
          <a:lstStyle/>
          <a:p>
            <a:pPr defTabSz="1219170">
              <a:lnSpc>
                <a:spcPts val="2240"/>
              </a:lnSpc>
            </a:pPr>
            <a:r>
              <a:rPr lang="en-US" sz="1600" b="1" dirty="0">
                <a:solidFill>
                  <a:srgbClr val="1B1F3B"/>
                </a:solidFill>
                <a:latin typeface="Calibri" pitchFamily="34" charset="0"/>
                <a:ea typeface="Calibri" pitchFamily="34" charset="-122"/>
                <a:cs typeface="Calibri" pitchFamily="34" charset="-120"/>
              </a:rPr>
              <a:t>(5/6)×0.64 + (1/6)×0 = 0.53</a:t>
            </a:r>
            <a:endParaRPr lang="en-US" sz="1600" dirty="0">
              <a:solidFill>
                <a:srgbClr val="1B1F3B"/>
              </a:solidFill>
              <a:latin typeface="Calibri"/>
            </a:endParaRPr>
          </a:p>
        </p:txBody>
      </p:sp>
      <p:sp>
        <p:nvSpPr>
          <p:cNvPr id="13" name="Text 10"/>
          <p:cNvSpPr/>
          <p:nvPr/>
        </p:nvSpPr>
        <p:spPr>
          <a:xfrm>
            <a:off x="812800" y="5392421"/>
            <a:ext cx="10883392" cy="309880"/>
          </a:xfrm>
          <a:prstGeom prst="rect">
            <a:avLst/>
          </a:prstGeom>
          <a:noFill/>
          <a:ln/>
        </p:spPr>
        <p:txBody>
          <a:bodyPr wrap="square" lIns="0" tIns="0" rIns="0" bIns="0" rtlCol="0" anchor="t">
            <a:normAutofit/>
          </a:bodyPr>
          <a:lstStyle/>
          <a:p>
            <a:pPr defTabSz="1219170">
              <a:lnSpc>
                <a:spcPts val="2240"/>
              </a:lnSpc>
            </a:pPr>
            <a:r>
              <a:rPr lang="en-US" sz="1600" dirty="0">
                <a:solidFill>
                  <a:srgbClr val="1B1F3B"/>
                </a:solidFill>
                <a:latin typeface="Calibri" pitchFamily="34" charset="0"/>
                <a:ea typeface="Calibri" pitchFamily="34" charset="-122"/>
                <a:cs typeface="Calibri" pitchFamily="34" charset="-120"/>
              </a:rPr>
              <a:t>Lowest weighted Gini wins. Then repeat inside each box until max depth.</a:t>
            </a:r>
            <a:endParaRPr lang="en-US" sz="1600" dirty="0">
              <a:solidFill>
                <a:srgbClr val="1B1F3B"/>
              </a:solidFill>
              <a:latin typeface="Calibri"/>
            </a:endParaRPr>
          </a:p>
        </p:txBody>
      </p:sp>
    </p:spTree>
    <p:extLst>
      <p:ext uri="{BB962C8B-B14F-4D97-AF65-F5344CB8AC3E}">
        <p14:creationId xmlns:p14="http://schemas.microsoft.com/office/powerpoint/2010/main" val="5419782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2" name="Text 0"/>
          <p:cNvSpPr>
            <a:spLocks noGrp="1"/>
          </p:cNvSpPr>
          <p:nvPr>
            <p:ph type="title"/>
          </p:nvPr>
        </p:nvSpPr>
        <p:spPr>
          <a:xfrm>
            <a:off x="731520" y="365760"/>
            <a:ext cx="10728960" cy="853440"/>
          </a:xfrm>
          <a:prstGeom prst="rect">
            <a:avLst/>
          </a:prstGeom>
          <a:noFill/>
          <a:ln/>
        </p:spPr>
        <p:txBody>
          <a:bodyPr wrap="square" lIns="0" tIns="0" rIns="0" bIns="0" rtlCol="0" anchor="ctr">
            <a:noAutofit/>
          </a:bodyPr>
          <a:lstStyle/>
          <a:p>
            <a:pPr>
              <a:lnSpc>
                <a:spcPts val="3960"/>
              </a:lnSpc>
            </a:pPr>
            <a:r>
              <a:rPr lang="en-US" sz="3733" b="1" dirty="0"/>
              <a:t>Random forest</a:t>
            </a:r>
            <a:endParaRPr lang="en-US" dirty="0"/>
          </a:p>
        </p:txBody>
      </p:sp>
      <p:sp>
        <p:nvSpPr>
          <p:cNvPr id="3" name="Text 1"/>
          <p:cNvSpPr/>
          <p:nvPr/>
        </p:nvSpPr>
        <p:spPr>
          <a:xfrm>
            <a:off x="812800" y="1569722"/>
            <a:ext cx="10883392" cy="642620"/>
          </a:xfrm>
          <a:prstGeom prst="rect">
            <a:avLst/>
          </a:prstGeom>
          <a:noFill/>
          <a:ln/>
        </p:spPr>
        <p:txBody>
          <a:bodyPr wrap="square" lIns="0" tIns="0" rIns="0" bIns="0" rtlCol="0" anchor="t">
            <a:normAutofit/>
          </a:bodyPr>
          <a:lstStyle/>
          <a:p>
            <a:pPr defTabSz="1219170">
              <a:lnSpc>
                <a:spcPts val="2429"/>
              </a:lnSpc>
            </a:pPr>
            <a:r>
              <a:rPr lang="en-US" dirty="0">
                <a:solidFill>
                  <a:srgbClr val="1B1F3B"/>
                </a:solidFill>
                <a:latin typeface="Calibri" pitchFamily="34" charset="0"/>
                <a:ea typeface="Calibri" pitchFamily="34" charset="-122"/>
                <a:cs typeface="Calibri" pitchFamily="34" charset="-120"/>
              </a:rPr>
              <a:t>One tree is unreliable. Each tree sees random cells and random features, so each asks different questions. Then they vote.</a:t>
            </a:r>
            <a:endParaRPr lang="en-US" dirty="0">
              <a:solidFill>
                <a:srgbClr val="1B1F3B"/>
              </a:solidFill>
              <a:latin typeface="Calibri"/>
            </a:endParaRPr>
          </a:p>
        </p:txBody>
      </p:sp>
      <p:sp>
        <p:nvSpPr>
          <p:cNvPr id="4" name="Shape 2"/>
          <p:cNvSpPr/>
          <p:nvPr/>
        </p:nvSpPr>
        <p:spPr>
          <a:xfrm>
            <a:off x="822326" y="2450464"/>
            <a:ext cx="2309733" cy="1195069"/>
          </a:xfrm>
          <a:prstGeom prst="rect">
            <a:avLst/>
          </a:prstGeom>
          <a:solidFill>
            <a:srgbClr val="FFFFFF"/>
          </a:solidFill>
          <a:ln w="14288">
            <a:solidFill>
              <a:srgbClr val="1B1F3B"/>
            </a:solidFill>
            <a:prstDash val="solid"/>
          </a:ln>
        </p:spPr>
        <p:txBody>
          <a:bodyPr/>
          <a:lstStyle/>
          <a:p>
            <a:pPr defTabSz="1219170"/>
            <a:endParaRPr>
              <a:solidFill>
                <a:srgbClr val="1B1F3B"/>
              </a:solidFill>
              <a:latin typeface="Calibri"/>
            </a:endParaRPr>
          </a:p>
        </p:txBody>
      </p:sp>
      <p:sp>
        <p:nvSpPr>
          <p:cNvPr id="5" name="Text 3"/>
          <p:cNvSpPr/>
          <p:nvPr/>
        </p:nvSpPr>
        <p:spPr>
          <a:xfrm>
            <a:off x="1056640" y="2684781"/>
            <a:ext cx="1896336" cy="330200"/>
          </a:xfrm>
          <a:prstGeom prst="rect">
            <a:avLst/>
          </a:prstGeom>
          <a:noFill/>
          <a:ln/>
        </p:spPr>
        <p:txBody>
          <a:bodyPr wrap="square" lIns="0" tIns="0" rIns="0" bIns="0" rtlCol="0" anchor="t">
            <a:normAutofit/>
          </a:bodyPr>
          <a:lstStyle/>
          <a:p>
            <a:pPr defTabSz="1219170">
              <a:lnSpc>
                <a:spcPts val="2400"/>
              </a:lnSpc>
            </a:pPr>
            <a:r>
              <a:rPr lang="en-US" sz="2000" b="1" dirty="0">
                <a:solidFill>
                  <a:srgbClr val="1B1F3B"/>
                </a:solidFill>
                <a:latin typeface="Calibri" pitchFamily="34" charset="0"/>
                <a:ea typeface="Calibri" pitchFamily="34" charset="-122"/>
                <a:cs typeface="Calibri" pitchFamily="34" charset="-120"/>
              </a:rPr>
              <a:t>Tree 1</a:t>
            </a:r>
            <a:endParaRPr lang="en-US" sz="2000" dirty="0">
              <a:solidFill>
                <a:srgbClr val="1B1F3B"/>
              </a:solidFill>
              <a:latin typeface="Calibri"/>
            </a:endParaRPr>
          </a:p>
        </p:txBody>
      </p:sp>
      <p:sp>
        <p:nvSpPr>
          <p:cNvPr id="6" name="Text 4"/>
          <p:cNvSpPr/>
          <p:nvPr/>
        </p:nvSpPr>
        <p:spPr>
          <a:xfrm>
            <a:off x="1056640" y="3091181"/>
            <a:ext cx="1896336" cy="345440"/>
          </a:xfrm>
          <a:prstGeom prst="rect">
            <a:avLst/>
          </a:prstGeom>
          <a:noFill/>
          <a:ln/>
        </p:spPr>
        <p:txBody>
          <a:bodyPr wrap="square" lIns="0" tIns="0" rIns="0" bIns="0" rtlCol="0" anchor="t">
            <a:normAutofit/>
          </a:bodyPr>
          <a:lstStyle/>
          <a:p>
            <a:pPr defTabSz="1219170">
              <a:lnSpc>
                <a:spcPts val="2520"/>
              </a:lnSpc>
            </a:pPr>
            <a:r>
              <a:rPr lang="en-US" b="1" dirty="0">
                <a:solidFill>
                  <a:srgbClr val="F2A33A"/>
                </a:solidFill>
                <a:latin typeface="Calibri" pitchFamily="34" charset="0"/>
                <a:ea typeface="Calibri" pitchFamily="34" charset="-122"/>
                <a:cs typeface="Calibri" pitchFamily="34" charset="-120"/>
              </a:rPr>
              <a:t>congested</a:t>
            </a:r>
            <a:endParaRPr lang="en-US" dirty="0">
              <a:solidFill>
                <a:srgbClr val="1B1F3B"/>
              </a:solidFill>
              <a:latin typeface="Calibri"/>
            </a:endParaRPr>
          </a:p>
        </p:txBody>
      </p:sp>
      <p:sp>
        <p:nvSpPr>
          <p:cNvPr id="7" name="Shape 5"/>
          <p:cNvSpPr/>
          <p:nvPr/>
        </p:nvSpPr>
        <p:spPr>
          <a:xfrm>
            <a:off x="3354308" y="2450464"/>
            <a:ext cx="2309813" cy="1195069"/>
          </a:xfrm>
          <a:prstGeom prst="rect">
            <a:avLst/>
          </a:prstGeom>
          <a:solidFill>
            <a:srgbClr val="FFFFFF"/>
          </a:solidFill>
          <a:ln w="14288">
            <a:solidFill>
              <a:srgbClr val="1B1F3B"/>
            </a:solidFill>
            <a:prstDash val="solid"/>
          </a:ln>
        </p:spPr>
        <p:txBody>
          <a:bodyPr/>
          <a:lstStyle/>
          <a:p>
            <a:pPr defTabSz="1219170"/>
            <a:endParaRPr>
              <a:solidFill>
                <a:srgbClr val="1B1F3B"/>
              </a:solidFill>
              <a:latin typeface="Calibri"/>
            </a:endParaRPr>
          </a:p>
        </p:txBody>
      </p:sp>
      <p:sp>
        <p:nvSpPr>
          <p:cNvPr id="8" name="Text 6"/>
          <p:cNvSpPr/>
          <p:nvPr/>
        </p:nvSpPr>
        <p:spPr>
          <a:xfrm>
            <a:off x="3588623" y="2684781"/>
            <a:ext cx="1896419" cy="330200"/>
          </a:xfrm>
          <a:prstGeom prst="rect">
            <a:avLst/>
          </a:prstGeom>
          <a:noFill/>
          <a:ln/>
        </p:spPr>
        <p:txBody>
          <a:bodyPr wrap="square" lIns="0" tIns="0" rIns="0" bIns="0" rtlCol="0" anchor="t">
            <a:normAutofit/>
          </a:bodyPr>
          <a:lstStyle/>
          <a:p>
            <a:pPr defTabSz="1219170">
              <a:lnSpc>
                <a:spcPts val="2400"/>
              </a:lnSpc>
            </a:pPr>
            <a:r>
              <a:rPr lang="en-US" sz="2000" b="1" dirty="0">
                <a:solidFill>
                  <a:srgbClr val="1B1F3B"/>
                </a:solidFill>
                <a:latin typeface="Calibri" pitchFamily="34" charset="0"/>
                <a:ea typeface="Calibri" pitchFamily="34" charset="-122"/>
                <a:cs typeface="Calibri" pitchFamily="34" charset="-120"/>
              </a:rPr>
              <a:t>Tree 2</a:t>
            </a:r>
            <a:endParaRPr lang="en-US" sz="2000" dirty="0">
              <a:solidFill>
                <a:srgbClr val="1B1F3B"/>
              </a:solidFill>
              <a:latin typeface="Calibri"/>
            </a:endParaRPr>
          </a:p>
        </p:txBody>
      </p:sp>
      <p:sp>
        <p:nvSpPr>
          <p:cNvPr id="9" name="Text 7"/>
          <p:cNvSpPr/>
          <p:nvPr/>
        </p:nvSpPr>
        <p:spPr>
          <a:xfrm>
            <a:off x="3588623" y="3091181"/>
            <a:ext cx="1896419" cy="345440"/>
          </a:xfrm>
          <a:prstGeom prst="rect">
            <a:avLst/>
          </a:prstGeom>
          <a:noFill/>
          <a:ln/>
        </p:spPr>
        <p:txBody>
          <a:bodyPr wrap="square" lIns="0" tIns="0" rIns="0" bIns="0" rtlCol="0" anchor="t">
            <a:normAutofit/>
          </a:bodyPr>
          <a:lstStyle/>
          <a:p>
            <a:pPr defTabSz="1219170">
              <a:lnSpc>
                <a:spcPts val="2520"/>
              </a:lnSpc>
            </a:pPr>
            <a:r>
              <a:rPr lang="en-US" b="1" dirty="0">
                <a:solidFill>
                  <a:srgbClr val="F2A33A"/>
                </a:solidFill>
                <a:latin typeface="Calibri" pitchFamily="34" charset="0"/>
                <a:ea typeface="Calibri" pitchFamily="34" charset="-122"/>
                <a:cs typeface="Calibri" pitchFamily="34" charset="-120"/>
              </a:rPr>
              <a:t>congested</a:t>
            </a:r>
            <a:endParaRPr lang="en-US" dirty="0">
              <a:solidFill>
                <a:srgbClr val="1B1F3B"/>
              </a:solidFill>
              <a:latin typeface="Calibri"/>
            </a:endParaRPr>
          </a:p>
        </p:txBody>
      </p:sp>
      <p:sp>
        <p:nvSpPr>
          <p:cNvPr id="10" name="Shape 8"/>
          <p:cNvSpPr/>
          <p:nvPr/>
        </p:nvSpPr>
        <p:spPr>
          <a:xfrm>
            <a:off x="5886371" y="2450464"/>
            <a:ext cx="2309733" cy="1195069"/>
          </a:xfrm>
          <a:prstGeom prst="rect">
            <a:avLst/>
          </a:prstGeom>
          <a:solidFill>
            <a:srgbClr val="FFFFFF"/>
          </a:solidFill>
          <a:ln w="14288">
            <a:solidFill>
              <a:srgbClr val="1B1F3B"/>
            </a:solidFill>
            <a:prstDash val="solid"/>
          </a:ln>
        </p:spPr>
        <p:txBody>
          <a:bodyPr/>
          <a:lstStyle/>
          <a:p>
            <a:pPr defTabSz="1219170"/>
            <a:endParaRPr>
              <a:solidFill>
                <a:srgbClr val="1B1F3B"/>
              </a:solidFill>
              <a:latin typeface="Calibri"/>
            </a:endParaRPr>
          </a:p>
        </p:txBody>
      </p:sp>
      <p:sp>
        <p:nvSpPr>
          <p:cNvPr id="11" name="Text 9"/>
          <p:cNvSpPr/>
          <p:nvPr/>
        </p:nvSpPr>
        <p:spPr>
          <a:xfrm>
            <a:off x="6120685" y="2684781"/>
            <a:ext cx="1896336" cy="330200"/>
          </a:xfrm>
          <a:prstGeom prst="rect">
            <a:avLst/>
          </a:prstGeom>
          <a:noFill/>
          <a:ln/>
        </p:spPr>
        <p:txBody>
          <a:bodyPr wrap="square" lIns="0" tIns="0" rIns="0" bIns="0" rtlCol="0" anchor="t">
            <a:normAutofit/>
          </a:bodyPr>
          <a:lstStyle/>
          <a:p>
            <a:pPr defTabSz="1219170">
              <a:lnSpc>
                <a:spcPts val="2400"/>
              </a:lnSpc>
            </a:pPr>
            <a:r>
              <a:rPr lang="en-US" sz="2000" b="1" dirty="0">
                <a:solidFill>
                  <a:srgbClr val="1B1F3B"/>
                </a:solidFill>
                <a:latin typeface="Calibri" pitchFamily="34" charset="0"/>
                <a:ea typeface="Calibri" pitchFamily="34" charset="-122"/>
                <a:cs typeface="Calibri" pitchFamily="34" charset="-120"/>
              </a:rPr>
              <a:t>Tree 3</a:t>
            </a:r>
            <a:endParaRPr lang="en-US" sz="2000" dirty="0">
              <a:solidFill>
                <a:srgbClr val="1B1F3B"/>
              </a:solidFill>
              <a:latin typeface="Calibri"/>
            </a:endParaRPr>
          </a:p>
        </p:txBody>
      </p:sp>
      <p:sp>
        <p:nvSpPr>
          <p:cNvPr id="12" name="Text 10"/>
          <p:cNvSpPr/>
          <p:nvPr/>
        </p:nvSpPr>
        <p:spPr>
          <a:xfrm>
            <a:off x="6120685" y="3091181"/>
            <a:ext cx="1896336" cy="345440"/>
          </a:xfrm>
          <a:prstGeom prst="rect">
            <a:avLst/>
          </a:prstGeom>
          <a:noFill/>
          <a:ln/>
        </p:spPr>
        <p:txBody>
          <a:bodyPr wrap="square" lIns="0" tIns="0" rIns="0" bIns="0" rtlCol="0" anchor="t">
            <a:normAutofit/>
          </a:bodyPr>
          <a:lstStyle/>
          <a:p>
            <a:pPr defTabSz="1219170">
              <a:lnSpc>
                <a:spcPts val="2520"/>
              </a:lnSpc>
            </a:pPr>
            <a:r>
              <a:rPr lang="en-US" b="1" dirty="0">
                <a:solidFill>
                  <a:srgbClr val="F2ADAD"/>
                </a:solidFill>
                <a:latin typeface="Calibri" pitchFamily="34" charset="0"/>
                <a:ea typeface="Calibri" pitchFamily="34" charset="-122"/>
                <a:cs typeface="Calibri" pitchFamily="34" charset="-120"/>
              </a:rPr>
              <a:t>blocked</a:t>
            </a:r>
            <a:endParaRPr lang="en-US" dirty="0">
              <a:solidFill>
                <a:srgbClr val="1B1F3B"/>
              </a:solidFill>
              <a:latin typeface="Calibri"/>
            </a:endParaRPr>
          </a:p>
        </p:txBody>
      </p:sp>
      <p:sp>
        <p:nvSpPr>
          <p:cNvPr id="13" name="Text 11"/>
          <p:cNvSpPr/>
          <p:nvPr/>
        </p:nvSpPr>
        <p:spPr>
          <a:xfrm>
            <a:off x="8408829" y="2692400"/>
            <a:ext cx="525971" cy="736600"/>
          </a:xfrm>
          <a:prstGeom prst="rect">
            <a:avLst/>
          </a:prstGeom>
          <a:noFill/>
          <a:ln/>
        </p:spPr>
        <p:txBody>
          <a:bodyPr wrap="square" lIns="0" tIns="0" rIns="0" bIns="0" rtlCol="0" anchor="t">
            <a:normAutofit/>
          </a:bodyPr>
          <a:lstStyle/>
          <a:p>
            <a:pPr defTabSz="1219170">
              <a:lnSpc>
                <a:spcPts val="5600"/>
              </a:lnSpc>
            </a:pPr>
            <a:r>
              <a:rPr lang="en-US" sz="4000" dirty="0">
                <a:solidFill>
                  <a:srgbClr val="2D3A8C"/>
                </a:solidFill>
                <a:latin typeface="Calibri" pitchFamily="34" charset="0"/>
                <a:ea typeface="Calibri" pitchFamily="34" charset="-122"/>
                <a:cs typeface="Calibri" pitchFamily="34" charset="-120"/>
              </a:rPr>
              <a:t>→</a:t>
            </a:r>
            <a:endParaRPr lang="en-US" sz="4000" dirty="0">
              <a:solidFill>
                <a:srgbClr val="1B1F3B"/>
              </a:solidFill>
              <a:latin typeface="Calibri"/>
            </a:endParaRPr>
          </a:p>
        </p:txBody>
      </p:sp>
      <p:sp>
        <p:nvSpPr>
          <p:cNvPr id="14" name="Shape 12"/>
          <p:cNvSpPr/>
          <p:nvPr/>
        </p:nvSpPr>
        <p:spPr>
          <a:xfrm>
            <a:off x="9059863" y="2450464"/>
            <a:ext cx="2309813" cy="1195069"/>
          </a:xfrm>
          <a:prstGeom prst="rect">
            <a:avLst/>
          </a:prstGeom>
          <a:solidFill>
            <a:srgbClr val="FDF0DF"/>
          </a:solidFill>
          <a:ln w="14288">
            <a:solidFill>
              <a:srgbClr val="1B1F3B"/>
            </a:solidFill>
            <a:prstDash val="solid"/>
          </a:ln>
        </p:spPr>
        <p:txBody>
          <a:bodyPr/>
          <a:lstStyle/>
          <a:p>
            <a:pPr defTabSz="1219170"/>
            <a:endParaRPr>
              <a:solidFill>
                <a:srgbClr val="1B1F3B"/>
              </a:solidFill>
              <a:latin typeface="Calibri"/>
            </a:endParaRPr>
          </a:p>
        </p:txBody>
      </p:sp>
      <p:sp>
        <p:nvSpPr>
          <p:cNvPr id="15" name="Text 13"/>
          <p:cNvSpPr/>
          <p:nvPr/>
        </p:nvSpPr>
        <p:spPr>
          <a:xfrm>
            <a:off x="9294179" y="2684781"/>
            <a:ext cx="1896419" cy="330200"/>
          </a:xfrm>
          <a:prstGeom prst="rect">
            <a:avLst/>
          </a:prstGeom>
          <a:noFill/>
          <a:ln/>
        </p:spPr>
        <p:txBody>
          <a:bodyPr wrap="square" lIns="0" tIns="0" rIns="0" bIns="0" rtlCol="0" anchor="t">
            <a:normAutofit/>
          </a:bodyPr>
          <a:lstStyle/>
          <a:p>
            <a:pPr defTabSz="1219170">
              <a:lnSpc>
                <a:spcPts val="2400"/>
              </a:lnSpc>
            </a:pPr>
            <a:r>
              <a:rPr lang="en-US" sz="2000" b="1" dirty="0">
                <a:solidFill>
                  <a:srgbClr val="1B1F3B"/>
                </a:solidFill>
                <a:latin typeface="Calibri" pitchFamily="34" charset="0"/>
                <a:ea typeface="Calibri" pitchFamily="34" charset="-122"/>
                <a:cs typeface="Calibri" pitchFamily="34" charset="-120"/>
              </a:rPr>
              <a:t>Vote</a:t>
            </a:r>
            <a:endParaRPr lang="en-US" sz="2000" dirty="0">
              <a:solidFill>
                <a:srgbClr val="1B1F3B"/>
              </a:solidFill>
              <a:latin typeface="Calibri"/>
            </a:endParaRPr>
          </a:p>
        </p:txBody>
      </p:sp>
      <p:sp>
        <p:nvSpPr>
          <p:cNvPr id="16" name="Text 14"/>
          <p:cNvSpPr/>
          <p:nvPr/>
        </p:nvSpPr>
        <p:spPr>
          <a:xfrm>
            <a:off x="9294179" y="3091181"/>
            <a:ext cx="1896419" cy="345440"/>
          </a:xfrm>
          <a:prstGeom prst="rect">
            <a:avLst/>
          </a:prstGeom>
          <a:noFill/>
          <a:ln/>
        </p:spPr>
        <p:txBody>
          <a:bodyPr wrap="square" lIns="0" tIns="0" rIns="0" bIns="0" rtlCol="0" anchor="t">
            <a:normAutofit/>
          </a:bodyPr>
          <a:lstStyle/>
          <a:p>
            <a:pPr defTabSz="1219170">
              <a:lnSpc>
                <a:spcPts val="2520"/>
              </a:lnSpc>
            </a:pPr>
            <a:r>
              <a:rPr lang="en-US" b="1" dirty="0">
                <a:solidFill>
                  <a:srgbClr val="1B1F3B"/>
                </a:solidFill>
                <a:latin typeface="Calibri" pitchFamily="34" charset="0"/>
                <a:ea typeface="Calibri" pitchFamily="34" charset="-122"/>
                <a:cs typeface="Calibri" pitchFamily="34" charset="-120"/>
              </a:rPr>
              <a:t>congested</a:t>
            </a:r>
            <a:endParaRPr lang="en-US" dirty="0">
              <a:solidFill>
                <a:srgbClr val="1B1F3B"/>
              </a:solidFill>
              <a:latin typeface="Calibri"/>
            </a:endParaRPr>
          </a:p>
        </p:txBody>
      </p:sp>
    </p:spTree>
    <p:extLst>
      <p:ext uri="{BB962C8B-B14F-4D97-AF65-F5344CB8AC3E}">
        <p14:creationId xmlns:p14="http://schemas.microsoft.com/office/powerpoint/2010/main" val="36690615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2" name="Text 0"/>
          <p:cNvSpPr>
            <a:spLocks noGrp="1"/>
          </p:cNvSpPr>
          <p:nvPr>
            <p:ph type="title"/>
          </p:nvPr>
        </p:nvSpPr>
        <p:spPr>
          <a:xfrm>
            <a:off x="731520" y="365760"/>
            <a:ext cx="10728960" cy="853440"/>
          </a:xfrm>
          <a:prstGeom prst="rect">
            <a:avLst/>
          </a:prstGeom>
          <a:noFill/>
          <a:ln/>
        </p:spPr>
        <p:txBody>
          <a:bodyPr wrap="square" lIns="0" tIns="0" rIns="0" bIns="0" rtlCol="0" anchor="ctr">
            <a:noAutofit/>
          </a:bodyPr>
          <a:lstStyle/>
          <a:p>
            <a:pPr>
              <a:lnSpc>
                <a:spcPts val="3960"/>
              </a:lnSpc>
            </a:pPr>
            <a:r>
              <a:rPr lang="en-US" sz="3733" b="1" dirty="0"/>
              <a:t>One-hot encoding</a:t>
            </a:r>
            <a:endParaRPr lang="en-US" dirty="0"/>
          </a:p>
        </p:txBody>
      </p:sp>
      <p:sp>
        <p:nvSpPr>
          <p:cNvPr id="3" name="Text 1"/>
          <p:cNvSpPr/>
          <p:nvPr/>
        </p:nvSpPr>
        <p:spPr>
          <a:xfrm>
            <a:off x="812800" y="1569721"/>
            <a:ext cx="10883392" cy="334011"/>
          </a:xfrm>
          <a:prstGeom prst="rect">
            <a:avLst/>
          </a:prstGeom>
          <a:noFill/>
          <a:ln/>
        </p:spPr>
        <p:txBody>
          <a:bodyPr wrap="square" lIns="0" tIns="0" rIns="0" bIns="0" rtlCol="0" anchor="t">
            <a:normAutofit/>
          </a:bodyPr>
          <a:lstStyle/>
          <a:p>
            <a:pPr defTabSz="1219170">
              <a:lnSpc>
                <a:spcPts val="2429"/>
              </a:lnSpc>
            </a:pPr>
            <a:r>
              <a:rPr lang="en-US" dirty="0">
                <a:solidFill>
                  <a:srgbClr val="1B1F3B"/>
                </a:solidFill>
                <a:latin typeface="Calibri" pitchFamily="34" charset="0"/>
                <a:ea typeface="Calibri" pitchFamily="34" charset="-122"/>
                <a:cs typeface="Calibri" pitchFamily="34" charset="-120"/>
              </a:rPr>
              <a:t>Models need numbers, but road_type is text. Give each category its own 0/1 column.</a:t>
            </a:r>
            <a:endParaRPr lang="en-US" dirty="0">
              <a:solidFill>
                <a:srgbClr val="1B1F3B"/>
              </a:solidFill>
              <a:latin typeface="Calibri"/>
            </a:endParaRPr>
          </a:p>
        </p:txBody>
      </p:sp>
      <p:graphicFrame>
        <p:nvGraphicFramePr>
          <p:cNvPr id="4" name="Table 0"/>
          <p:cNvGraphicFramePr>
            <a:graphicFrameLocks noGrp="1"/>
          </p:cNvGraphicFramePr>
          <p:nvPr/>
        </p:nvGraphicFramePr>
        <p:xfrm>
          <a:off x="822960" y="2142492"/>
          <a:ext cx="10556240" cy="2317745"/>
        </p:xfrm>
        <a:graphic>
          <a:graphicData uri="http://schemas.openxmlformats.org/drawingml/2006/table">
            <a:tbl>
              <a:tblPr/>
              <a:tblGrid>
                <a:gridCol w="2111248">
                  <a:extLst>
                    <a:ext uri="{9D8B030D-6E8A-4147-A177-3AD203B41FA5}">
                      <a16:colId xmlns:a16="http://schemas.microsoft.com/office/drawing/2014/main" val="20000"/>
                    </a:ext>
                  </a:extLst>
                </a:gridCol>
                <a:gridCol w="2111248">
                  <a:extLst>
                    <a:ext uri="{9D8B030D-6E8A-4147-A177-3AD203B41FA5}">
                      <a16:colId xmlns:a16="http://schemas.microsoft.com/office/drawing/2014/main" val="20001"/>
                    </a:ext>
                  </a:extLst>
                </a:gridCol>
                <a:gridCol w="2111248">
                  <a:extLst>
                    <a:ext uri="{9D8B030D-6E8A-4147-A177-3AD203B41FA5}">
                      <a16:colId xmlns:a16="http://schemas.microsoft.com/office/drawing/2014/main" val="20002"/>
                    </a:ext>
                  </a:extLst>
                </a:gridCol>
                <a:gridCol w="2111248">
                  <a:extLst>
                    <a:ext uri="{9D8B030D-6E8A-4147-A177-3AD203B41FA5}">
                      <a16:colId xmlns:a16="http://schemas.microsoft.com/office/drawing/2014/main" val="20003"/>
                    </a:ext>
                  </a:extLst>
                </a:gridCol>
                <a:gridCol w="2111248">
                  <a:extLst>
                    <a:ext uri="{9D8B030D-6E8A-4147-A177-3AD203B41FA5}">
                      <a16:colId xmlns:a16="http://schemas.microsoft.com/office/drawing/2014/main" val="20004"/>
                    </a:ext>
                  </a:extLst>
                </a:gridCol>
              </a:tblGrid>
              <a:tr h="463549">
                <a:tc>
                  <a:txBody>
                    <a:bodyPr/>
                    <a:lstStyle/>
                    <a:p>
                      <a:pPr marL="0" indent="0">
                        <a:lnSpc>
                          <a:spcPts val="1785"/>
                        </a:lnSpc>
                        <a:buNone/>
                      </a:pPr>
                      <a:r>
                        <a:rPr lang="en-US" sz="1700" b="1" dirty="0">
                          <a:solidFill>
                            <a:srgbClr val="1B1F3B"/>
                          </a:solidFill>
                          <a:latin typeface="Calibri" pitchFamily="34" charset="0"/>
                          <a:ea typeface="Calibri" pitchFamily="34" charset="-122"/>
                          <a:cs typeface="Calibri" pitchFamily="34" charset="-120"/>
                        </a:rPr>
                        <a:t>road_type</a:t>
                      </a:r>
                      <a:endParaRPr lang="en-US" sz="1700" dirty="0">
                        <a:latin typeface="Calibri" charset="0"/>
                        <a:ea typeface="Calibri" charset="0"/>
                        <a:cs typeface="Calibri" charset="0"/>
                      </a:endParaRPr>
                    </a:p>
                  </a:txBody>
                  <a:tcPr marL="75565" marR="75565" marT="75565" marB="75565">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solidFill>
                      <a:srgbClr val="FDF0DF"/>
                    </a:solidFill>
                  </a:tcPr>
                </a:tc>
                <a:tc>
                  <a:txBody>
                    <a:bodyPr/>
                    <a:lstStyle/>
                    <a:p>
                      <a:pPr marL="0" indent="0">
                        <a:lnSpc>
                          <a:spcPts val="1785"/>
                        </a:lnSpc>
                        <a:buNone/>
                      </a:pPr>
                      <a:r>
                        <a:rPr lang="en-US" sz="1700" b="1" dirty="0">
                          <a:solidFill>
                            <a:srgbClr val="1B1F3B"/>
                          </a:solidFill>
                          <a:latin typeface="Calibri" pitchFamily="34" charset="0"/>
                          <a:ea typeface="Calibri" pitchFamily="34" charset="-122"/>
                          <a:cs typeface="Calibri" pitchFamily="34" charset="-120"/>
                        </a:rPr>
                        <a:t>is_highway</a:t>
                      </a:r>
                      <a:endParaRPr lang="en-US" sz="1700" dirty="0">
                        <a:latin typeface="Calibri" charset="0"/>
                        <a:ea typeface="Calibri" charset="0"/>
                        <a:cs typeface="Calibri" charset="0"/>
                      </a:endParaRPr>
                    </a:p>
                  </a:txBody>
                  <a:tcPr marL="75565" marR="75565" marT="75565" marB="75565">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solidFill>
                      <a:srgbClr val="FDF0DF"/>
                    </a:solidFill>
                  </a:tcPr>
                </a:tc>
                <a:tc>
                  <a:txBody>
                    <a:bodyPr/>
                    <a:lstStyle/>
                    <a:p>
                      <a:pPr marL="0" indent="0">
                        <a:lnSpc>
                          <a:spcPts val="1785"/>
                        </a:lnSpc>
                        <a:buNone/>
                      </a:pPr>
                      <a:r>
                        <a:rPr lang="en-US" sz="1700" b="1" dirty="0">
                          <a:solidFill>
                            <a:srgbClr val="1B1F3B"/>
                          </a:solidFill>
                          <a:latin typeface="Calibri" pitchFamily="34" charset="0"/>
                          <a:ea typeface="Calibri" pitchFamily="34" charset="-122"/>
                          <a:cs typeface="Calibri" pitchFamily="34" charset="-120"/>
                        </a:rPr>
                        <a:t>is_arterial</a:t>
                      </a:r>
                      <a:endParaRPr lang="en-US" sz="1700" dirty="0">
                        <a:latin typeface="Calibri" charset="0"/>
                        <a:ea typeface="Calibri" charset="0"/>
                        <a:cs typeface="Calibri" charset="0"/>
                      </a:endParaRPr>
                    </a:p>
                  </a:txBody>
                  <a:tcPr marL="75565" marR="75565" marT="75565" marB="75565">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solidFill>
                      <a:srgbClr val="FDF0DF"/>
                    </a:solidFill>
                  </a:tcPr>
                </a:tc>
                <a:tc>
                  <a:txBody>
                    <a:bodyPr/>
                    <a:lstStyle/>
                    <a:p>
                      <a:pPr marL="0" indent="0">
                        <a:lnSpc>
                          <a:spcPts val="1785"/>
                        </a:lnSpc>
                        <a:buNone/>
                      </a:pPr>
                      <a:r>
                        <a:rPr lang="en-US" sz="1700" b="1" dirty="0">
                          <a:solidFill>
                            <a:srgbClr val="1B1F3B"/>
                          </a:solidFill>
                          <a:latin typeface="Calibri" pitchFamily="34" charset="0"/>
                          <a:ea typeface="Calibri" pitchFamily="34" charset="-122"/>
                          <a:cs typeface="Calibri" pitchFamily="34" charset="-120"/>
                        </a:rPr>
                        <a:t>is_collector</a:t>
                      </a:r>
                      <a:endParaRPr lang="en-US" sz="1700" dirty="0">
                        <a:latin typeface="Calibri" charset="0"/>
                        <a:ea typeface="Calibri" charset="0"/>
                        <a:cs typeface="Calibri" charset="0"/>
                      </a:endParaRPr>
                    </a:p>
                  </a:txBody>
                  <a:tcPr marL="75565" marR="75565" marT="75565" marB="75565">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solidFill>
                      <a:srgbClr val="FDF0DF"/>
                    </a:solidFill>
                  </a:tcPr>
                </a:tc>
                <a:tc>
                  <a:txBody>
                    <a:bodyPr/>
                    <a:lstStyle/>
                    <a:p>
                      <a:pPr marL="0" indent="0">
                        <a:lnSpc>
                          <a:spcPts val="1785"/>
                        </a:lnSpc>
                        <a:buNone/>
                      </a:pPr>
                      <a:r>
                        <a:rPr lang="en-US" sz="1700" b="1" dirty="0">
                          <a:solidFill>
                            <a:srgbClr val="1B1F3B"/>
                          </a:solidFill>
                          <a:latin typeface="Calibri" pitchFamily="34" charset="0"/>
                          <a:ea typeface="Calibri" pitchFamily="34" charset="-122"/>
                          <a:cs typeface="Calibri" pitchFamily="34" charset="-120"/>
                        </a:rPr>
                        <a:t>is_residential</a:t>
                      </a:r>
                      <a:endParaRPr lang="en-US" sz="1700" dirty="0">
                        <a:latin typeface="Calibri" charset="0"/>
                        <a:ea typeface="Calibri" charset="0"/>
                        <a:cs typeface="Calibri" charset="0"/>
                      </a:endParaRPr>
                    </a:p>
                  </a:txBody>
                  <a:tcPr marL="75565" marR="75565" marT="75565" marB="75565">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solidFill>
                      <a:srgbClr val="FDF0DF"/>
                    </a:solidFill>
                  </a:tcPr>
                </a:tc>
                <a:extLst>
                  <a:ext uri="{0D108BD9-81ED-4DB2-BD59-A6C34878D82A}">
                    <a16:rowId xmlns:a16="http://schemas.microsoft.com/office/drawing/2014/main" val="10000"/>
                  </a:ext>
                </a:extLst>
              </a:tr>
              <a:tr h="463549">
                <a:tc>
                  <a:txBody>
                    <a:bodyPr/>
                    <a:lstStyle/>
                    <a:p>
                      <a:pPr marL="0" indent="0">
                        <a:lnSpc>
                          <a:spcPts val="1785"/>
                        </a:lnSpc>
                        <a:buNone/>
                      </a:pPr>
                      <a:r>
                        <a:rPr lang="en-US" sz="1700" dirty="0">
                          <a:solidFill>
                            <a:srgbClr val="1B1F3B"/>
                          </a:solidFill>
                          <a:latin typeface="Calibri" pitchFamily="34" charset="0"/>
                          <a:ea typeface="Calibri" pitchFamily="34" charset="-122"/>
                          <a:cs typeface="Calibri" pitchFamily="34" charset="-120"/>
                        </a:rPr>
                        <a:t>highway</a:t>
                      </a:r>
                      <a:endParaRPr lang="en-US" sz="1700" dirty="0">
                        <a:latin typeface="Calibri" charset="0"/>
                        <a:ea typeface="Calibri" charset="0"/>
                        <a:cs typeface="Calibri" charset="0"/>
                      </a:endParaRPr>
                    </a:p>
                  </a:txBody>
                  <a:tcPr marL="75565" marR="75565" marT="75565" marB="75565">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785"/>
                        </a:lnSpc>
                        <a:buNone/>
                      </a:pPr>
                      <a:r>
                        <a:rPr lang="en-US" sz="1700" dirty="0">
                          <a:solidFill>
                            <a:srgbClr val="1B1F3B"/>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75565" marR="75565" marT="75565" marB="75565">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785"/>
                        </a:lnSpc>
                        <a:buNone/>
                      </a:pPr>
                      <a:r>
                        <a:rPr lang="en-US" sz="1700" dirty="0">
                          <a:solidFill>
                            <a:srgbClr val="1B1F3B"/>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75565" marR="75565" marT="75565" marB="75565">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785"/>
                        </a:lnSpc>
                        <a:buNone/>
                      </a:pPr>
                      <a:r>
                        <a:rPr lang="en-US" sz="1700" dirty="0">
                          <a:solidFill>
                            <a:srgbClr val="1B1F3B"/>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75565" marR="75565" marT="75565" marB="75565">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785"/>
                        </a:lnSpc>
                        <a:buNone/>
                      </a:pPr>
                      <a:r>
                        <a:rPr lang="en-US" sz="1700" dirty="0">
                          <a:solidFill>
                            <a:srgbClr val="1B1F3B"/>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75565" marR="75565" marT="75565" marB="75565">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extLst>
                  <a:ext uri="{0D108BD9-81ED-4DB2-BD59-A6C34878D82A}">
                    <a16:rowId xmlns:a16="http://schemas.microsoft.com/office/drawing/2014/main" val="10001"/>
                  </a:ext>
                </a:extLst>
              </a:tr>
              <a:tr h="463549">
                <a:tc>
                  <a:txBody>
                    <a:bodyPr/>
                    <a:lstStyle/>
                    <a:p>
                      <a:pPr marL="0" indent="0">
                        <a:lnSpc>
                          <a:spcPts val="1785"/>
                        </a:lnSpc>
                        <a:buNone/>
                      </a:pPr>
                      <a:r>
                        <a:rPr lang="en-US" sz="1700" dirty="0">
                          <a:solidFill>
                            <a:srgbClr val="1B1F3B"/>
                          </a:solidFill>
                          <a:latin typeface="Calibri" pitchFamily="34" charset="0"/>
                          <a:ea typeface="Calibri" pitchFamily="34" charset="-122"/>
                          <a:cs typeface="Calibri" pitchFamily="34" charset="-120"/>
                        </a:rPr>
                        <a:t>arterial</a:t>
                      </a:r>
                      <a:endParaRPr lang="en-US" sz="1700" dirty="0">
                        <a:latin typeface="Calibri" charset="0"/>
                        <a:ea typeface="Calibri" charset="0"/>
                        <a:cs typeface="Calibri" charset="0"/>
                      </a:endParaRPr>
                    </a:p>
                  </a:txBody>
                  <a:tcPr marL="75565" marR="75565" marT="75565" marB="75565">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785"/>
                        </a:lnSpc>
                        <a:buNone/>
                      </a:pPr>
                      <a:r>
                        <a:rPr lang="en-US" sz="1700" dirty="0">
                          <a:solidFill>
                            <a:srgbClr val="1B1F3B"/>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75565" marR="75565" marT="75565" marB="75565">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785"/>
                        </a:lnSpc>
                        <a:buNone/>
                      </a:pPr>
                      <a:r>
                        <a:rPr lang="en-US" sz="1700" dirty="0">
                          <a:solidFill>
                            <a:srgbClr val="1B1F3B"/>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75565" marR="75565" marT="75565" marB="75565">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785"/>
                        </a:lnSpc>
                        <a:buNone/>
                      </a:pPr>
                      <a:r>
                        <a:rPr lang="en-US" sz="1700" dirty="0">
                          <a:solidFill>
                            <a:srgbClr val="1B1F3B"/>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75565" marR="75565" marT="75565" marB="75565">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785"/>
                        </a:lnSpc>
                        <a:buNone/>
                      </a:pPr>
                      <a:r>
                        <a:rPr lang="en-US" sz="1700" dirty="0">
                          <a:solidFill>
                            <a:srgbClr val="1B1F3B"/>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75565" marR="75565" marT="75565" marB="75565">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extLst>
                  <a:ext uri="{0D108BD9-81ED-4DB2-BD59-A6C34878D82A}">
                    <a16:rowId xmlns:a16="http://schemas.microsoft.com/office/drawing/2014/main" val="10002"/>
                  </a:ext>
                </a:extLst>
              </a:tr>
              <a:tr h="463549">
                <a:tc>
                  <a:txBody>
                    <a:bodyPr/>
                    <a:lstStyle/>
                    <a:p>
                      <a:pPr marL="0" indent="0">
                        <a:lnSpc>
                          <a:spcPts val="1785"/>
                        </a:lnSpc>
                        <a:buNone/>
                      </a:pPr>
                      <a:r>
                        <a:rPr lang="en-US" sz="1700" dirty="0">
                          <a:solidFill>
                            <a:srgbClr val="1B1F3B"/>
                          </a:solidFill>
                          <a:latin typeface="Calibri" pitchFamily="34" charset="0"/>
                          <a:ea typeface="Calibri" pitchFamily="34" charset="-122"/>
                          <a:cs typeface="Calibri" pitchFamily="34" charset="-120"/>
                        </a:rPr>
                        <a:t>collector</a:t>
                      </a:r>
                      <a:endParaRPr lang="en-US" sz="1700" dirty="0">
                        <a:latin typeface="Calibri" charset="0"/>
                        <a:ea typeface="Calibri" charset="0"/>
                        <a:cs typeface="Calibri" charset="0"/>
                      </a:endParaRPr>
                    </a:p>
                  </a:txBody>
                  <a:tcPr marL="75565" marR="75565" marT="75565" marB="75565">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785"/>
                        </a:lnSpc>
                        <a:buNone/>
                      </a:pPr>
                      <a:r>
                        <a:rPr lang="en-US" sz="1700" dirty="0">
                          <a:solidFill>
                            <a:srgbClr val="1B1F3B"/>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75565" marR="75565" marT="75565" marB="75565">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785"/>
                        </a:lnSpc>
                        <a:buNone/>
                      </a:pPr>
                      <a:r>
                        <a:rPr lang="en-US" sz="1700" dirty="0">
                          <a:solidFill>
                            <a:srgbClr val="1B1F3B"/>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75565" marR="75565" marT="75565" marB="75565">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785"/>
                        </a:lnSpc>
                        <a:buNone/>
                      </a:pPr>
                      <a:r>
                        <a:rPr lang="en-US" sz="1700" dirty="0">
                          <a:solidFill>
                            <a:srgbClr val="1B1F3B"/>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75565" marR="75565" marT="75565" marB="75565">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785"/>
                        </a:lnSpc>
                        <a:buNone/>
                      </a:pPr>
                      <a:r>
                        <a:rPr lang="en-US" sz="1700" dirty="0">
                          <a:solidFill>
                            <a:srgbClr val="1B1F3B"/>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75565" marR="75565" marT="75565" marB="75565">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extLst>
                  <a:ext uri="{0D108BD9-81ED-4DB2-BD59-A6C34878D82A}">
                    <a16:rowId xmlns:a16="http://schemas.microsoft.com/office/drawing/2014/main" val="10003"/>
                  </a:ext>
                </a:extLst>
              </a:tr>
              <a:tr h="463549">
                <a:tc>
                  <a:txBody>
                    <a:bodyPr/>
                    <a:lstStyle/>
                    <a:p>
                      <a:pPr marL="0" indent="0">
                        <a:lnSpc>
                          <a:spcPts val="1785"/>
                        </a:lnSpc>
                        <a:buNone/>
                      </a:pPr>
                      <a:r>
                        <a:rPr lang="en-US" sz="1700" dirty="0">
                          <a:solidFill>
                            <a:srgbClr val="1B1F3B"/>
                          </a:solidFill>
                          <a:latin typeface="Calibri" pitchFamily="34" charset="0"/>
                          <a:ea typeface="Calibri" pitchFamily="34" charset="-122"/>
                          <a:cs typeface="Calibri" pitchFamily="34" charset="-120"/>
                        </a:rPr>
                        <a:t>residential</a:t>
                      </a:r>
                      <a:endParaRPr lang="en-US" sz="1700" dirty="0">
                        <a:latin typeface="Calibri" charset="0"/>
                        <a:ea typeface="Calibri" charset="0"/>
                        <a:cs typeface="Calibri" charset="0"/>
                      </a:endParaRPr>
                    </a:p>
                  </a:txBody>
                  <a:tcPr marL="75565" marR="75565" marT="75565" marB="75565">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785"/>
                        </a:lnSpc>
                        <a:buNone/>
                      </a:pPr>
                      <a:r>
                        <a:rPr lang="en-US" sz="1700" dirty="0">
                          <a:solidFill>
                            <a:srgbClr val="1B1F3B"/>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75565" marR="75565" marT="75565" marB="75565">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785"/>
                        </a:lnSpc>
                        <a:buNone/>
                      </a:pPr>
                      <a:r>
                        <a:rPr lang="en-US" sz="1700" dirty="0">
                          <a:solidFill>
                            <a:srgbClr val="1B1F3B"/>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75565" marR="75565" marT="75565" marB="75565">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785"/>
                        </a:lnSpc>
                        <a:buNone/>
                      </a:pPr>
                      <a:r>
                        <a:rPr lang="en-US" sz="1700" dirty="0">
                          <a:solidFill>
                            <a:srgbClr val="1B1F3B"/>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75565" marR="75565" marT="75565" marB="75565">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tc>
                  <a:txBody>
                    <a:bodyPr/>
                    <a:lstStyle/>
                    <a:p>
                      <a:pPr marL="0" indent="0">
                        <a:lnSpc>
                          <a:spcPts val="1785"/>
                        </a:lnSpc>
                        <a:buNone/>
                      </a:pPr>
                      <a:r>
                        <a:rPr lang="en-US" sz="1700" dirty="0">
                          <a:solidFill>
                            <a:srgbClr val="1B1F3B"/>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75565" marR="75565" marT="75565" marB="75565">
                    <a:lnL w="9525" cap="flat" cmpd="sng" algn="ctr">
                      <a:solidFill>
                        <a:srgbClr val="C9CEF2"/>
                      </a:solidFill>
                      <a:prstDash val="solid"/>
                      <a:round/>
                      <a:headEnd type="none" w="med" len="med"/>
                      <a:tailEnd type="none" w="med" len="med"/>
                    </a:lnL>
                    <a:lnR w="9525" cap="flat" cmpd="sng" algn="ctr">
                      <a:solidFill>
                        <a:srgbClr val="C9CEF2"/>
                      </a:solidFill>
                      <a:prstDash val="solid"/>
                      <a:round/>
                      <a:headEnd type="none" w="med" len="med"/>
                      <a:tailEnd type="none" w="med" len="med"/>
                    </a:lnR>
                    <a:lnT w="9525" cap="flat" cmpd="sng" algn="ctr">
                      <a:solidFill>
                        <a:srgbClr val="C9CEF2"/>
                      </a:solidFill>
                      <a:prstDash val="solid"/>
                      <a:round/>
                      <a:headEnd type="none" w="med" len="med"/>
                      <a:tailEnd type="none" w="med" len="med"/>
                    </a:lnT>
                    <a:lnB w="9525" cap="flat" cmpd="sng" algn="ctr">
                      <a:solidFill>
                        <a:srgbClr val="C9CEF2"/>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4714239"/>
            <a:ext cx="10883392" cy="309880"/>
          </a:xfrm>
          <a:prstGeom prst="rect">
            <a:avLst/>
          </a:prstGeom>
          <a:noFill/>
          <a:ln/>
        </p:spPr>
        <p:txBody>
          <a:bodyPr wrap="square" lIns="0" tIns="0" rIns="0" bIns="0" rtlCol="0" anchor="t">
            <a:normAutofit/>
          </a:bodyPr>
          <a:lstStyle/>
          <a:p>
            <a:pPr defTabSz="1219170">
              <a:lnSpc>
                <a:spcPts val="2240"/>
              </a:lnSpc>
            </a:pPr>
            <a:r>
              <a:rPr lang="en-US" sz="1600" b="1" dirty="0">
                <a:solidFill>
                  <a:srgbClr val="F2ADAD"/>
                </a:solidFill>
                <a:latin typeface="Calibri" pitchFamily="34" charset="0"/>
                <a:ea typeface="Calibri" pitchFamily="34" charset="-122"/>
                <a:cs typeface="Calibri" pitchFamily="34" charset="-120"/>
              </a:rPr>
              <a:t>Don't code them 1, 2, 3, 4. That falsely says highway is "less than" residential.</a:t>
            </a:r>
            <a:endParaRPr lang="en-US" sz="1600" dirty="0">
              <a:solidFill>
                <a:srgbClr val="1B1F3B"/>
              </a:solidFill>
              <a:latin typeface="Calibri"/>
            </a:endParaRPr>
          </a:p>
        </p:txBody>
      </p:sp>
    </p:spTree>
    <p:extLst>
      <p:ext uri="{BB962C8B-B14F-4D97-AF65-F5344CB8AC3E}">
        <p14:creationId xmlns:p14="http://schemas.microsoft.com/office/powerpoint/2010/main" val="36452118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2" name="Text 0"/>
          <p:cNvSpPr>
            <a:spLocks noGrp="1"/>
          </p:cNvSpPr>
          <p:nvPr>
            <p:ph type="title"/>
          </p:nvPr>
        </p:nvSpPr>
        <p:spPr>
          <a:xfrm>
            <a:off x="731520" y="365760"/>
            <a:ext cx="10728960" cy="853440"/>
          </a:xfrm>
          <a:prstGeom prst="rect">
            <a:avLst/>
          </a:prstGeom>
          <a:noFill/>
          <a:ln/>
        </p:spPr>
        <p:txBody>
          <a:bodyPr wrap="square" lIns="0" tIns="0" rIns="0" bIns="0" rtlCol="0" anchor="ctr">
            <a:noAutofit/>
          </a:bodyPr>
          <a:lstStyle/>
          <a:p>
            <a:pPr>
              <a:lnSpc>
                <a:spcPts val="3960"/>
              </a:lnSpc>
            </a:pPr>
            <a:r>
              <a:rPr lang="en-US" sz="3733" b="1" dirty="0"/>
              <a:t>predict vs predict_proba</a:t>
            </a:r>
            <a:endParaRPr lang="en-US" dirty="0"/>
          </a:p>
        </p:txBody>
      </p:sp>
      <p:sp>
        <p:nvSpPr>
          <p:cNvPr id="3" name="Shape 1"/>
          <p:cNvSpPr/>
          <p:nvPr/>
        </p:nvSpPr>
        <p:spPr>
          <a:xfrm>
            <a:off x="822326" y="1579246"/>
            <a:ext cx="3597909" cy="2399029"/>
          </a:xfrm>
          <a:prstGeom prst="rect">
            <a:avLst/>
          </a:prstGeom>
          <a:solidFill>
            <a:srgbClr val="FFFFFF"/>
          </a:solidFill>
          <a:ln w="14288">
            <a:solidFill>
              <a:srgbClr val="1B1F3B"/>
            </a:solidFill>
            <a:prstDash val="solid"/>
          </a:ln>
        </p:spPr>
        <p:txBody>
          <a:bodyPr/>
          <a:lstStyle/>
          <a:p>
            <a:pPr defTabSz="1219170"/>
            <a:endParaRPr>
              <a:solidFill>
                <a:srgbClr val="1B1F3B"/>
              </a:solidFill>
              <a:latin typeface="Calibri"/>
            </a:endParaRPr>
          </a:p>
        </p:txBody>
      </p:sp>
      <p:sp>
        <p:nvSpPr>
          <p:cNvPr id="4" name="Text 2"/>
          <p:cNvSpPr/>
          <p:nvPr/>
        </p:nvSpPr>
        <p:spPr>
          <a:xfrm>
            <a:off x="1056641" y="1813561"/>
            <a:ext cx="3223159" cy="330200"/>
          </a:xfrm>
          <a:prstGeom prst="rect">
            <a:avLst/>
          </a:prstGeom>
          <a:noFill/>
          <a:ln/>
        </p:spPr>
        <p:txBody>
          <a:bodyPr wrap="square" lIns="0" tIns="0" rIns="0" bIns="0" rtlCol="0" anchor="t">
            <a:normAutofit/>
          </a:bodyPr>
          <a:lstStyle/>
          <a:p>
            <a:pPr defTabSz="1219170">
              <a:lnSpc>
                <a:spcPts val="2400"/>
              </a:lnSpc>
            </a:pPr>
            <a:r>
              <a:rPr lang="en-US" sz="2000" b="1" dirty="0">
                <a:solidFill>
                  <a:srgbClr val="1B1F3B"/>
                </a:solidFill>
                <a:latin typeface="Calibri" pitchFamily="34" charset="0"/>
                <a:ea typeface="Calibri" pitchFamily="34" charset="-122"/>
                <a:cs typeface="Calibri" pitchFamily="34" charset="-120"/>
              </a:rPr>
              <a:t>predict</a:t>
            </a:r>
            <a:endParaRPr lang="en-US" sz="2000" dirty="0">
              <a:solidFill>
                <a:srgbClr val="1B1F3B"/>
              </a:solidFill>
              <a:latin typeface="Calibri"/>
            </a:endParaRPr>
          </a:p>
        </p:txBody>
      </p:sp>
      <p:sp>
        <p:nvSpPr>
          <p:cNvPr id="5" name="Text 3"/>
          <p:cNvSpPr/>
          <p:nvPr/>
        </p:nvSpPr>
        <p:spPr>
          <a:xfrm>
            <a:off x="1056641" y="2219961"/>
            <a:ext cx="3223159" cy="309880"/>
          </a:xfrm>
          <a:prstGeom prst="rect">
            <a:avLst/>
          </a:prstGeom>
          <a:noFill/>
          <a:ln/>
        </p:spPr>
        <p:txBody>
          <a:bodyPr wrap="square" lIns="0" tIns="0" rIns="0" bIns="0" rtlCol="0" anchor="t">
            <a:normAutofit/>
          </a:bodyPr>
          <a:lstStyle/>
          <a:p>
            <a:pPr defTabSz="1219170">
              <a:lnSpc>
                <a:spcPts val="2240"/>
              </a:lnSpc>
            </a:pPr>
            <a:r>
              <a:rPr lang="en-US" sz="1600" dirty="0">
                <a:solidFill>
                  <a:srgbClr val="1B1F3B"/>
                </a:solidFill>
                <a:latin typeface="Calibri" pitchFamily="34" charset="0"/>
                <a:ea typeface="Calibri" pitchFamily="34" charset="-122"/>
                <a:cs typeface="Calibri" pitchFamily="34" charset="-120"/>
              </a:rPr>
              <a:t>One label</a:t>
            </a:r>
            <a:endParaRPr lang="en-US" sz="1600" dirty="0">
              <a:solidFill>
                <a:srgbClr val="1B1F3B"/>
              </a:solidFill>
              <a:latin typeface="Calibri"/>
            </a:endParaRPr>
          </a:p>
        </p:txBody>
      </p:sp>
      <p:sp>
        <p:nvSpPr>
          <p:cNvPr id="6" name="Text 4"/>
          <p:cNvSpPr/>
          <p:nvPr/>
        </p:nvSpPr>
        <p:spPr>
          <a:xfrm>
            <a:off x="1056641" y="2606039"/>
            <a:ext cx="3223159" cy="452120"/>
          </a:xfrm>
          <a:prstGeom prst="rect">
            <a:avLst/>
          </a:prstGeom>
          <a:noFill/>
          <a:ln/>
        </p:spPr>
        <p:txBody>
          <a:bodyPr wrap="square" lIns="0" tIns="0" rIns="0" bIns="0" rtlCol="0" anchor="t">
            <a:normAutofit/>
          </a:bodyPr>
          <a:lstStyle/>
          <a:p>
            <a:pPr defTabSz="1219170">
              <a:lnSpc>
                <a:spcPts val="3360"/>
              </a:lnSpc>
            </a:pPr>
            <a:r>
              <a:rPr lang="en-US" sz="2400" b="1" dirty="0">
                <a:solidFill>
                  <a:srgbClr val="F2A33A"/>
                </a:solidFill>
                <a:latin typeface="Calibri" pitchFamily="34" charset="0"/>
                <a:ea typeface="Calibri" pitchFamily="34" charset="-122"/>
                <a:cs typeface="Calibri" pitchFamily="34" charset="-120"/>
              </a:rPr>
              <a:t>congested</a:t>
            </a:r>
            <a:endParaRPr lang="en-US" sz="2400" dirty="0">
              <a:solidFill>
                <a:srgbClr val="1B1F3B"/>
              </a:solidFill>
              <a:latin typeface="Calibri"/>
            </a:endParaRPr>
          </a:p>
        </p:txBody>
      </p:sp>
      <p:sp>
        <p:nvSpPr>
          <p:cNvPr id="7" name="Shape 5"/>
          <p:cNvSpPr/>
          <p:nvPr/>
        </p:nvSpPr>
        <p:spPr>
          <a:xfrm>
            <a:off x="4642486" y="1579246"/>
            <a:ext cx="6727189" cy="2399029"/>
          </a:xfrm>
          <a:prstGeom prst="rect">
            <a:avLst/>
          </a:prstGeom>
          <a:solidFill>
            <a:srgbClr val="DDDFED"/>
          </a:solidFill>
          <a:ln w="14288">
            <a:solidFill>
              <a:srgbClr val="1B1F3B"/>
            </a:solidFill>
            <a:prstDash val="solid"/>
          </a:ln>
        </p:spPr>
        <p:txBody>
          <a:bodyPr/>
          <a:lstStyle/>
          <a:p>
            <a:pPr defTabSz="1219170"/>
            <a:endParaRPr>
              <a:solidFill>
                <a:srgbClr val="1B1F3B"/>
              </a:solidFill>
              <a:latin typeface="Calibri"/>
            </a:endParaRPr>
          </a:p>
        </p:txBody>
      </p:sp>
      <p:sp>
        <p:nvSpPr>
          <p:cNvPr id="8" name="Text 6"/>
          <p:cNvSpPr/>
          <p:nvPr/>
        </p:nvSpPr>
        <p:spPr>
          <a:xfrm>
            <a:off x="4876800" y="1813561"/>
            <a:ext cx="6446317" cy="330200"/>
          </a:xfrm>
          <a:prstGeom prst="rect">
            <a:avLst/>
          </a:prstGeom>
          <a:noFill/>
          <a:ln/>
        </p:spPr>
        <p:txBody>
          <a:bodyPr wrap="square" lIns="0" tIns="0" rIns="0" bIns="0" rtlCol="0" anchor="t">
            <a:normAutofit/>
          </a:bodyPr>
          <a:lstStyle/>
          <a:p>
            <a:pPr defTabSz="1219170">
              <a:lnSpc>
                <a:spcPts val="2400"/>
              </a:lnSpc>
            </a:pPr>
            <a:r>
              <a:rPr lang="en-US" sz="2000" b="1" dirty="0">
                <a:solidFill>
                  <a:srgbClr val="1B1F3B"/>
                </a:solidFill>
                <a:latin typeface="Calibri" pitchFamily="34" charset="0"/>
                <a:ea typeface="Calibri" pitchFamily="34" charset="-122"/>
                <a:cs typeface="Calibri" pitchFamily="34" charset="-120"/>
              </a:rPr>
              <a:t>predict_proba</a:t>
            </a:r>
            <a:endParaRPr lang="en-US" sz="2000" dirty="0">
              <a:solidFill>
                <a:srgbClr val="1B1F3B"/>
              </a:solidFill>
              <a:latin typeface="Calibri"/>
            </a:endParaRPr>
          </a:p>
        </p:txBody>
      </p:sp>
      <p:pic>
        <p:nvPicPr>
          <p:cNvPr id="9" name="Image 0" descr="Probabilities: free flow 0.10, congested 0.60, blocked 0.30"/>
          <p:cNvPicPr>
            <a:picLocks noChangeAspect="1"/>
          </p:cNvPicPr>
          <p:nvPr/>
        </p:nvPicPr>
        <p:blipFill>
          <a:blip r:embed="rId3"/>
          <a:srcRect/>
          <a:stretch/>
        </p:blipFill>
        <p:spPr>
          <a:xfrm>
            <a:off x="4876800" y="2219961"/>
            <a:ext cx="5080000" cy="1524000"/>
          </a:xfrm>
          <a:prstGeom prst="rect">
            <a:avLst/>
          </a:prstGeom>
        </p:spPr>
      </p:pic>
      <p:sp>
        <p:nvSpPr>
          <p:cNvPr id="10" name="Text 7"/>
          <p:cNvSpPr/>
          <p:nvPr/>
        </p:nvSpPr>
        <p:spPr>
          <a:xfrm>
            <a:off x="812800" y="4241801"/>
            <a:ext cx="10883392" cy="642620"/>
          </a:xfrm>
          <a:prstGeom prst="rect">
            <a:avLst/>
          </a:prstGeom>
          <a:noFill/>
          <a:ln/>
        </p:spPr>
        <p:txBody>
          <a:bodyPr wrap="square" lIns="0" tIns="0" rIns="0" bIns="0" rtlCol="0" anchor="t">
            <a:normAutofit/>
          </a:bodyPr>
          <a:lstStyle/>
          <a:p>
            <a:pPr defTabSz="1219170">
              <a:lnSpc>
                <a:spcPts val="2429"/>
              </a:lnSpc>
            </a:pPr>
            <a:r>
              <a:rPr lang="en-US" dirty="0">
                <a:solidFill>
                  <a:srgbClr val="1B1F3B"/>
                </a:solidFill>
                <a:latin typeface="Calibri" pitchFamily="34" charset="0"/>
                <a:ea typeface="Calibri" pitchFamily="34" charset="-122"/>
                <a:cs typeface="Calibri" pitchFamily="34" charset="-120"/>
              </a:rPr>
              <a:t>The label hides a 30% chance the road is closed. An ambulance can use a congested road, but not a closed one.</a:t>
            </a:r>
            <a:endParaRPr lang="en-US" dirty="0">
              <a:solidFill>
                <a:srgbClr val="1B1F3B"/>
              </a:solidFill>
              <a:latin typeface="Calibri"/>
            </a:endParaRPr>
          </a:p>
        </p:txBody>
      </p:sp>
      <p:sp>
        <p:nvSpPr>
          <p:cNvPr id="11" name="Text 8"/>
          <p:cNvSpPr/>
          <p:nvPr/>
        </p:nvSpPr>
        <p:spPr>
          <a:xfrm>
            <a:off x="812800" y="5113021"/>
            <a:ext cx="10883392" cy="345440"/>
          </a:xfrm>
          <a:prstGeom prst="rect">
            <a:avLst/>
          </a:prstGeom>
          <a:noFill/>
          <a:ln/>
        </p:spPr>
        <p:txBody>
          <a:bodyPr wrap="square" lIns="0" tIns="0" rIns="0" bIns="0" rtlCol="0" anchor="t">
            <a:normAutofit/>
          </a:bodyPr>
          <a:lstStyle/>
          <a:p>
            <a:pPr defTabSz="1219170">
              <a:lnSpc>
                <a:spcPts val="2520"/>
              </a:lnSpc>
            </a:pPr>
            <a:r>
              <a:rPr lang="en-US" b="1" dirty="0">
                <a:solidFill>
                  <a:srgbClr val="2D3A8C"/>
                </a:solidFill>
                <a:latin typeface="Calibri" pitchFamily="34" charset="0"/>
                <a:ea typeface="Calibri" pitchFamily="34" charset="-122"/>
                <a:cs typeface="Calibri" pitchFamily="34" charset="-120"/>
              </a:rPr>
              <a:t>With probabilities: avoid any cell with blocked probability above 0.25.</a:t>
            </a:r>
            <a:endParaRPr lang="en-US" dirty="0">
              <a:solidFill>
                <a:srgbClr val="1B1F3B"/>
              </a:solidFill>
              <a:latin typeface="Calibri"/>
            </a:endParaRPr>
          </a:p>
        </p:txBody>
      </p:sp>
    </p:spTree>
    <p:extLst>
      <p:ext uri="{BB962C8B-B14F-4D97-AF65-F5344CB8AC3E}">
        <p14:creationId xmlns:p14="http://schemas.microsoft.com/office/powerpoint/2010/main" val="27994425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2" name="Text 0"/>
          <p:cNvSpPr>
            <a:spLocks noGrp="1"/>
          </p:cNvSpPr>
          <p:nvPr>
            <p:ph type="title"/>
          </p:nvPr>
        </p:nvSpPr>
        <p:spPr>
          <a:xfrm>
            <a:off x="731520" y="365760"/>
            <a:ext cx="10728960" cy="853440"/>
          </a:xfrm>
          <a:prstGeom prst="rect">
            <a:avLst/>
          </a:prstGeom>
          <a:noFill/>
          <a:ln/>
        </p:spPr>
        <p:txBody>
          <a:bodyPr wrap="square" lIns="0" tIns="0" rIns="0" bIns="0" rtlCol="0" anchor="ctr">
            <a:noAutofit/>
          </a:bodyPr>
          <a:lstStyle/>
          <a:p>
            <a:pPr>
              <a:lnSpc>
                <a:spcPts val="3960"/>
              </a:lnSpc>
            </a:pPr>
            <a:r>
              <a:rPr lang="en-US" sz="3733" b="1" dirty="0"/>
              <a:t>Train vs test, overfitting</a:t>
            </a:r>
            <a:endParaRPr lang="en-US" dirty="0"/>
          </a:p>
        </p:txBody>
      </p:sp>
      <p:sp>
        <p:nvSpPr>
          <p:cNvPr id="3" name="Text 1"/>
          <p:cNvSpPr/>
          <p:nvPr/>
        </p:nvSpPr>
        <p:spPr>
          <a:xfrm>
            <a:off x="812801" y="2236471"/>
            <a:ext cx="5598668" cy="327660"/>
          </a:xfrm>
          <a:prstGeom prst="rect">
            <a:avLst/>
          </a:prstGeom>
          <a:noFill/>
          <a:ln/>
        </p:spPr>
        <p:txBody>
          <a:bodyPr wrap="square" lIns="0" tIns="0" rIns="0" bIns="0" rtlCol="0" anchor="t">
            <a:normAutofit/>
          </a:bodyPr>
          <a:lstStyle/>
          <a:p>
            <a:pPr defTabSz="1219170">
              <a:lnSpc>
                <a:spcPts val="2380"/>
              </a:lnSpc>
            </a:pPr>
            <a:r>
              <a:rPr lang="en-US" sz="1733" b="1" dirty="0">
                <a:solidFill>
                  <a:srgbClr val="1B1F3B"/>
                </a:solidFill>
                <a:latin typeface="Calibri" pitchFamily="34" charset="0"/>
                <a:ea typeface="Calibri" pitchFamily="34" charset="-122"/>
                <a:cs typeface="Calibri" pitchFamily="34" charset="-120"/>
              </a:rPr>
              <a:t>Train:</a:t>
            </a:r>
            <a:r>
              <a:rPr lang="en-US" sz="1733" dirty="0">
                <a:solidFill>
                  <a:srgbClr val="1B1F3B"/>
                </a:solidFill>
                <a:latin typeface="Calibri" pitchFamily="34" charset="0"/>
                <a:ea typeface="Calibri" pitchFamily="34" charset="-122"/>
                <a:cs typeface="Calibri" pitchFamily="34" charset="-120"/>
              </a:rPr>
              <a:t> what the model learns from.</a:t>
            </a:r>
            <a:endParaRPr lang="en-US" sz="1733" dirty="0">
              <a:solidFill>
                <a:srgbClr val="1B1F3B"/>
              </a:solidFill>
              <a:latin typeface="Calibri"/>
            </a:endParaRPr>
          </a:p>
        </p:txBody>
      </p:sp>
      <p:sp>
        <p:nvSpPr>
          <p:cNvPr id="4" name="Text 2"/>
          <p:cNvSpPr/>
          <p:nvPr/>
        </p:nvSpPr>
        <p:spPr>
          <a:xfrm>
            <a:off x="812801" y="2691130"/>
            <a:ext cx="5598668" cy="327660"/>
          </a:xfrm>
          <a:prstGeom prst="rect">
            <a:avLst/>
          </a:prstGeom>
          <a:noFill/>
          <a:ln/>
        </p:spPr>
        <p:txBody>
          <a:bodyPr wrap="square" lIns="0" tIns="0" rIns="0" bIns="0" rtlCol="0" anchor="t">
            <a:normAutofit/>
          </a:bodyPr>
          <a:lstStyle/>
          <a:p>
            <a:pPr defTabSz="1219170">
              <a:lnSpc>
                <a:spcPts val="2380"/>
              </a:lnSpc>
            </a:pPr>
            <a:r>
              <a:rPr lang="en-US" sz="1733" b="1" dirty="0">
                <a:solidFill>
                  <a:srgbClr val="1B1F3B"/>
                </a:solidFill>
                <a:latin typeface="Calibri" pitchFamily="34" charset="0"/>
                <a:ea typeface="Calibri" pitchFamily="34" charset="-122"/>
                <a:cs typeface="Calibri" pitchFamily="34" charset="-120"/>
              </a:rPr>
              <a:t>Test:</a:t>
            </a:r>
            <a:r>
              <a:rPr lang="en-US" sz="1733" dirty="0">
                <a:solidFill>
                  <a:srgbClr val="1B1F3B"/>
                </a:solidFill>
                <a:latin typeface="Calibri" pitchFamily="34" charset="0"/>
                <a:ea typeface="Calibri" pitchFamily="34" charset="-122"/>
                <a:cs typeface="Calibri" pitchFamily="34" charset="-120"/>
              </a:rPr>
              <a:t> data it never saw, so the score is honest.</a:t>
            </a:r>
            <a:endParaRPr lang="en-US" sz="1733" dirty="0">
              <a:solidFill>
                <a:srgbClr val="1B1F3B"/>
              </a:solidFill>
              <a:latin typeface="Calibri"/>
            </a:endParaRPr>
          </a:p>
        </p:txBody>
      </p:sp>
      <p:sp>
        <p:nvSpPr>
          <p:cNvPr id="5" name="Text 3"/>
          <p:cNvSpPr/>
          <p:nvPr/>
        </p:nvSpPr>
        <p:spPr>
          <a:xfrm>
            <a:off x="812801" y="3145792"/>
            <a:ext cx="5598668" cy="629920"/>
          </a:xfrm>
          <a:prstGeom prst="rect">
            <a:avLst/>
          </a:prstGeom>
          <a:noFill/>
          <a:ln/>
        </p:spPr>
        <p:txBody>
          <a:bodyPr wrap="square" lIns="0" tIns="0" rIns="0" bIns="0" rtlCol="0" anchor="t">
            <a:normAutofit/>
          </a:bodyPr>
          <a:lstStyle/>
          <a:p>
            <a:pPr defTabSz="1219170">
              <a:lnSpc>
                <a:spcPts val="2380"/>
              </a:lnSpc>
            </a:pPr>
            <a:r>
              <a:rPr lang="en-US" sz="1733" b="1" dirty="0">
                <a:solidFill>
                  <a:srgbClr val="1B1F3B"/>
                </a:solidFill>
                <a:latin typeface="Calibri" pitchFamily="34" charset="0"/>
                <a:ea typeface="Calibri" pitchFamily="34" charset="-122"/>
                <a:cs typeface="Calibri" pitchFamily="34" charset="-120"/>
              </a:rPr>
              <a:t>Overfitting:</a:t>
            </a:r>
            <a:r>
              <a:rPr lang="en-US" sz="1733" dirty="0">
                <a:solidFill>
                  <a:srgbClr val="1B1F3B"/>
                </a:solidFill>
                <a:latin typeface="Calibri" pitchFamily="34" charset="0"/>
                <a:ea typeface="Calibri" pitchFamily="34" charset="-122"/>
                <a:cs typeface="Calibri" pitchFamily="34" charset="-120"/>
              </a:rPr>
              <a:t> memorizes the training data and fails on new data.</a:t>
            </a:r>
            <a:endParaRPr lang="en-US" sz="1733" dirty="0">
              <a:solidFill>
                <a:srgbClr val="1B1F3B"/>
              </a:solidFill>
              <a:latin typeface="Calibri"/>
            </a:endParaRPr>
          </a:p>
        </p:txBody>
      </p:sp>
      <p:sp>
        <p:nvSpPr>
          <p:cNvPr id="6" name="Text 4"/>
          <p:cNvSpPr/>
          <p:nvPr/>
        </p:nvSpPr>
        <p:spPr>
          <a:xfrm>
            <a:off x="812801" y="3902715"/>
            <a:ext cx="5598668" cy="327660"/>
          </a:xfrm>
          <a:prstGeom prst="rect">
            <a:avLst/>
          </a:prstGeom>
          <a:noFill/>
          <a:ln/>
        </p:spPr>
        <p:txBody>
          <a:bodyPr wrap="square" lIns="0" tIns="0" rIns="0" bIns="0" rtlCol="0" anchor="t">
            <a:normAutofit/>
          </a:bodyPr>
          <a:lstStyle/>
          <a:p>
            <a:pPr defTabSz="1219170">
              <a:lnSpc>
                <a:spcPts val="2380"/>
              </a:lnSpc>
            </a:pPr>
            <a:r>
              <a:rPr lang="en-US" sz="1733" b="1" dirty="0">
                <a:solidFill>
                  <a:srgbClr val="2D3A8C"/>
                </a:solidFill>
                <a:latin typeface="Calibri" pitchFamily="34" charset="0"/>
                <a:ea typeface="Calibri" pitchFamily="34" charset="-122"/>
                <a:cs typeface="Calibri" pitchFamily="34" charset="-120"/>
              </a:rPr>
              <a:t>Fix: cap max_depth.</a:t>
            </a:r>
            <a:endParaRPr lang="en-US" sz="1733" dirty="0">
              <a:solidFill>
                <a:srgbClr val="1B1F3B"/>
              </a:solidFill>
              <a:latin typeface="Calibri"/>
            </a:endParaRPr>
          </a:p>
        </p:txBody>
      </p:sp>
      <p:pic>
        <p:nvPicPr>
          <p:cNvPr id="7" name="Image 0" descr="Illustrative chart: train accuracy keeps rising with tree depth while test accuracy rises then falls"/>
          <p:cNvPicPr>
            <a:picLocks noChangeAspect="1"/>
          </p:cNvPicPr>
          <p:nvPr/>
        </p:nvPicPr>
        <p:blipFill>
          <a:blip r:embed="rId3"/>
          <a:srcRect/>
          <a:stretch/>
        </p:blipFill>
        <p:spPr>
          <a:xfrm>
            <a:off x="6553200" y="1569721"/>
            <a:ext cx="4826000" cy="3302000"/>
          </a:xfrm>
          <a:prstGeom prst="rect">
            <a:avLst/>
          </a:prstGeom>
        </p:spPr>
      </p:pic>
    </p:spTree>
    <p:extLst>
      <p:ext uri="{BB962C8B-B14F-4D97-AF65-F5344CB8AC3E}">
        <p14:creationId xmlns:p14="http://schemas.microsoft.com/office/powerpoint/2010/main" val="18066038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2" name="Text 0"/>
          <p:cNvSpPr>
            <a:spLocks noGrp="1"/>
          </p:cNvSpPr>
          <p:nvPr>
            <p:ph type="title"/>
          </p:nvPr>
        </p:nvSpPr>
        <p:spPr>
          <a:xfrm>
            <a:off x="731520" y="365760"/>
            <a:ext cx="10728960" cy="853440"/>
          </a:xfrm>
          <a:prstGeom prst="rect">
            <a:avLst/>
          </a:prstGeom>
          <a:noFill/>
          <a:ln/>
        </p:spPr>
        <p:txBody>
          <a:bodyPr wrap="square" lIns="0" tIns="0" rIns="0" bIns="0" rtlCol="0" anchor="ctr">
            <a:noAutofit/>
          </a:bodyPr>
          <a:lstStyle/>
          <a:p>
            <a:pPr>
              <a:lnSpc>
                <a:spcPts val="3960"/>
              </a:lnSpc>
            </a:pPr>
            <a:r>
              <a:rPr lang="en-US" sz="3733" b="1" dirty="0"/>
              <a:t>Leakage</a:t>
            </a:r>
            <a:endParaRPr lang="en-US" dirty="0"/>
          </a:p>
        </p:txBody>
      </p:sp>
      <p:sp>
        <p:nvSpPr>
          <p:cNvPr id="3" name="Shape 1"/>
          <p:cNvSpPr/>
          <p:nvPr/>
        </p:nvSpPr>
        <p:spPr>
          <a:xfrm>
            <a:off x="822326" y="1579246"/>
            <a:ext cx="5162549" cy="3704589"/>
          </a:xfrm>
          <a:prstGeom prst="rect">
            <a:avLst/>
          </a:prstGeom>
          <a:solidFill>
            <a:srgbClr val="FFFFFF"/>
          </a:solidFill>
          <a:ln w="14288">
            <a:solidFill>
              <a:srgbClr val="1B1F3B"/>
            </a:solidFill>
            <a:prstDash val="solid"/>
          </a:ln>
        </p:spPr>
        <p:txBody>
          <a:bodyPr/>
          <a:lstStyle/>
          <a:p>
            <a:pPr defTabSz="1219170"/>
            <a:endParaRPr>
              <a:solidFill>
                <a:srgbClr val="1B1F3B"/>
              </a:solidFill>
              <a:latin typeface="Calibri"/>
            </a:endParaRPr>
          </a:p>
        </p:txBody>
      </p:sp>
      <p:sp>
        <p:nvSpPr>
          <p:cNvPr id="4" name="Text 2"/>
          <p:cNvSpPr/>
          <p:nvPr/>
        </p:nvSpPr>
        <p:spPr>
          <a:xfrm>
            <a:off x="2574553" y="1813564"/>
            <a:ext cx="1658017" cy="299720"/>
          </a:xfrm>
          <a:prstGeom prst="rect">
            <a:avLst/>
          </a:prstGeom>
          <a:noFill/>
          <a:ln/>
        </p:spPr>
        <p:txBody>
          <a:bodyPr wrap="square" lIns="0" tIns="0" rIns="0" bIns="0" rtlCol="0" anchor="t">
            <a:normAutofit/>
          </a:bodyPr>
          <a:lstStyle/>
          <a:p>
            <a:pPr algn="ctr" defTabSz="1219170">
              <a:lnSpc>
                <a:spcPts val="2160"/>
              </a:lnSpc>
            </a:pPr>
            <a:r>
              <a:rPr lang="en-US" b="1" dirty="0">
                <a:solidFill>
                  <a:srgbClr val="F2ADAD"/>
                </a:solidFill>
                <a:latin typeface="Calibri" pitchFamily="34" charset="0"/>
                <a:ea typeface="Calibri" pitchFamily="34" charset="-122"/>
                <a:cs typeface="Calibri" pitchFamily="34" charset="-120"/>
              </a:rPr>
              <a:t>Random split</a:t>
            </a:r>
            <a:endParaRPr lang="en-US" dirty="0">
              <a:solidFill>
                <a:srgbClr val="1B1F3B"/>
              </a:solidFill>
              <a:latin typeface="Calibri"/>
            </a:endParaRPr>
          </a:p>
        </p:txBody>
      </p:sp>
      <p:pic>
        <p:nvPicPr>
          <p:cNvPr id="5" name="Image 0" descr="Grid of cells with test cells scattered among training cells"/>
          <p:cNvPicPr>
            <a:picLocks noChangeAspect="1"/>
          </p:cNvPicPr>
          <p:nvPr/>
        </p:nvPicPr>
        <p:blipFill>
          <a:blip r:embed="rId3"/>
          <a:srcRect/>
          <a:stretch/>
        </p:blipFill>
        <p:spPr>
          <a:xfrm>
            <a:off x="2273300" y="2189479"/>
            <a:ext cx="2260600" cy="2260600"/>
          </a:xfrm>
          <a:prstGeom prst="rect">
            <a:avLst/>
          </a:prstGeom>
        </p:spPr>
      </p:pic>
      <p:sp>
        <p:nvSpPr>
          <p:cNvPr id="6" name="Text 3"/>
          <p:cNvSpPr/>
          <p:nvPr/>
        </p:nvSpPr>
        <p:spPr>
          <a:xfrm>
            <a:off x="1056640" y="4551679"/>
            <a:ext cx="4834739" cy="523240"/>
          </a:xfrm>
          <a:prstGeom prst="rect">
            <a:avLst/>
          </a:prstGeom>
          <a:noFill/>
          <a:ln/>
        </p:spPr>
        <p:txBody>
          <a:bodyPr wrap="square" lIns="0" tIns="0" rIns="0" bIns="0" rtlCol="0" anchor="t">
            <a:normAutofit/>
          </a:bodyPr>
          <a:lstStyle/>
          <a:p>
            <a:pPr defTabSz="1219170">
              <a:lnSpc>
                <a:spcPts val="1960"/>
              </a:lnSpc>
            </a:pPr>
            <a:r>
              <a:rPr lang="en-US" sz="1400" dirty="0">
                <a:solidFill>
                  <a:srgbClr val="1B1F3B"/>
                </a:solidFill>
                <a:latin typeface="Calibri" pitchFamily="34" charset="0"/>
                <a:ea typeface="Calibri" pitchFamily="34" charset="-122"/>
                <a:cs typeface="Calibri" pitchFamily="34" charset="-120"/>
              </a:rPr>
              <a:t>Each test cell has a near-twin in training. The model just remembers.</a:t>
            </a:r>
            <a:endParaRPr lang="en-US" sz="1400" dirty="0">
              <a:solidFill>
                <a:srgbClr val="1B1F3B"/>
              </a:solidFill>
              <a:latin typeface="Calibri"/>
            </a:endParaRPr>
          </a:p>
        </p:txBody>
      </p:sp>
      <p:sp>
        <p:nvSpPr>
          <p:cNvPr id="7" name="Shape 4"/>
          <p:cNvSpPr/>
          <p:nvPr/>
        </p:nvSpPr>
        <p:spPr>
          <a:xfrm>
            <a:off x="6207126" y="1579246"/>
            <a:ext cx="5162549" cy="3704589"/>
          </a:xfrm>
          <a:prstGeom prst="rect">
            <a:avLst/>
          </a:prstGeom>
          <a:solidFill>
            <a:srgbClr val="FFFFFF"/>
          </a:solidFill>
          <a:ln w="14288">
            <a:solidFill>
              <a:srgbClr val="1B1F3B"/>
            </a:solidFill>
            <a:prstDash val="solid"/>
          </a:ln>
        </p:spPr>
        <p:txBody>
          <a:bodyPr/>
          <a:lstStyle/>
          <a:p>
            <a:pPr defTabSz="1219170"/>
            <a:endParaRPr>
              <a:solidFill>
                <a:srgbClr val="1B1F3B"/>
              </a:solidFill>
              <a:latin typeface="Calibri"/>
            </a:endParaRPr>
          </a:p>
        </p:txBody>
      </p:sp>
      <p:sp>
        <p:nvSpPr>
          <p:cNvPr id="8" name="Text 5"/>
          <p:cNvSpPr/>
          <p:nvPr/>
        </p:nvSpPr>
        <p:spPr>
          <a:xfrm>
            <a:off x="7795228" y="1813564"/>
            <a:ext cx="1986344" cy="299720"/>
          </a:xfrm>
          <a:prstGeom prst="rect">
            <a:avLst/>
          </a:prstGeom>
          <a:noFill/>
          <a:ln/>
        </p:spPr>
        <p:txBody>
          <a:bodyPr wrap="square" lIns="0" tIns="0" rIns="0" bIns="0" rtlCol="0" anchor="t">
            <a:normAutofit/>
          </a:bodyPr>
          <a:lstStyle/>
          <a:p>
            <a:pPr algn="ctr" defTabSz="1219170">
              <a:lnSpc>
                <a:spcPts val="2160"/>
              </a:lnSpc>
            </a:pPr>
            <a:r>
              <a:rPr lang="en-US" b="1" dirty="0">
                <a:solidFill>
                  <a:srgbClr val="3BAA8C"/>
                </a:solidFill>
                <a:latin typeface="Calibri" pitchFamily="34" charset="0"/>
                <a:ea typeface="Calibri" pitchFamily="34" charset="-122"/>
                <a:cs typeface="Calibri" pitchFamily="34" charset="-120"/>
              </a:rPr>
              <a:t>Split by map_id</a:t>
            </a:r>
            <a:endParaRPr lang="en-US" dirty="0">
              <a:solidFill>
                <a:srgbClr val="1B1F3B"/>
              </a:solidFill>
              <a:latin typeface="Calibri"/>
            </a:endParaRPr>
          </a:p>
        </p:txBody>
      </p:sp>
      <p:pic>
        <p:nvPicPr>
          <p:cNvPr id="9" name="Image 1" descr="Grid with whole columns held out as test"/>
          <p:cNvPicPr>
            <a:picLocks noChangeAspect="1"/>
          </p:cNvPicPr>
          <p:nvPr/>
        </p:nvPicPr>
        <p:blipFill>
          <a:blip r:embed="rId4"/>
          <a:srcRect/>
          <a:stretch/>
        </p:blipFill>
        <p:spPr>
          <a:xfrm>
            <a:off x="7658100" y="2189479"/>
            <a:ext cx="2260600" cy="2260600"/>
          </a:xfrm>
          <a:prstGeom prst="rect">
            <a:avLst/>
          </a:prstGeom>
        </p:spPr>
      </p:pic>
      <p:sp>
        <p:nvSpPr>
          <p:cNvPr id="10" name="Text 6"/>
          <p:cNvSpPr/>
          <p:nvPr/>
        </p:nvSpPr>
        <p:spPr>
          <a:xfrm>
            <a:off x="6441440" y="4551679"/>
            <a:ext cx="4834739" cy="523240"/>
          </a:xfrm>
          <a:prstGeom prst="rect">
            <a:avLst/>
          </a:prstGeom>
          <a:noFill/>
          <a:ln/>
        </p:spPr>
        <p:txBody>
          <a:bodyPr wrap="square" lIns="0" tIns="0" rIns="0" bIns="0" rtlCol="0" anchor="t">
            <a:normAutofit/>
          </a:bodyPr>
          <a:lstStyle/>
          <a:p>
            <a:pPr defTabSz="1219170">
              <a:lnSpc>
                <a:spcPts val="1960"/>
              </a:lnSpc>
            </a:pPr>
            <a:r>
              <a:rPr lang="en-US" sz="1400" dirty="0">
                <a:solidFill>
                  <a:srgbClr val="1B1F3B"/>
                </a:solidFill>
                <a:latin typeface="Calibri" pitchFamily="34" charset="0"/>
                <a:ea typeface="Calibri" pitchFamily="34" charset="-122"/>
                <a:cs typeface="Calibri" pitchFamily="34" charset="-120"/>
              </a:rPr>
              <a:t>Whole maps are held out, like a city the model has never seen.</a:t>
            </a:r>
            <a:endParaRPr lang="en-US" sz="1400" dirty="0">
              <a:solidFill>
                <a:srgbClr val="1B1F3B"/>
              </a:solidFill>
              <a:latin typeface="Calibri"/>
            </a:endParaRPr>
          </a:p>
        </p:txBody>
      </p:sp>
      <p:sp>
        <p:nvSpPr>
          <p:cNvPr id="11" name="Text 7"/>
          <p:cNvSpPr/>
          <p:nvPr/>
        </p:nvSpPr>
        <p:spPr>
          <a:xfrm>
            <a:off x="812800" y="5547365"/>
            <a:ext cx="10883392" cy="292100"/>
          </a:xfrm>
          <a:prstGeom prst="rect">
            <a:avLst/>
          </a:prstGeom>
          <a:noFill/>
          <a:ln/>
        </p:spPr>
        <p:txBody>
          <a:bodyPr wrap="square" lIns="0" tIns="0" rIns="0" bIns="0" rtlCol="0" anchor="t">
            <a:normAutofit/>
          </a:bodyPr>
          <a:lstStyle/>
          <a:p>
            <a:pPr defTabSz="1219170">
              <a:lnSpc>
                <a:spcPts val="2100"/>
              </a:lnSpc>
            </a:pPr>
            <a:r>
              <a:rPr lang="en-US" sz="1467" b="1" dirty="0">
                <a:solidFill>
                  <a:srgbClr val="2D3A8C"/>
                </a:solidFill>
                <a:latin typeface="Calibri" pitchFamily="34" charset="0"/>
                <a:ea typeface="Calibri" pitchFamily="34" charset="-122"/>
                <a:cs typeface="Calibri" pitchFamily="34" charset="-120"/>
              </a:rPr>
              <a:t>Blue = train</a:t>
            </a:r>
            <a:r>
              <a:rPr lang="en-US" sz="1467" dirty="0">
                <a:solidFill>
                  <a:srgbClr val="1B1F3B"/>
                </a:solidFill>
                <a:latin typeface="Calibri" pitchFamily="34" charset="0"/>
                <a:ea typeface="Calibri" pitchFamily="34" charset="-122"/>
                <a:cs typeface="Calibri" pitchFamily="34" charset="-120"/>
              </a:rPr>
              <a:t> · </a:t>
            </a:r>
            <a:r>
              <a:rPr lang="en-US" sz="1467" b="1" dirty="0">
                <a:solidFill>
                  <a:srgbClr val="F2A33A"/>
                </a:solidFill>
                <a:latin typeface="Calibri" pitchFamily="34" charset="0"/>
                <a:ea typeface="Calibri" pitchFamily="34" charset="-122"/>
                <a:cs typeface="Calibri" pitchFamily="34" charset="-120"/>
              </a:rPr>
              <a:t>Orange = test</a:t>
            </a:r>
            <a:r>
              <a:rPr lang="en-US" sz="1467" dirty="0">
                <a:solidFill>
                  <a:srgbClr val="1B1F3B"/>
                </a:solidFill>
                <a:latin typeface="Calibri" pitchFamily="34" charset="0"/>
                <a:ea typeface="Calibri" pitchFamily="34" charset="-122"/>
                <a:cs typeface="Calibri" pitchFamily="34" charset="-120"/>
              </a:rPr>
              <a:t>. Leakage makes test scores look better than the model really is.</a:t>
            </a:r>
            <a:endParaRPr lang="en-US" sz="1467" dirty="0">
              <a:solidFill>
                <a:srgbClr val="1B1F3B"/>
              </a:solidFill>
              <a:latin typeface="Calibri"/>
            </a:endParaRPr>
          </a:p>
        </p:txBody>
      </p:sp>
    </p:spTree>
    <p:extLst>
      <p:ext uri="{BB962C8B-B14F-4D97-AF65-F5344CB8AC3E}">
        <p14:creationId xmlns:p14="http://schemas.microsoft.com/office/powerpoint/2010/main" val="20890654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2" name="Text 0"/>
          <p:cNvSpPr>
            <a:spLocks noGrp="1"/>
          </p:cNvSpPr>
          <p:nvPr>
            <p:ph type="title"/>
          </p:nvPr>
        </p:nvSpPr>
        <p:spPr>
          <a:xfrm>
            <a:off x="731520" y="365760"/>
            <a:ext cx="10728960" cy="853440"/>
          </a:xfrm>
          <a:prstGeom prst="rect">
            <a:avLst/>
          </a:prstGeom>
          <a:noFill/>
          <a:ln/>
        </p:spPr>
        <p:txBody>
          <a:bodyPr wrap="square" lIns="0" tIns="0" rIns="0" bIns="0" rtlCol="0" anchor="ctr">
            <a:noAutofit/>
          </a:bodyPr>
          <a:lstStyle/>
          <a:p>
            <a:pPr>
              <a:lnSpc>
                <a:spcPts val="3960"/>
              </a:lnSpc>
            </a:pPr>
            <a:r>
              <a:rPr lang="en-US" sz="3733" b="1" dirty="0"/>
              <a:t>Feature importance</a:t>
            </a:r>
            <a:endParaRPr lang="en-US" dirty="0"/>
          </a:p>
        </p:txBody>
      </p:sp>
      <p:pic>
        <p:nvPicPr>
          <p:cNvPr id="3" name="Image 0" descr="Illustrative bar chart of feature importance, longest bars for speed and density"/>
          <p:cNvPicPr>
            <a:picLocks noChangeAspect="1"/>
          </p:cNvPicPr>
          <p:nvPr/>
        </p:nvPicPr>
        <p:blipFill>
          <a:blip r:embed="rId3"/>
          <a:srcRect/>
          <a:stretch/>
        </p:blipFill>
        <p:spPr>
          <a:xfrm>
            <a:off x="812800" y="1569721"/>
            <a:ext cx="5080000" cy="2413000"/>
          </a:xfrm>
          <a:prstGeom prst="rect">
            <a:avLst/>
          </a:prstGeom>
        </p:spPr>
      </p:pic>
      <p:sp>
        <p:nvSpPr>
          <p:cNvPr id="4" name="Text 1"/>
          <p:cNvSpPr/>
          <p:nvPr/>
        </p:nvSpPr>
        <p:spPr>
          <a:xfrm>
            <a:off x="6197600" y="1973579"/>
            <a:ext cx="5337048" cy="629920"/>
          </a:xfrm>
          <a:prstGeom prst="rect">
            <a:avLst/>
          </a:prstGeom>
          <a:noFill/>
          <a:ln/>
        </p:spPr>
        <p:txBody>
          <a:bodyPr wrap="square" lIns="0" tIns="0" rIns="0" bIns="0" rtlCol="0" anchor="t">
            <a:normAutofit/>
          </a:bodyPr>
          <a:lstStyle/>
          <a:p>
            <a:pPr defTabSz="1219170">
              <a:lnSpc>
                <a:spcPts val="2380"/>
              </a:lnSpc>
            </a:pPr>
            <a:r>
              <a:rPr lang="en-US" sz="1733" dirty="0">
                <a:solidFill>
                  <a:srgbClr val="1B1F3B"/>
                </a:solidFill>
                <a:latin typeface="Calibri" pitchFamily="34" charset="0"/>
                <a:ea typeface="Calibri" pitchFamily="34" charset="-122"/>
                <a:cs typeface="Calibri" pitchFamily="34" charset="-120"/>
              </a:rPr>
              <a:t>Ask a trained model which inputs it leaned on most. RUSH-2 asks which features drove the route.</a:t>
            </a:r>
            <a:endParaRPr lang="en-US" sz="1733" dirty="0">
              <a:solidFill>
                <a:srgbClr val="1B1F3B"/>
              </a:solidFill>
              <a:latin typeface="Calibri"/>
            </a:endParaRPr>
          </a:p>
        </p:txBody>
      </p:sp>
      <p:sp>
        <p:nvSpPr>
          <p:cNvPr id="5" name="Text 2"/>
          <p:cNvSpPr/>
          <p:nvPr/>
        </p:nvSpPr>
        <p:spPr>
          <a:xfrm>
            <a:off x="6197600" y="2705100"/>
            <a:ext cx="5337048" cy="558800"/>
          </a:xfrm>
          <a:prstGeom prst="rect">
            <a:avLst/>
          </a:prstGeom>
          <a:noFill/>
          <a:ln/>
        </p:spPr>
        <p:txBody>
          <a:bodyPr wrap="square" lIns="0" tIns="0" rIns="0" bIns="0" rtlCol="0" anchor="t">
            <a:normAutofit/>
          </a:bodyPr>
          <a:lstStyle/>
          <a:p>
            <a:pPr defTabSz="1219170">
              <a:lnSpc>
                <a:spcPts val="2100"/>
              </a:lnSpc>
            </a:pPr>
            <a:r>
              <a:rPr lang="en-US" sz="1467" b="1" dirty="0">
                <a:solidFill>
                  <a:srgbClr val="F2ADAD"/>
                </a:solidFill>
                <a:latin typeface="Calibri" pitchFamily="34" charset="0"/>
                <a:ea typeface="Calibri" pitchFamily="34" charset="-122"/>
                <a:cs typeface="Calibri" pitchFamily="34" charset="-120"/>
              </a:rPr>
              <a:t>It shows what the model uses, not what causes congestion. Features that move together split the credit.</a:t>
            </a:r>
            <a:endParaRPr lang="en-US" sz="1467" dirty="0">
              <a:solidFill>
                <a:srgbClr val="1B1F3B"/>
              </a:solidFill>
              <a:latin typeface="Calibri"/>
            </a:endParaRPr>
          </a:p>
        </p:txBody>
      </p:sp>
      <p:sp>
        <p:nvSpPr>
          <p:cNvPr id="6" name="Text 3"/>
          <p:cNvSpPr/>
          <p:nvPr/>
        </p:nvSpPr>
        <p:spPr>
          <a:xfrm>
            <a:off x="6197600" y="3365500"/>
            <a:ext cx="5337048" cy="238760"/>
          </a:xfrm>
          <a:prstGeom prst="rect">
            <a:avLst/>
          </a:prstGeom>
          <a:noFill/>
          <a:ln/>
        </p:spPr>
        <p:txBody>
          <a:bodyPr wrap="square" lIns="0" tIns="0" rIns="0" bIns="0" rtlCol="0" anchor="t">
            <a:normAutofit/>
          </a:bodyPr>
          <a:lstStyle/>
          <a:p>
            <a:pPr defTabSz="1219170">
              <a:lnSpc>
                <a:spcPts val="1680"/>
              </a:lnSpc>
            </a:pPr>
            <a:r>
              <a:rPr lang="en-US" sz="1200" dirty="0">
                <a:solidFill>
                  <a:srgbClr val="4A4F6A"/>
                </a:solidFill>
                <a:latin typeface="Calibri" pitchFamily="34" charset="0"/>
                <a:ea typeface="Calibri" pitchFamily="34" charset="-122"/>
                <a:cs typeface="Calibri" pitchFamily="34" charset="-120"/>
              </a:rPr>
              <a:t>Bars are an illustrative shape. Run it on your own model.</a:t>
            </a:r>
            <a:endParaRPr lang="en-US" sz="1200" dirty="0">
              <a:solidFill>
                <a:srgbClr val="1B1F3B"/>
              </a:solidFill>
              <a:latin typeface="Calibri"/>
            </a:endParaRPr>
          </a:p>
        </p:txBody>
      </p:sp>
    </p:spTree>
    <p:extLst>
      <p:ext uri="{BB962C8B-B14F-4D97-AF65-F5344CB8AC3E}">
        <p14:creationId xmlns:p14="http://schemas.microsoft.com/office/powerpoint/2010/main" val="31636171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Rectangle 28"/>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2" name="TextBox 1"/>
          <p:cNvSpPr txBox="1"/>
          <p:nvPr/>
        </p:nvSpPr>
        <p:spPr>
          <a:xfrm>
            <a:off x="731520" y="365760"/>
            <a:ext cx="10728960" cy="853440"/>
          </a:xfrm>
          <a:prstGeom prst="rect">
            <a:avLst/>
          </a:prstGeom>
          <a:noFill/>
        </p:spPr>
        <p:txBody>
          <a:bodyPr wrap="square" lIns="0" tIns="0" rIns="0" bIns="0" anchor="ctr">
            <a:noAutofit/>
          </a:bodyPr>
          <a:lstStyle/>
          <a:p>
            <a:pPr defTabSz="1219170">
              <a:spcAft>
                <a:spcPts val="300"/>
              </a:spcAft>
            </a:pPr>
            <a:r>
              <a:rPr sz="3733" b="1">
                <a:solidFill>
                  <a:srgbClr val="1B1F3B"/>
                </a:solidFill>
                <a:latin typeface="Calibri"/>
              </a:rPr>
              <a:t>The full RUSH HOUR pipeline</a:t>
            </a:r>
          </a:p>
        </p:txBody>
      </p:sp>
      <p:sp>
        <p:nvSpPr>
          <p:cNvPr id="3" name="TextBox 2"/>
          <p:cNvSpPr txBox="1"/>
          <p:nvPr/>
        </p:nvSpPr>
        <p:spPr>
          <a:xfrm>
            <a:off x="841248" y="1233468"/>
            <a:ext cx="10698480" cy="312843"/>
          </a:xfrm>
          <a:prstGeom prst="rect">
            <a:avLst/>
          </a:prstGeom>
          <a:noFill/>
        </p:spPr>
        <p:txBody>
          <a:bodyPr wrap="square" lIns="54864" tIns="22860" rIns="54864" bIns="22860" anchor="ctr">
            <a:spAutoFit/>
          </a:bodyPr>
          <a:lstStyle/>
          <a:p>
            <a:pPr defTabSz="1219170">
              <a:spcAft>
                <a:spcPts val="300"/>
              </a:spcAft>
            </a:pPr>
            <a:r>
              <a:rPr sz="1733">
                <a:solidFill>
                  <a:srgbClr val="4A4F6A"/>
                </a:solidFill>
                <a:latin typeface="Calibri"/>
              </a:rPr>
              <a:t>The model is one step in a larger system—not the whole route planner.</a:t>
            </a:r>
          </a:p>
        </p:txBody>
      </p:sp>
      <p:sp>
        <p:nvSpPr>
          <p:cNvPr id="4" name="TextBox 3"/>
          <p:cNvSpPr txBox="1"/>
          <p:nvPr/>
        </p:nvSpPr>
        <p:spPr>
          <a:xfrm>
            <a:off x="841248" y="6460203"/>
            <a:ext cx="10515600" cy="210379"/>
          </a:xfrm>
          <a:prstGeom prst="rect">
            <a:avLst/>
          </a:prstGeom>
          <a:noFill/>
        </p:spPr>
        <p:txBody>
          <a:bodyPr wrap="square" lIns="54864" tIns="22860" rIns="54864" bIns="22860" anchor="ctr">
            <a:spAutoFit/>
          </a:bodyPr>
          <a:lstStyle/>
          <a:p>
            <a:pPr defTabSz="1219170">
              <a:spcAft>
                <a:spcPts val="300"/>
              </a:spcAft>
            </a:pPr>
            <a:r>
              <a:rPr sz="1067" b="1">
                <a:solidFill>
                  <a:srgbClr val="8A8FA8"/>
                </a:solidFill>
                <a:latin typeface="Calibri"/>
              </a:rPr>
              <a:t>PROJECT RUSH HOUR  ·  ML FOUNDATIONS</a:t>
            </a:r>
          </a:p>
        </p:txBody>
      </p:sp>
      <p:sp>
        <p:nvSpPr>
          <p:cNvPr id="5" name="Rounded Rectangle 4"/>
          <p:cNvSpPr/>
          <p:nvPr/>
        </p:nvSpPr>
        <p:spPr>
          <a:xfrm>
            <a:off x="685800" y="2148840"/>
            <a:ext cx="2221992" cy="2267712"/>
          </a:xfrm>
          <a:prstGeom prst="rect">
            <a:avLst/>
          </a:prstGeom>
          <a:solidFill>
            <a:srgbClr val="DDDFED"/>
          </a:solidFill>
          <a:ln w="11430">
            <a:solidFill>
              <a:srgbClr val="1B1F3B"/>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6" name="Oval 5"/>
          <p:cNvSpPr/>
          <p:nvPr/>
        </p:nvSpPr>
        <p:spPr>
          <a:xfrm>
            <a:off x="832104" y="2331720"/>
            <a:ext cx="402336" cy="402336"/>
          </a:xfrm>
          <a:prstGeom prst="ellipse">
            <a:avLst/>
          </a:prstGeom>
          <a:solidFill>
            <a:srgbClr val="1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7" name="TextBox 6"/>
          <p:cNvSpPr txBox="1"/>
          <p:nvPr/>
        </p:nvSpPr>
        <p:spPr>
          <a:xfrm>
            <a:off x="832104" y="2386694"/>
            <a:ext cx="402336" cy="292388"/>
          </a:xfrm>
          <a:prstGeom prst="rect">
            <a:avLst/>
          </a:prstGeom>
          <a:noFill/>
        </p:spPr>
        <p:txBody>
          <a:bodyPr wrap="square" lIns="9144" tIns="22860" rIns="9144" bIns="22860" anchor="ctr">
            <a:spAutoFit/>
          </a:bodyPr>
          <a:lstStyle/>
          <a:p>
            <a:pPr algn="ctr" defTabSz="1219170">
              <a:spcAft>
                <a:spcPts val="300"/>
              </a:spcAft>
            </a:pPr>
            <a:r>
              <a:rPr sz="1600" b="1">
                <a:solidFill>
                  <a:srgbClr val="FFFFFF"/>
                </a:solidFill>
                <a:latin typeface="Calibri"/>
              </a:rPr>
              <a:t>1</a:t>
            </a:r>
          </a:p>
        </p:txBody>
      </p:sp>
      <p:sp>
        <p:nvSpPr>
          <p:cNvPr id="8" name="TextBox 7"/>
          <p:cNvSpPr txBox="1"/>
          <p:nvPr/>
        </p:nvSpPr>
        <p:spPr>
          <a:xfrm>
            <a:off x="832104" y="2925107"/>
            <a:ext cx="1920240" cy="312843"/>
          </a:xfrm>
          <a:prstGeom prst="rect">
            <a:avLst/>
          </a:prstGeom>
          <a:noFill/>
        </p:spPr>
        <p:txBody>
          <a:bodyPr wrap="square" lIns="54864" tIns="22860" rIns="54864" bIns="22860" anchor="ctr">
            <a:spAutoFit/>
          </a:bodyPr>
          <a:lstStyle/>
          <a:p>
            <a:pPr defTabSz="1219170">
              <a:spcAft>
                <a:spcPts val="300"/>
              </a:spcAft>
            </a:pPr>
            <a:r>
              <a:rPr sz="1733" b="1">
                <a:solidFill>
                  <a:srgbClr val="1B1F3B"/>
                </a:solidFill>
                <a:latin typeface="Calibri"/>
              </a:rPr>
              <a:t>Map + traffic data</a:t>
            </a:r>
          </a:p>
        </p:txBody>
      </p:sp>
      <p:sp>
        <p:nvSpPr>
          <p:cNvPr id="9" name="TextBox 8"/>
          <p:cNvSpPr txBox="1"/>
          <p:nvPr/>
        </p:nvSpPr>
        <p:spPr>
          <a:xfrm>
            <a:off x="832104" y="3463996"/>
            <a:ext cx="1920240" cy="661528"/>
          </a:xfrm>
          <a:prstGeom prst="rect">
            <a:avLst/>
          </a:prstGeom>
          <a:noFill/>
        </p:spPr>
        <p:txBody>
          <a:bodyPr wrap="square" lIns="54864" tIns="22860" rIns="54864" bIns="22860" anchor="ctr">
            <a:spAutoFit/>
          </a:bodyPr>
          <a:lstStyle/>
          <a:p>
            <a:pPr defTabSz="1219170">
              <a:spcAft>
                <a:spcPts val="300"/>
              </a:spcAft>
            </a:pPr>
            <a:r>
              <a:rPr sz="1333">
                <a:solidFill>
                  <a:srgbClr val="1B1F3B"/>
                </a:solidFill>
                <a:latin typeface="Calibri"/>
              </a:rPr>
              <a:t>Each road cell has features such as speed, density and road type.</a:t>
            </a:r>
          </a:p>
        </p:txBody>
      </p:sp>
      <p:sp>
        <p:nvSpPr>
          <p:cNvPr id="10" name="TextBox 9"/>
          <p:cNvSpPr txBox="1"/>
          <p:nvPr/>
        </p:nvSpPr>
        <p:spPr>
          <a:xfrm>
            <a:off x="2953512" y="2880660"/>
            <a:ext cx="502920" cy="456600"/>
          </a:xfrm>
          <a:prstGeom prst="rect">
            <a:avLst/>
          </a:prstGeom>
          <a:noFill/>
        </p:spPr>
        <p:txBody>
          <a:bodyPr wrap="square" lIns="54864" tIns="22860" rIns="54864" bIns="22860" anchor="ctr">
            <a:spAutoFit/>
          </a:bodyPr>
          <a:lstStyle/>
          <a:p>
            <a:pPr algn="ctr" defTabSz="1219170">
              <a:spcAft>
                <a:spcPts val="300"/>
              </a:spcAft>
            </a:pPr>
            <a:r>
              <a:rPr sz="2667" b="1">
                <a:solidFill>
                  <a:srgbClr val="F2A33A"/>
                </a:solidFill>
                <a:latin typeface="Calibri"/>
              </a:rPr>
              <a:t>→</a:t>
            </a:r>
          </a:p>
        </p:txBody>
      </p:sp>
      <p:sp>
        <p:nvSpPr>
          <p:cNvPr id="11" name="Rounded Rectangle 10"/>
          <p:cNvSpPr/>
          <p:nvPr/>
        </p:nvSpPr>
        <p:spPr>
          <a:xfrm>
            <a:off x="3547872" y="2148840"/>
            <a:ext cx="2221992" cy="2267712"/>
          </a:xfrm>
          <a:prstGeom prst="rect">
            <a:avLst/>
          </a:prstGeom>
          <a:solidFill>
            <a:srgbClr val="FDF0DF"/>
          </a:solidFill>
          <a:ln w="11430">
            <a:solidFill>
              <a:srgbClr val="1B1F3B"/>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12" name="Oval 11"/>
          <p:cNvSpPr/>
          <p:nvPr/>
        </p:nvSpPr>
        <p:spPr>
          <a:xfrm>
            <a:off x="3694176" y="2331720"/>
            <a:ext cx="402336" cy="402336"/>
          </a:xfrm>
          <a:prstGeom prst="ellipse">
            <a:avLst/>
          </a:prstGeom>
          <a:solidFill>
            <a:srgbClr val="F2A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13" name="TextBox 12"/>
          <p:cNvSpPr txBox="1"/>
          <p:nvPr/>
        </p:nvSpPr>
        <p:spPr>
          <a:xfrm>
            <a:off x="3694176" y="2386694"/>
            <a:ext cx="402336" cy="292388"/>
          </a:xfrm>
          <a:prstGeom prst="rect">
            <a:avLst/>
          </a:prstGeom>
          <a:noFill/>
        </p:spPr>
        <p:txBody>
          <a:bodyPr wrap="square" lIns="9144" tIns="22860" rIns="9144" bIns="22860" anchor="ctr">
            <a:spAutoFit/>
          </a:bodyPr>
          <a:lstStyle/>
          <a:p>
            <a:pPr algn="ctr" defTabSz="1219170">
              <a:spcAft>
                <a:spcPts val="300"/>
              </a:spcAft>
            </a:pPr>
            <a:r>
              <a:rPr sz="1600" b="1">
                <a:solidFill>
                  <a:srgbClr val="FFFFFF"/>
                </a:solidFill>
                <a:latin typeface="Calibri"/>
              </a:rPr>
              <a:t>2</a:t>
            </a:r>
          </a:p>
        </p:txBody>
      </p:sp>
      <p:sp>
        <p:nvSpPr>
          <p:cNvPr id="14" name="TextBox 13"/>
          <p:cNvSpPr txBox="1"/>
          <p:nvPr/>
        </p:nvSpPr>
        <p:spPr>
          <a:xfrm>
            <a:off x="3694176" y="2925107"/>
            <a:ext cx="1920240" cy="312843"/>
          </a:xfrm>
          <a:prstGeom prst="rect">
            <a:avLst/>
          </a:prstGeom>
          <a:noFill/>
        </p:spPr>
        <p:txBody>
          <a:bodyPr wrap="square" lIns="54864" tIns="22860" rIns="54864" bIns="22860" anchor="ctr">
            <a:spAutoFit/>
          </a:bodyPr>
          <a:lstStyle/>
          <a:p>
            <a:pPr defTabSz="1219170">
              <a:spcAft>
                <a:spcPts val="300"/>
              </a:spcAft>
            </a:pPr>
            <a:r>
              <a:rPr sz="1733" b="1">
                <a:solidFill>
                  <a:srgbClr val="1B1F3B"/>
                </a:solidFill>
                <a:latin typeface="Calibri"/>
              </a:rPr>
              <a:t>Prepare features</a:t>
            </a:r>
          </a:p>
        </p:txBody>
      </p:sp>
      <p:sp>
        <p:nvSpPr>
          <p:cNvPr id="15" name="TextBox 14"/>
          <p:cNvSpPr txBox="1"/>
          <p:nvPr/>
        </p:nvSpPr>
        <p:spPr>
          <a:xfrm>
            <a:off x="3694176" y="3463996"/>
            <a:ext cx="1920240" cy="661528"/>
          </a:xfrm>
          <a:prstGeom prst="rect">
            <a:avLst/>
          </a:prstGeom>
          <a:noFill/>
        </p:spPr>
        <p:txBody>
          <a:bodyPr wrap="square" lIns="54864" tIns="22860" rIns="54864" bIns="22860" anchor="ctr">
            <a:spAutoFit/>
          </a:bodyPr>
          <a:lstStyle/>
          <a:p>
            <a:pPr defTabSz="1219170">
              <a:spcAft>
                <a:spcPts val="300"/>
              </a:spcAft>
            </a:pPr>
            <a:r>
              <a:rPr sz="1333">
                <a:solidFill>
                  <a:srgbClr val="1B1F3B"/>
                </a:solidFill>
                <a:latin typeface="Calibri"/>
              </a:rPr>
              <a:t>Clean missing values; encode categories consistently.</a:t>
            </a:r>
          </a:p>
        </p:txBody>
      </p:sp>
      <p:sp>
        <p:nvSpPr>
          <p:cNvPr id="16" name="TextBox 15"/>
          <p:cNvSpPr txBox="1"/>
          <p:nvPr/>
        </p:nvSpPr>
        <p:spPr>
          <a:xfrm>
            <a:off x="5815583" y="2880660"/>
            <a:ext cx="502920" cy="456600"/>
          </a:xfrm>
          <a:prstGeom prst="rect">
            <a:avLst/>
          </a:prstGeom>
          <a:noFill/>
        </p:spPr>
        <p:txBody>
          <a:bodyPr wrap="square" lIns="54864" tIns="22860" rIns="54864" bIns="22860" anchor="ctr">
            <a:spAutoFit/>
          </a:bodyPr>
          <a:lstStyle/>
          <a:p>
            <a:pPr algn="ctr" defTabSz="1219170">
              <a:spcAft>
                <a:spcPts val="300"/>
              </a:spcAft>
            </a:pPr>
            <a:r>
              <a:rPr sz="2667" b="1">
                <a:solidFill>
                  <a:srgbClr val="F2A33A"/>
                </a:solidFill>
                <a:latin typeface="Calibri"/>
              </a:rPr>
              <a:t>→</a:t>
            </a:r>
          </a:p>
        </p:txBody>
      </p:sp>
      <p:sp>
        <p:nvSpPr>
          <p:cNvPr id="17" name="Rounded Rectangle 16"/>
          <p:cNvSpPr/>
          <p:nvPr/>
        </p:nvSpPr>
        <p:spPr>
          <a:xfrm>
            <a:off x="6409944" y="2148840"/>
            <a:ext cx="2221992" cy="2267712"/>
          </a:xfrm>
          <a:prstGeom prst="rect">
            <a:avLst/>
          </a:prstGeom>
          <a:solidFill>
            <a:srgbClr val="E0F1ED"/>
          </a:solidFill>
          <a:ln w="11430">
            <a:solidFill>
              <a:srgbClr val="1B1F3B"/>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18" name="Oval 17"/>
          <p:cNvSpPr/>
          <p:nvPr/>
        </p:nvSpPr>
        <p:spPr>
          <a:xfrm>
            <a:off x="6556248" y="2331720"/>
            <a:ext cx="402336" cy="402336"/>
          </a:xfrm>
          <a:prstGeom prst="ellipse">
            <a:avLst/>
          </a:prstGeom>
          <a:solidFill>
            <a:srgbClr val="3BA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19" name="TextBox 18"/>
          <p:cNvSpPr txBox="1"/>
          <p:nvPr/>
        </p:nvSpPr>
        <p:spPr>
          <a:xfrm>
            <a:off x="6556248" y="2386694"/>
            <a:ext cx="402336" cy="292388"/>
          </a:xfrm>
          <a:prstGeom prst="rect">
            <a:avLst/>
          </a:prstGeom>
          <a:noFill/>
        </p:spPr>
        <p:txBody>
          <a:bodyPr wrap="square" lIns="9144" tIns="22860" rIns="9144" bIns="22860" anchor="ctr">
            <a:spAutoFit/>
          </a:bodyPr>
          <a:lstStyle/>
          <a:p>
            <a:pPr algn="ctr" defTabSz="1219170">
              <a:spcAft>
                <a:spcPts val="300"/>
              </a:spcAft>
            </a:pPr>
            <a:r>
              <a:rPr sz="1600" b="1">
                <a:solidFill>
                  <a:srgbClr val="FFFFFF"/>
                </a:solidFill>
                <a:latin typeface="Calibri"/>
              </a:rPr>
              <a:t>3</a:t>
            </a:r>
          </a:p>
        </p:txBody>
      </p:sp>
      <p:sp>
        <p:nvSpPr>
          <p:cNvPr id="20" name="TextBox 19"/>
          <p:cNvSpPr txBox="1"/>
          <p:nvPr/>
        </p:nvSpPr>
        <p:spPr>
          <a:xfrm>
            <a:off x="6556248" y="2925107"/>
            <a:ext cx="1920240" cy="312843"/>
          </a:xfrm>
          <a:prstGeom prst="rect">
            <a:avLst/>
          </a:prstGeom>
          <a:noFill/>
        </p:spPr>
        <p:txBody>
          <a:bodyPr wrap="square" lIns="54864" tIns="22860" rIns="54864" bIns="22860" anchor="ctr">
            <a:spAutoFit/>
          </a:bodyPr>
          <a:lstStyle/>
          <a:p>
            <a:pPr defTabSz="1219170">
              <a:spcAft>
                <a:spcPts val="300"/>
              </a:spcAft>
            </a:pPr>
            <a:r>
              <a:rPr sz="1733" b="1">
                <a:solidFill>
                  <a:srgbClr val="1B1F3B"/>
                </a:solidFill>
                <a:latin typeface="Calibri"/>
              </a:rPr>
              <a:t>Predict a class</a:t>
            </a:r>
          </a:p>
        </p:txBody>
      </p:sp>
      <p:sp>
        <p:nvSpPr>
          <p:cNvPr id="21" name="TextBox 20"/>
          <p:cNvSpPr txBox="1"/>
          <p:nvPr/>
        </p:nvSpPr>
        <p:spPr>
          <a:xfrm>
            <a:off x="6556248" y="3463997"/>
            <a:ext cx="1920240" cy="661528"/>
          </a:xfrm>
          <a:prstGeom prst="rect">
            <a:avLst/>
          </a:prstGeom>
          <a:noFill/>
        </p:spPr>
        <p:txBody>
          <a:bodyPr wrap="square" lIns="54864" tIns="22860" rIns="54864" bIns="22860" anchor="ctr">
            <a:spAutoFit/>
          </a:bodyPr>
          <a:lstStyle/>
          <a:p>
            <a:pPr defTabSz="1219170">
              <a:spcAft>
                <a:spcPts val="300"/>
              </a:spcAft>
            </a:pPr>
            <a:r>
              <a:rPr sz="1333">
                <a:solidFill>
                  <a:srgbClr val="1B1F3B"/>
                </a:solidFill>
                <a:latin typeface="Calibri"/>
              </a:rPr>
              <a:t>The trained model estimates free_flow, congested or blocked.</a:t>
            </a:r>
          </a:p>
        </p:txBody>
      </p:sp>
      <p:sp>
        <p:nvSpPr>
          <p:cNvPr id="22" name="TextBox 21"/>
          <p:cNvSpPr txBox="1"/>
          <p:nvPr/>
        </p:nvSpPr>
        <p:spPr>
          <a:xfrm>
            <a:off x="8677656" y="2880660"/>
            <a:ext cx="502920" cy="456600"/>
          </a:xfrm>
          <a:prstGeom prst="rect">
            <a:avLst/>
          </a:prstGeom>
          <a:noFill/>
        </p:spPr>
        <p:txBody>
          <a:bodyPr wrap="square" lIns="54864" tIns="22860" rIns="54864" bIns="22860" anchor="ctr">
            <a:spAutoFit/>
          </a:bodyPr>
          <a:lstStyle/>
          <a:p>
            <a:pPr algn="ctr" defTabSz="1219170">
              <a:spcAft>
                <a:spcPts val="300"/>
              </a:spcAft>
            </a:pPr>
            <a:r>
              <a:rPr sz="2667" b="1">
                <a:solidFill>
                  <a:srgbClr val="F2A33A"/>
                </a:solidFill>
                <a:latin typeface="Calibri"/>
              </a:rPr>
              <a:t>→</a:t>
            </a:r>
          </a:p>
        </p:txBody>
      </p:sp>
      <p:sp>
        <p:nvSpPr>
          <p:cNvPr id="23" name="Rounded Rectangle 22"/>
          <p:cNvSpPr/>
          <p:nvPr/>
        </p:nvSpPr>
        <p:spPr>
          <a:xfrm>
            <a:off x="9272016" y="2148840"/>
            <a:ext cx="2221992" cy="2267712"/>
          </a:xfrm>
          <a:prstGeom prst="rect">
            <a:avLst/>
          </a:prstGeom>
          <a:solidFill>
            <a:srgbClr val="FBE5E5"/>
          </a:solidFill>
          <a:ln w="11430">
            <a:solidFill>
              <a:srgbClr val="1B1F3B"/>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24" name="Oval 23"/>
          <p:cNvSpPr/>
          <p:nvPr/>
        </p:nvSpPr>
        <p:spPr>
          <a:xfrm>
            <a:off x="9418320" y="2331720"/>
            <a:ext cx="402336" cy="402336"/>
          </a:xfrm>
          <a:prstGeom prst="ellipse">
            <a:avLst/>
          </a:prstGeom>
          <a:solidFill>
            <a:srgbClr val="F2A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25" name="TextBox 24"/>
          <p:cNvSpPr txBox="1"/>
          <p:nvPr/>
        </p:nvSpPr>
        <p:spPr>
          <a:xfrm>
            <a:off x="9418320" y="2386694"/>
            <a:ext cx="402336" cy="292388"/>
          </a:xfrm>
          <a:prstGeom prst="rect">
            <a:avLst/>
          </a:prstGeom>
          <a:noFill/>
        </p:spPr>
        <p:txBody>
          <a:bodyPr wrap="square" lIns="9144" tIns="22860" rIns="9144" bIns="22860" anchor="ctr">
            <a:spAutoFit/>
          </a:bodyPr>
          <a:lstStyle/>
          <a:p>
            <a:pPr algn="ctr" defTabSz="1219170">
              <a:spcAft>
                <a:spcPts val="300"/>
              </a:spcAft>
            </a:pPr>
            <a:r>
              <a:rPr sz="1600" b="1">
                <a:solidFill>
                  <a:srgbClr val="FFFFFF"/>
                </a:solidFill>
                <a:latin typeface="Calibri"/>
              </a:rPr>
              <a:t>4</a:t>
            </a:r>
          </a:p>
        </p:txBody>
      </p:sp>
      <p:sp>
        <p:nvSpPr>
          <p:cNvPr id="26" name="TextBox 25"/>
          <p:cNvSpPr txBox="1"/>
          <p:nvPr/>
        </p:nvSpPr>
        <p:spPr>
          <a:xfrm>
            <a:off x="9418320" y="2925107"/>
            <a:ext cx="1920240" cy="312843"/>
          </a:xfrm>
          <a:prstGeom prst="rect">
            <a:avLst/>
          </a:prstGeom>
          <a:noFill/>
        </p:spPr>
        <p:txBody>
          <a:bodyPr wrap="square" lIns="54864" tIns="22860" rIns="54864" bIns="22860" anchor="ctr">
            <a:spAutoFit/>
          </a:bodyPr>
          <a:lstStyle/>
          <a:p>
            <a:pPr defTabSz="1219170">
              <a:spcAft>
                <a:spcPts val="300"/>
              </a:spcAft>
            </a:pPr>
            <a:r>
              <a:rPr sz="1733" b="1">
                <a:solidFill>
                  <a:srgbClr val="1B1F3B"/>
                </a:solidFill>
                <a:latin typeface="Calibri"/>
              </a:rPr>
              <a:t>Choose a route</a:t>
            </a:r>
          </a:p>
        </p:txBody>
      </p:sp>
      <p:sp>
        <p:nvSpPr>
          <p:cNvPr id="27" name="TextBox 26"/>
          <p:cNvSpPr txBox="1"/>
          <p:nvPr/>
        </p:nvSpPr>
        <p:spPr>
          <a:xfrm>
            <a:off x="9418320" y="3463996"/>
            <a:ext cx="1920240" cy="661528"/>
          </a:xfrm>
          <a:prstGeom prst="rect">
            <a:avLst/>
          </a:prstGeom>
          <a:noFill/>
        </p:spPr>
        <p:txBody>
          <a:bodyPr wrap="square" lIns="54864" tIns="22860" rIns="54864" bIns="22860" anchor="ctr">
            <a:spAutoFit/>
          </a:bodyPr>
          <a:lstStyle/>
          <a:p>
            <a:pPr defTabSz="1219170">
              <a:spcAft>
                <a:spcPts val="300"/>
              </a:spcAft>
            </a:pPr>
            <a:r>
              <a:rPr sz="1333">
                <a:solidFill>
                  <a:srgbClr val="1B1F3B"/>
                </a:solidFill>
                <a:latin typeface="Calibri"/>
              </a:rPr>
              <a:t>The routing layer uses those predictions as costs or restrictions.</a:t>
            </a:r>
          </a:p>
        </p:txBody>
      </p:sp>
      <p:sp>
        <p:nvSpPr>
          <p:cNvPr id="28" name="TextBox 27"/>
          <p:cNvSpPr txBox="1"/>
          <p:nvPr/>
        </p:nvSpPr>
        <p:spPr>
          <a:xfrm>
            <a:off x="932688" y="4921143"/>
            <a:ext cx="10241280" cy="600164"/>
          </a:xfrm>
          <a:prstGeom prst="rect">
            <a:avLst/>
          </a:prstGeom>
          <a:noFill/>
        </p:spPr>
        <p:txBody>
          <a:bodyPr wrap="square" lIns="54864" tIns="22860" rIns="54864" bIns="22860" anchor="ctr">
            <a:spAutoFit/>
          </a:bodyPr>
          <a:lstStyle/>
          <a:p>
            <a:pPr algn="ctr" defTabSz="1219170">
              <a:spcAft>
                <a:spcPts val="300"/>
              </a:spcAft>
            </a:pPr>
            <a:r>
              <a:rPr b="1">
                <a:solidFill>
                  <a:srgbClr val="1B1F3B"/>
                </a:solidFill>
                <a:latin typeface="Calibri"/>
              </a:rPr>
              <a:t>Important: a good classifier helps, but route quality also depends on how the routing layer scores each road.</a:t>
            </a:r>
          </a:p>
        </p:txBody>
      </p:sp>
    </p:spTree>
    <p:extLst>
      <p:ext uri="{BB962C8B-B14F-4D97-AF65-F5344CB8AC3E}">
        <p14:creationId xmlns:p14="http://schemas.microsoft.com/office/powerpoint/2010/main" val="33479115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2" name="TextBox 1"/>
          <p:cNvSpPr txBox="1"/>
          <p:nvPr/>
        </p:nvSpPr>
        <p:spPr>
          <a:xfrm>
            <a:off x="731520" y="365760"/>
            <a:ext cx="10728960" cy="853440"/>
          </a:xfrm>
          <a:prstGeom prst="rect">
            <a:avLst/>
          </a:prstGeom>
          <a:noFill/>
        </p:spPr>
        <p:txBody>
          <a:bodyPr wrap="square" lIns="0" tIns="0" rIns="0" bIns="0" anchor="ctr">
            <a:noAutofit/>
          </a:bodyPr>
          <a:lstStyle/>
          <a:p>
            <a:pPr defTabSz="1219170">
              <a:spcAft>
                <a:spcPts val="300"/>
              </a:spcAft>
            </a:pPr>
            <a:r>
              <a:rPr sz="3733" b="1">
                <a:solidFill>
                  <a:srgbClr val="1B1F3B"/>
                </a:solidFill>
                <a:latin typeface="Calibri"/>
              </a:rPr>
              <a:t>Before training: prepare the data</a:t>
            </a:r>
          </a:p>
        </p:txBody>
      </p:sp>
      <p:sp>
        <p:nvSpPr>
          <p:cNvPr id="3" name="TextBox 2"/>
          <p:cNvSpPr txBox="1"/>
          <p:nvPr/>
        </p:nvSpPr>
        <p:spPr>
          <a:xfrm>
            <a:off x="841248" y="1233468"/>
            <a:ext cx="10698480" cy="312843"/>
          </a:xfrm>
          <a:prstGeom prst="rect">
            <a:avLst/>
          </a:prstGeom>
          <a:noFill/>
        </p:spPr>
        <p:txBody>
          <a:bodyPr wrap="square" lIns="54864" tIns="22860" rIns="54864" bIns="22860" anchor="ctr">
            <a:spAutoFit/>
          </a:bodyPr>
          <a:lstStyle/>
          <a:p>
            <a:pPr defTabSz="1219170">
              <a:spcAft>
                <a:spcPts val="300"/>
              </a:spcAft>
            </a:pPr>
            <a:r>
              <a:rPr sz="1733">
                <a:solidFill>
                  <a:srgbClr val="4A4F6A"/>
                </a:solidFill>
                <a:latin typeface="Calibri"/>
              </a:rPr>
              <a:t>A model can only learn from the examples and columns it receives.</a:t>
            </a:r>
          </a:p>
        </p:txBody>
      </p:sp>
      <p:sp>
        <p:nvSpPr>
          <p:cNvPr id="4" name="TextBox 3"/>
          <p:cNvSpPr txBox="1"/>
          <p:nvPr/>
        </p:nvSpPr>
        <p:spPr>
          <a:xfrm>
            <a:off x="841248" y="6460203"/>
            <a:ext cx="10515600" cy="210379"/>
          </a:xfrm>
          <a:prstGeom prst="rect">
            <a:avLst/>
          </a:prstGeom>
          <a:noFill/>
        </p:spPr>
        <p:txBody>
          <a:bodyPr wrap="square" lIns="54864" tIns="22860" rIns="54864" bIns="22860" anchor="ctr">
            <a:spAutoFit/>
          </a:bodyPr>
          <a:lstStyle/>
          <a:p>
            <a:pPr defTabSz="1219170">
              <a:spcAft>
                <a:spcPts val="300"/>
              </a:spcAft>
            </a:pPr>
            <a:r>
              <a:rPr sz="1067" b="1">
                <a:solidFill>
                  <a:srgbClr val="8A8FA8"/>
                </a:solidFill>
                <a:latin typeface="Calibri"/>
              </a:rPr>
              <a:t>PROJECT RUSH HOUR  ·  ML FOUNDATIONS</a:t>
            </a:r>
          </a:p>
        </p:txBody>
      </p:sp>
      <p:sp>
        <p:nvSpPr>
          <p:cNvPr id="5" name="Rounded Rectangle 4"/>
          <p:cNvSpPr/>
          <p:nvPr/>
        </p:nvSpPr>
        <p:spPr>
          <a:xfrm>
            <a:off x="822960" y="2057401"/>
            <a:ext cx="3246120" cy="1874519"/>
          </a:xfrm>
          <a:prstGeom prst="rect">
            <a:avLst/>
          </a:prstGeom>
          <a:solidFill>
            <a:srgbClr val="DDDFED"/>
          </a:solidFill>
          <a:ln w="11430">
            <a:solidFill>
              <a:srgbClr val="1B1F3B"/>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6" name="TextBox 5"/>
          <p:cNvSpPr txBox="1"/>
          <p:nvPr/>
        </p:nvSpPr>
        <p:spPr>
          <a:xfrm>
            <a:off x="1005840" y="2311279"/>
            <a:ext cx="2880360" cy="333489"/>
          </a:xfrm>
          <a:prstGeom prst="rect">
            <a:avLst/>
          </a:prstGeom>
          <a:noFill/>
        </p:spPr>
        <p:txBody>
          <a:bodyPr wrap="square" lIns="54864" tIns="22860" rIns="54864" bIns="22860" anchor="ctr">
            <a:spAutoFit/>
          </a:bodyPr>
          <a:lstStyle/>
          <a:p>
            <a:pPr defTabSz="1219170">
              <a:spcAft>
                <a:spcPts val="300"/>
              </a:spcAft>
            </a:pPr>
            <a:r>
              <a:rPr sz="1867" b="1">
                <a:solidFill>
                  <a:srgbClr val="1B1F3B"/>
                </a:solidFill>
                <a:latin typeface="Calibri"/>
              </a:rPr>
              <a:t>Check the rows</a:t>
            </a:r>
          </a:p>
        </p:txBody>
      </p:sp>
      <p:sp>
        <p:nvSpPr>
          <p:cNvPr id="7" name="TextBox 6"/>
          <p:cNvSpPr txBox="1"/>
          <p:nvPr/>
        </p:nvSpPr>
        <p:spPr>
          <a:xfrm>
            <a:off x="1005840" y="2951550"/>
            <a:ext cx="2880360" cy="497700"/>
          </a:xfrm>
          <a:prstGeom prst="rect">
            <a:avLst/>
          </a:prstGeom>
          <a:noFill/>
        </p:spPr>
        <p:txBody>
          <a:bodyPr wrap="square" lIns="54864" tIns="22860" rIns="54864" bIns="22860" anchor="ctr">
            <a:spAutoFit/>
          </a:bodyPr>
          <a:lstStyle/>
          <a:p>
            <a:pPr defTabSz="1219170">
              <a:spcAft>
                <a:spcPts val="300"/>
              </a:spcAft>
            </a:pPr>
            <a:r>
              <a:rPr sz="1467">
                <a:solidFill>
                  <a:srgbClr val="1B1F3B"/>
                </a:solidFill>
                <a:latin typeface="Calibri"/>
              </a:rPr>
              <a:t>Remove duplicates and inspect missing or impossible values.</a:t>
            </a:r>
          </a:p>
        </p:txBody>
      </p:sp>
      <p:sp>
        <p:nvSpPr>
          <p:cNvPr id="8" name="Rounded Rectangle 7"/>
          <p:cNvSpPr/>
          <p:nvPr/>
        </p:nvSpPr>
        <p:spPr>
          <a:xfrm>
            <a:off x="4416552" y="2057401"/>
            <a:ext cx="3246120" cy="1874519"/>
          </a:xfrm>
          <a:prstGeom prst="rect">
            <a:avLst/>
          </a:prstGeom>
          <a:solidFill>
            <a:srgbClr val="FDF0DF"/>
          </a:solidFill>
          <a:ln w="11430">
            <a:solidFill>
              <a:srgbClr val="1B1F3B"/>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9" name="TextBox 8"/>
          <p:cNvSpPr txBox="1"/>
          <p:nvPr/>
        </p:nvSpPr>
        <p:spPr>
          <a:xfrm>
            <a:off x="4599432" y="2311281"/>
            <a:ext cx="2880360" cy="333489"/>
          </a:xfrm>
          <a:prstGeom prst="rect">
            <a:avLst/>
          </a:prstGeom>
          <a:noFill/>
        </p:spPr>
        <p:txBody>
          <a:bodyPr wrap="square" lIns="54864" tIns="22860" rIns="54864" bIns="22860" anchor="ctr">
            <a:spAutoFit/>
          </a:bodyPr>
          <a:lstStyle/>
          <a:p>
            <a:pPr defTabSz="1219170">
              <a:spcAft>
                <a:spcPts val="300"/>
              </a:spcAft>
            </a:pPr>
            <a:r>
              <a:rPr sz="1867" b="1">
                <a:solidFill>
                  <a:srgbClr val="1B1F3B"/>
                </a:solidFill>
                <a:latin typeface="Calibri"/>
              </a:rPr>
              <a:t>Keep features consistent</a:t>
            </a:r>
          </a:p>
        </p:txBody>
      </p:sp>
      <p:sp>
        <p:nvSpPr>
          <p:cNvPr id="10" name="TextBox 9"/>
          <p:cNvSpPr txBox="1"/>
          <p:nvPr/>
        </p:nvSpPr>
        <p:spPr>
          <a:xfrm>
            <a:off x="4599432" y="2838667"/>
            <a:ext cx="2880360" cy="723468"/>
          </a:xfrm>
          <a:prstGeom prst="rect">
            <a:avLst/>
          </a:prstGeom>
          <a:noFill/>
        </p:spPr>
        <p:txBody>
          <a:bodyPr wrap="square" lIns="54864" tIns="22860" rIns="54864" bIns="22860" anchor="ctr">
            <a:spAutoFit/>
          </a:bodyPr>
          <a:lstStyle/>
          <a:p>
            <a:pPr defTabSz="1219170">
              <a:spcAft>
                <a:spcPts val="300"/>
              </a:spcAft>
            </a:pPr>
            <a:r>
              <a:rPr sz="1467">
                <a:solidFill>
                  <a:srgbClr val="1B1F3B"/>
                </a:solidFill>
                <a:latin typeface="Calibri"/>
              </a:rPr>
              <a:t>Use the same feature columns and category encoding at training and prediction time.</a:t>
            </a:r>
          </a:p>
        </p:txBody>
      </p:sp>
      <p:sp>
        <p:nvSpPr>
          <p:cNvPr id="11" name="Rounded Rectangle 10"/>
          <p:cNvSpPr/>
          <p:nvPr/>
        </p:nvSpPr>
        <p:spPr>
          <a:xfrm>
            <a:off x="8010144" y="2057401"/>
            <a:ext cx="3246120" cy="1874519"/>
          </a:xfrm>
          <a:prstGeom prst="rect">
            <a:avLst/>
          </a:prstGeom>
          <a:solidFill>
            <a:srgbClr val="E0F1ED"/>
          </a:solidFill>
          <a:ln w="11430">
            <a:solidFill>
              <a:srgbClr val="1B1F3B"/>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12" name="TextBox 11"/>
          <p:cNvSpPr txBox="1"/>
          <p:nvPr/>
        </p:nvSpPr>
        <p:spPr>
          <a:xfrm>
            <a:off x="8193023" y="2311279"/>
            <a:ext cx="2880360" cy="333489"/>
          </a:xfrm>
          <a:prstGeom prst="rect">
            <a:avLst/>
          </a:prstGeom>
          <a:noFill/>
        </p:spPr>
        <p:txBody>
          <a:bodyPr wrap="square" lIns="54864" tIns="22860" rIns="54864" bIns="22860" anchor="ctr">
            <a:spAutoFit/>
          </a:bodyPr>
          <a:lstStyle/>
          <a:p>
            <a:pPr defTabSz="1219170">
              <a:spcAft>
                <a:spcPts val="300"/>
              </a:spcAft>
            </a:pPr>
            <a:r>
              <a:rPr sz="1867" b="1">
                <a:solidFill>
                  <a:srgbClr val="1B1F3B"/>
                </a:solidFill>
                <a:latin typeface="Calibri"/>
              </a:rPr>
              <a:t>Check the labels</a:t>
            </a:r>
          </a:p>
        </p:txBody>
      </p:sp>
      <p:sp>
        <p:nvSpPr>
          <p:cNvPr id="13" name="TextBox 12"/>
          <p:cNvSpPr txBox="1"/>
          <p:nvPr/>
        </p:nvSpPr>
        <p:spPr>
          <a:xfrm>
            <a:off x="8193023" y="2838667"/>
            <a:ext cx="2880360" cy="723468"/>
          </a:xfrm>
          <a:prstGeom prst="rect">
            <a:avLst/>
          </a:prstGeom>
          <a:noFill/>
        </p:spPr>
        <p:txBody>
          <a:bodyPr wrap="square" lIns="54864" tIns="22860" rIns="54864" bIns="22860" anchor="ctr">
            <a:spAutoFit/>
          </a:bodyPr>
          <a:lstStyle/>
          <a:p>
            <a:pPr defTabSz="1219170">
              <a:spcAft>
                <a:spcPts val="300"/>
              </a:spcAft>
            </a:pPr>
            <a:r>
              <a:rPr sz="1467">
                <a:solidFill>
                  <a:srgbClr val="1B1F3B"/>
                </a:solidFill>
                <a:latin typeface="Calibri"/>
              </a:rPr>
              <a:t>Make sure free_flow, congested and blocked mean the same thing throughout the dataset.</a:t>
            </a:r>
          </a:p>
        </p:txBody>
      </p:sp>
      <p:sp>
        <p:nvSpPr>
          <p:cNvPr id="14" name="TextBox 13"/>
          <p:cNvSpPr txBox="1"/>
          <p:nvPr/>
        </p:nvSpPr>
        <p:spPr>
          <a:xfrm>
            <a:off x="914400" y="4624713"/>
            <a:ext cx="10241280" cy="333489"/>
          </a:xfrm>
          <a:prstGeom prst="rect">
            <a:avLst/>
          </a:prstGeom>
          <a:noFill/>
        </p:spPr>
        <p:txBody>
          <a:bodyPr wrap="square" lIns="54864" tIns="22860" rIns="54864" bIns="22860" anchor="ctr">
            <a:spAutoFit/>
          </a:bodyPr>
          <a:lstStyle/>
          <a:p>
            <a:pPr algn="ctr" defTabSz="1219170">
              <a:spcAft>
                <a:spcPts val="300"/>
              </a:spcAft>
            </a:pPr>
            <a:r>
              <a:rPr sz="1867" b="1">
                <a:solidFill>
                  <a:srgbClr val="1B1F3B"/>
                </a:solidFill>
                <a:latin typeface="Calibri"/>
              </a:rPr>
              <a:t>Train-time and prediction-time columns must match—in the same order and with the same meaning.</a:t>
            </a:r>
          </a:p>
        </p:txBody>
      </p:sp>
      <p:sp>
        <p:nvSpPr>
          <p:cNvPr id="15" name="TextBox 14"/>
          <p:cNvSpPr txBox="1"/>
          <p:nvPr/>
        </p:nvSpPr>
        <p:spPr>
          <a:xfrm>
            <a:off x="960120" y="5419013"/>
            <a:ext cx="10058400" cy="271934"/>
          </a:xfrm>
          <a:prstGeom prst="rect">
            <a:avLst/>
          </a:prstGeom>
          <a:noFill/>
        </p:spPr>
        <p:txBody>
          <a:bodyPr wrap="square" lIns="54864" tIns="22860" rIns="54864" bIns="22860" anchor="ctr">
            <a:spAutoFit/>
          </a:bodyPr>
          <a:lstStyle/>
          <a:p>
            <a:pPr algn="ctr" defTabSz="1219170">
              <a:spcAft>
                <a:spcPts val="300"/>
              </a:spcAft>
            </a:pPr>
            <a:r>
              <a:rPr sz="1467">
                <a:solidFill>
                  <a:srgbClr val="4A4F6A"/>
                </a:solidFill>
                <a:latin typeface="Calibri"/>
              </a:rPr>
              <a:t>For categorical inputs, fit the encoder on training data and reuse it for new data.</a:t>
            </a:r>
          </a:p>
        </p:txBody>
      </p:sp>
    </p:spTree>
    <p:extLst>
      <p:ext uri="{BB962C8B-B14F-4D97-AF65-F5344CB8AC3E}">
        <p14:creationId xmlns:p14="http://schemas.microsoft.com/office/powerpoint/2010/main" val="17877449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 name="Rectangle 51"/>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2" name="TextBox 1"/>
          <p:cNvSpPr txBox="1"/>
          <p:nvPr/>
        </p:nvSpPr>
        <p:spPr>
          <a:xfrm>
            <a:off x="731520" y="365760"/>
            <a:ext cx="10728960" cy="853440"/>
          </a:xfrm>
          <a:prstGeom prst="rect">
            <a:avLst/>
          </a:prstGeom>
          <a:noFill/>
        </p:spPr>
        <p:txBody>
          <a:bodyPr wrap="square" lIns="0" tIns="0" rIns="0" bIns="0" anchor="ctr">
            <a:noAutofit/>
          </a:bodyPr>
          <a:lstStyle/>
          <a:p>
            <a:pPr defTabSz="1219170">
              <a:spcAft>
                <a:spcPts val="300"/>
              </a:spcAft>
            </a:pPr>
            <a:r>
              <a:rPr sz="3733" b="1">
                <a:solidFill>
                  <a:srgbClr val="1B1F3B"/>
                </a:solidFill>
                <a:latin typeface="Calibri"/>
              </a:rPr>
              <a:t>Evaluate beyond accuracy</a:t>
            </a:r>
          </a:p>
        </p:txBody>
      </p:sp>
      <p:sp>
        <p:nvSpPr>
          <p:cNvPr id="3" name="TextBox 2"/>
          <p:cNvSpPr txBox="1"/>
          <p:nvPr/>
        </p:nvSpPr>
        <p:spPr>
          <a:xfrm>
            <a:off x="841248" y="1233468"/>
            <a:ext cx="10698480" cy="312843"/>
          </a:xfrm>
          <a:prstGeom prst="rect">
            <a:avLst/>
          </a:prstGeom>
          <a:noFill/>
        </p:spPr>
        <p:txBody>
          <a:bodyPr wrap="square" lIns="54864" tIns="22860" rIns="54864" bIns="22860" anchor="ctr">
            <a:spAutoFit/>
          </a:bodyPr>
          <a:lstStyle/>
          <a:p>
            <a:pPr defTabSz="1219170">
              <a:spcAft>
                <a:spcPts val="300"/>
              </a:spcAft>
            </a:pPr>
            <a:r>
              <a:rPr sz="1733">
                <a:solidFill>
                  <a:srgbClr val="4A4F6A"/>
                </a:solidFill>
                <a:latin typeface="Calibri"/>
              </a:rPr>
              <a:t>A single score can hide the mistakes that matter most for routing.</a:t>
            </a:r>
          </a:p>
        </p:txBody>
      </p:sp>
      <p:sp>
        <p:nvSpPr>
          <p:cNvPr id="4" name="TextBox 3"/>
          <p:cNvSpPr txBox="1"/>
          <p:nvPr/>
        </p:nvSpPr>
        <p:spPr>
          <a:xfrm>
            <a:off x="841248" y="6460203"/>
            <a:ext cx="10515600" cy="210379"/>
          </a:xfrm>
          <a:prstGeom prst="rect">
            <a:avLst/>
          </a:prstGeom>
          <a:noFill/>
        </p:spPr>
        <p:txBody>
          <a:bodyPr wrap="square" lIns="54864" tIns="22860" rIns="54864" bIns="22860" anchor="ctr">
            <a:spAutoFit/>
          </a:bodyPr>
          <a:lstStyle/>
          <a:p>
            <a:pPr defTabSz="1219170">
              <a:spcAft>
                <a:spcPts val="300"/>
              </a:spcAft>
            </a:pPr>
            <a:r>
              <a:rPr sz="1067" b="1">
                <a:solidFill>
                  <a:srgbClr val="8A8FA8"/>
                </a:solidFill>
                <a:latin typeface="Calibri"/>
              </a:rPr>
              <a:t>PROJECT RUSH HOUR  ·  ML FOUNDATIONS</a:t>
            </a:r>
          </a:p>
        </p:txBody>
      </p:sp>
      <p:sp>
        <p:nvSpPr>
          <p:cNvPr id="5" name="TextBox 4"/>
          <p:cNvSpPr txBox="1"/>
          <p:nvPr/>
        </p:nvSpPr>
        <p:spPr>
          <a:xfrm>
            <a:off x="868680" y="1868384"/>
            <a:ext cx="4343400" cy="323165"/>
          </a:xfrm>
          <a:prstGeom prst="rect">
            <a:avLst/>
          </a:prstGeom>
          <a:noFill/>
        </p:spPr>
        <p:txBody>
          <a:bodyPr wrap="square" lIns="54864" tIns="22860" rIns="54864" bIns="22860" anchor="ctr">
            <a:spAutoFit/>
          </a:bodyPr>
          <a:lstStyle/>
          <a:p>
            <a:pPr algn="ctr" defTabSz="1219170">
              <a:spcAft>
                <a:spcPts val="300"/>
              </a:spcAft>
            </a:pPr>
            <a:r>
              <a:rPr b="1">
                <a:solidFill>
                  <a:srgbClr val="1B1F3B"/>
                </a:solidFill>
                <a:latin typeface="Calibri"/>
              </a:rPr>
              <a:t>Illustrative confusion matrix</a:t>
            </a:r>
          </a:p>
        </p:txBody>
      </p:sp>
      <p:sp>
        <p:nvSpPr>
          <p:cNvPr id="6" name="TextBox 5"/>
          <p:cNvSpPr txBox="1"/>
          <p:nvPr/>
        </p:nvSpPr>
        <p:spPr>
          <a:xfrm>
            <a:off x="914400" y="2289456"/>
            <a:ext cx="1097280" cy="230832"/>
          </a:xfrm>
          <a:prstGeom prst="rect">
            <a:avLst/>
          </a:prstGeom>
          <a:noFill/>
        </p:spPr>
        <p:txBody>
          <a:bodyPr wrap="square" lIns="54864" tIns="22860" rIns="54864" bIns="22860" anchor="ctr">
            <a:spAutoFit/>
          </a:bodyPr>
          <a:lstStyle/>
          <a:p>
            <a:pPr algn="ctr" defTabSz="1219170">
              <a:spcAft>
                <a:spcPts val="300"/>
              </a:spcAft>
            </a:pPr>
            <a:r>
              <a:rPr sz="1200" b="1">
                <a:solidFill>
                  <a:srgbClr val="4A4F6A"/>
                </a:solidFill>
                <a:latin typeface="Calibri"/>
              </a:rPr>
              <a:t>Actual ↓</a:t>
            </a:r>
          </a:p>
        </p:txBody>
      </p:sp>
      <p:sp>
        <p:nvSpPr>
          <p:cNvPr id="7" name="TextBox 6"/>
          <p:cNvSpPr txBox="1"/>
          <p:nvPr/>
        </p:nvSpPr>
        <p:spPr>
          <a:xfrm>
            <a:off x="2103120" y="2289456"/>
            <a:ext cx="2377440" cy="230832"/>
          </a:xfrm>
          <a:prstGeom prst="rect">
            <a:avLst/>
          </a:prstGeom>
          <a:noFill/>
        </p:spPr>
        <p:txBody>
          <a:bodyPr wrap="square" lIns="54864" tIns="22860" rIns="54864" bIns="22860" anchor="ctr">
            <a:spAutoFit/>
          </a:bodyPr>
          <a:lstStyle/>
          <a:p>
            <a:pPr algn="ctr" defTabSz="1219170">
              <a:spcAft>
                <a:spcPts val="300"/>
              </a:spcAft>
            </a:pPr>
            <a:r>
              <a:rPr sz="1200" b="1">
                <a:solidFill>
                  <a:srgbClr val="4A4F6A"/>
                </a:solidFill>
                <a:latin typeface="Calibri"/>
              </a:rPr>
              <a:t>Predicted →</a:t>
            </a:r>
          </a:p>
        </p:txBody>
      </p:sp>
      <p:sp>
        <p:nvSpPr>
          <p:cNvPr id="8" name="Rounded Rectangle 7"/>
          <p:cNvSpPr/>
          <p:nvPr/>
        </p:nvSpPr>
        <p:spPr>
          <a:xfrm>
            <a:off x="2057400" y="2651760"/>
            <a:ext cx="914400" cy="484632"/>
          </a:xfrm>
          <a:prstGeom prst="rect">
            <a:avLst/>
          </a:prstGeom>
          <a:solidFill>
            <a:srgbClr val="DDDFED"/>
          </a:solidFill>
          <a:ln w="11430">
            <a:solidFill>
              <a:srgbClr val="1B1F3B"/>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9" name="TextBox 8"/>
          <p:cNvSpPr txBox="1"/>
          <p:nvPr/>
        </p:nvSpPr>
        <p:spPr>
          <a:xfrm>
            <a:off x="2084831" y="2784314"/>
            <a:ext cx="859536" cy="210379"/>
          </a:xfrm>
          <a:prstGeom prst="rect">
            <a:avLst/>
          </a:prstGeom>
          <a:noFill/>
        </p:spPr>
        <p:txBody>
          <a:bodyPr wrap="square" lIns="9144" tIns="22860" rIns="9144" bIns="22860" anchor="ctr">
            <a:spAutoFit/>
          </a:bodyPr>
          <a:lstStyle/>
          <a:p>
            <a:pPr algn="ctr" defTabSz="1219170">
              <a:spcAft>
                <a:spcPts val="300"/>
              </a:spcAft>
            </a:pPr>
            <a:r>
              <a:rPr sz="1067" b="1" dirty="0" err="1">
                <a:solidFill>
                  <a:srgbClr val="1B1F3B"/>
                </a:solidFill>
                <a:latin typeface="Calibri"/>
              </a:rPr>
              <a:t>free_flow</a:t>
            </a:r>
            <a:endParaRPr sz="1067" b="1" dirty="0">
              <a:solidFill>
                <a:srgbClr val="1B1F3B"/>
              </a:solidFill>
              <a:latin typeface="Calibri"/>
            </a:endParaRPr>
          </a:p>
        </p:txBody>
      </p:sp>
      <p:sp>
        <p:nvSpPr>
          <p:cNvPr id="10" name="Rounded Rectangle 9"/>
          <p:cNvSpPr/>
          <p:nvPr/>
        </p:nvSpPr>
        <p:spPr>
          <a:xfrm>
            <a:off x="3044952" y="2651760"/>
            <a:ext cx="914400" cy="484632"/>
          </a:xfrm>
          <a:prstGeom prst="rect">
            <a:avLst/>
          </a:prstGeom>
          <a:solidFill>
            <a:srgbClr val="FDF0DF"/>
          </a:solidFill>
          <a:ln w="11430">
            <a:solidFill>
              <a:srgbClr val="1B1F3B"/>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11" name="TextBox 10"/>
          <p:cNvSpPr txBox="1"/>
          <p:nvPr/>
        </p:nvSpPr>
        <p:spPr>
          <a:xfrm>
            <a:off x="3072384" y="2784314"/>
            <a:ext cx="859536" cy="210379"/>
          </a:xfrm>
          <a:prstGeom prst="rect">
            <a:avLst/>
          </a:prstGeom>
          <a:noFill/>
        </p:spPr>
        <p:txBody>
          <a:bodyPr wrap="square" lIns="9144" tIns="22860" rIns="9144" bIns="22860" anchor="ctr">
            <a:spAutoFit/>
          </a:bodyPr>
          <a:lstStyle/>
          <a:p>
            <a:pPr algn="ctr" defTabSz="1219170">
              <a:spcAft>
                <a:spcPts val="300"/>
              </a:spcAft>
            </a:pPr>
            <a:r>
              <a:rPr sz="1067" b="1" dirty="0">
                <a:solidFill>
                  <a:srgbClr val="1B1F3B"/>
                </a:solidFill>
                <a:latin typeface="Calibri"/>
              </a:rPr>
              <a:t>congested</a:t>
            </a:r>
          </a:p>
        </p:txBody>
      </p:sp>
      <p:sp>
        <p:nvSpPr>
          <p:cNvPr id="12" name="Rounded Rectangle 11"/>
          <p:cNvSpPr/>
          <p:nvPr/>
        </p:nvSpPr>
        <p:spPr>
          <a:xfrm>
            <a:off x="4032504" y="2651760"/>
            <a:ext cx="914400" cy="484632"/>
          </a:xfrm>
          <a:prstGeom prst="rect">
            <a:avLst/>
          </a:prstGeom>
          <a:solidFill>
            <a:srgbClr val="FBE5E5"/>
          </a:solidFill>
          <a:ln w="11430">
            <a:solidFill>
              <a:srgbClr val="1B1F3B"/>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13" name="TextBox 12"/>
          <p:cNvSpPr txBox="1"/>
          <p:nvPr/>
        </p:nvSpPr>
        <p:spPr>
          <a:xfrm>
            <a:off x="4059935" y="2784314"/>
            <a:ext cx="859536" cy="210379"/>
          </a:xfrm>
          <a:prstGeom prst="rect">
            <a:avLst/>
          </a:prstGeom>
          <a:noFill/>
        </p:spPr>
        <p:txBody>
          <a:bodyPr wrap="square" lIns="9144" tIns="22860" rIns="9144" bIns="22860" anchor="ctr">
            <a:spAutoFit/>
          </a:bodyPr>
          <a:lstStyle/>
          <a:p>
            <a:pPr algn="ctr" defTabSz="1219170">
              <a:spcAft>
                <a:spcPts val="300"/>
              </a:spcAft>
            </a:pPr>
            <a:r>
              <a:rPr sz="1067" b="1" dirty="0">
                <a:solidFill>
                  <a:srgbClr val="1B1F3B"/>
                </a:solidFill>
                <a:latin typeface="Calibri"/>
              </a:rPr>
              <a:t>blocked</a:t>
            </a:r>
          </a:p>
        </p:txBody>
      </p:sp>
      <p:sp>
        <p:nvSpPr>
          <p:cNvPr id="14" name="Rounded Rectangle 13"/>
          <p:cNvSpPr/>
          <p:nvPr/>
        </p:nvSpPr>
        <p:spPr>
          <a:xfrm>
            <a:off x="868680" y="3182112"/>
            <a:ext cx="1115568" cy="612648"/>
          </a:xfrm>
          <a:prstGeom prst="rect">
            <a:avLst/>
          </a:prstGeom>
          <a:solidFill>
            <a:srgbClr val="DDDFED"/>
          </a:solidFill>
          <a:ln w="11430">
            <a:solidFill>
              <a:srgbClr val="1B1F3B"/>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15" name="TextBox 14"/>
          <p:cNvSpPr txBox="1"/>
          <p:nvPr/>
        </p:nvSpPr>
        <p:spPr>
          <a:xfrm>
            <a:off x="896112" y="3378674"/>
            <a:ext cx="1060704" cy="210379"/>
          </a:xfrm>
          <a:prstGeom prst="rect">
            <a:avLst/>
          </a:prstGeom>
          <a:noFill/>
        </p:spPr>
        <p:txBody>
          <a:bodyPr wrap="square" lIns="9144" tIns="22860" rIns="9144" bIns="22860" anchor="ctr">
            <a:spAutoFit/>
          </a:bodyPr>
          <a:lstStyle/>
          <a:p>
            <a:pPr algn="ctr" defTabSz="1219170">
              <a:spcAft>
                <a:spcPts val="300"/>
              </a:spcAft>
            </a:pPr>
            <a:r>
              <a:rPr sz="1067" b="1">
                <a:solidFill>
                  <a:srgbClr val="1B1F3B"/>
                </a:solidFill>
                <a:latin typeface="Calibri"/>
              </a:rPr>
              <a:t>free_flow</a:t>
            </a:r>
          </a:p>
        </p:txBody>
      </p:sp>
      <p:sp>
        <p:nvSpPr>
          <p:cNvPr id="16" name="Rectangle 15"/>
          <p:cNvSpPr/>
          <p:nvPr/>
        </p:nvSpPr>
        <p:spPr>
          <a:xfrm>
            <a:off x="2057400" y="3182112"/>
            <a:ext cx="914400" cy="612648"/>
          </a:xfrm>
          <a:prstGeom prst="rect">
            <a:avLst/>
          </a:prstGeom>
          <a:solidFill>
            <a:srgbClr val="E0F1ED"/>
          </a:solidFill>
          <a:ln w="11430">
            <a:solidFill>
              <a:srgbClr val="1B1F3B"/>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17" name="TextBox 16"/>
          <p:cNvSpPr txBox="1"/>
          <p:nvPr/>
        </p:nvSpPr>
        <p:spPr>
          <a:xfrm>
            <a:off x="2075688" y="3378674"/>
            <a:ext cx="877824" cy="210379"/>
          </a:xfrm>
          <a:prstGeom prst="rect">
            <a:avLst/>
          </a:prstGeom>
          <a:noFill/>
        </p:spPr>
        <p:txBody>
          <a:bodyPr wrap="square" lIns="9144" tIns="22860" rIns="9144" bIns="22860" anchor="ctr">
            <a:spAutoFit/>
          </a:bodyPr>
          <a:lstStyle/>
          <a:p>
            <a:pPr algn="ctr" defTabSz="1219170">
              <a:spcAft>
                <a:spcPts val="300"/>
              </a:spcAft>
            </a:pPr>
            <a:r>
              <a:rPr sz="1067" b="1">
                <a:solidFill>
                  <a:srgbClr val="3BAA8C"/>
                </a:solidFill>
                <a:latin typeface="Calibri"/>
              </a:rPr>
              <a:t>Correct</a:t>
            </a:r>
          </a:p>
        </p:txBody>
      </p:sp>
      <p:sp>
        <p:nvSpPr>
          <p:cNvPr id="18" name="Rectangle 17"/>
          <p:cNvSpPr/>
          <p:nvPr/>
        </p:nvSpPr>
        <p:spPr>
          <a:xfrm>
            <a:off x="3044952" y="3182112"/>
            <a:ext cx="914400" cy="612648"/>
          </a:xfrm>
          <a:prstGeom prst="rect">
            <a:avLst/>
          </a:prstGeom>
          <a:solidFill>
            <a:srgbClr val="FFFFFF"/>
          </a:solidFill>
          <a:ln w="11430">
            <a:solidFill>
              <a:srgbClr val="1B1F3B"/>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19" name="TextBox 18"/>
          <p:cNvSpPr txBox="1"/>
          <p:nvPr/>
        </p:nvSpPr>
        <p:spPr>
          <a:xfrm>
            <a:off x="3063240" y="3378674"/>
            <a:ext cx="877824" cy="210379"/>
          </a:xfrm>
          <a:prstGeom prst="rect">
            <a:avLst/>
          </a:prstGeom>
          <a:noFill/>
        </p:spPr>
        <p:txBody>
          <a:bodyPr wrap="square" lIns="9144" tIns="22860" rIns="9144" bIns="22860" anchor="ctr">
            <a:spAutoFit/>
          </a:bodyPr>
          <a:lstStyle/>
          <a:p>
            <a:pPr algn="ctr" defTabSz="1219170">
              <a:spcAft>
                <a:spcPts val="300"/>
              </a:spcAft>
            </a:pPr>
            <a:r>
              <a:rPr sz="1067">
                <a:solidFill>
                  <a:srgbClr val="4A4F6A"/>
                </a:solidFill>
                <a:latin typeface="Calibri"/>
              </a:rPr>
              <a:t>Mistake</a:t>
            </a:r>
          </a:p>
        </p:txBody>
      </p:sp>
      <p:sp>
        <p:nvSpPr>
          <p:cNvPr id="20" name="Rectangle 19"/>
          <p:cNvSpPr/>
          <p:nvPr/>
        </p:nvSpPr>
        <p:spPr>
          <a:xfrm>
            <a:off x="4032504" y="3182112"/>
            <a:ext cx="914400" cy="612648"/>
          </a:xfrm>
          <a:prstGeom prst="rect">
            <a:avLst/>
          </a:prstGeom>
          <a:solidFill>
            <a:srgbClr val="FFFFFF"/>
          </a:solidFill>
          <a:ln w="11430">
            <a:solidFill>
              <a:srgbClr val="1B1F3B"/>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21" name="TextBox 20"/>
          <p:cNvSpPr txBox="1"/>
          <p:nvPr/>
        </p:nvSpPr>
        <p:spPr>
          <a:xfrm>
            <a:off x="4050791" y="3378674"/>
            <a:ext cx="877824" cy="210379"/>
          </a:xfrm>
          <a:prstGeom prst="rect">
            <a:avLst/>
          </a:prstGeom>
          <a:noFill/>
        </p:spPr>
        <p:txBody>
          <a:bodyPr wrap="square" lIns="9144" tIns="22860" rIns="9144" bIns="22860" anchor="ctr">
            <a:spAutoFit/>
          </a:bodyPr>
          <a:lstStyle/>
          <a:p>
            <a:pPr algn="ctr" defTabSz="1219170">
              <a:spcAft>
                <a:spcPts val="300"/>
              </a:spcAft>
            </a:pPr>
            <a:r>
              <a:rPr sz="1067">
                <a:solidFill>
                  <a:srgbClr val="4A4F6A"/>
                </a:solidFill>
                <a:latin typeface="Calibri"/>
              </a:rPr>
              <a:t>Mistake</a:t>
            </a:r>
          </a:p>
        </p:txBody>
      </p:sp>
      <p:sp>
        <p:nvSpPr>
          <p:cNvPr id="22" name="Rounded Rectangle 21"/>
          <p:cNvSpPr/>
          <p:nvPr/>
        </p:nvSpPr>
        <p:spPr>
          <a:xfrm>
            <a:off x="868680" y="3895344"/>
            <a:ext cx="1115568" cy="612648"/>
          </a:xfrm>
          <a:prstGeom prst="rect">
            <a:avLst/>
          </a:prstGeom>
          <a:solidFill>
            <a:srgbClr val="FDF0DF"/>
          </a:solidFill>
          <a:ln w="11430">
            <a:solidFill>
              <a:srgbClr val="1B1F3B"/>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spcAft>
                <a:spcPts val="300"/>
              </a:spcAft>
            </a:pPr>
            <a:r>
              <a:rPr lang="en-IN" sz="1067" b="1" dirty="0">
                <a:solidFill>
                  <a:srgbClr val="1B1F3B"/>
                </a:solidFill>
                <a:latin typeface="Calibri"/>
              </a:rPr>
              <a:t>congested</a:t>
            </a:r>
          </a:p>
        </p:txBody>
      </p:sp>
      <p:sp>
        <p:nvSpPr>
          <p:cNvPr id="24" name="Rectangle 23"/>
          <p:cNvSpPr/>
          <p:nvPr/>
        </p:nvSpPr>
        <p:spPr>
          <a:xfrm>
            <a:off x="2057400" y="3895344"/>
            <a:ext cx="914400" cy="612648"/>
          </a:xfrm>
          <a:prstGeom prst="rect">
            <a:avLst/>
          </a:prstGeom>
          <a:solidFill>
            <a:srgbClr val="FFFFFF"/>
          </a:solidFill>
          <a:ln w="11430">
            <a:solidFill>
              <a:srgbClr val="1B1F3B"/>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26" name="Rectangle 25"/>
          <p:cNvSpPr/>
          <p:nvPr/>
        </p:nvSpPr>
        <p:spPr>
          <a:xfrm>
            <a:off x="3044952" y="3895344"/>
            <a:ext cx="914400" cy="612648"/>
          </a:xfrm>
          <a:prstGeom prst="rect">
            <a:avLst/>
          </a:prstGeom>
          <a:solidFill>
            <a:srgbClr val="E0F1ED"/>
          </a:solidFill>
          <a:ln w="11430">
            <a:solidFill>
              <a:srgbClr val="1B1F3B"/>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28" name="Rectangle 27"/>
          <p:cNvSpPr/>
          <p:nvPr/>
        </p:nvSpPr>
        <p:spPr>
          <a:xfrm>
            <a:off x="4032504" y="3895344"/>
            <a:ext cx="914400" cy="612648"/>
          </a:xfrm>
          <a:prstGeom prst="rect">
            <a:avLst/>
          </a:prstGeom>
          <a:solidFill>
            <a:srgbClr val="FFFFFF"/>
          </a:solidFill>
          <a:ln w="11430">
            <a:solidFill>
              <a:srgbClr val="1B1F3B"/>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29" name="TextBox 28"/>
          <p:cNvSpPr txBox="1"/>
          <p:nvPr/>
        </p:nvSpPr>
        <p:spPr>
          <a:xfrm>
            <a:off x="4050791" y="3378674"/>
            <a:ext cx="877824" cy="210379"/>
          </a:xfrm>
          <a:prstGeom prst="rect">
            <a:avLst/>
          </a:prstGeom>
          <a:noFill/>
        </p:spPr>
        <p:txBody>
          <a:bodyPr wrap="square" lIns="9144" tIns="22860" rIns="9144" bIns="22860" anchor="ctr">
            <a:spAutoFit/>
          </a:bodyPr>
          <a:lstStyle/>
          <a:p>
            <a:pPr algn="ctr" defTabSz="1219170">
              <a:spcAft>
                <a:spcPts val="300"/>
              </a:spcAft>
            </a:pPr>
            <a:r>
              <a:rPr sz="1067">
                <a:solidFill>
                  <a:srgbClr val="4A4F6A"/>
                </a:solidFill>
                <a:latin typeface="Calibri"/>
              </a:rPr>
              <a:t>Mistake</a:t>
            </a:r>
          </a:p>
        </p:txBody>
      </p:sp>
      <p:sp>
        <p:nvSpPr>
          <p:cNvPr id="30" name="Rounded Rectangle 29"/>
          <p:cNvSpPr/>
          <p:nvPr/>
        </p:nvSpPr>
        <p:spPr>
          <a:xfrm>
            <a:off x="868680" y="4608576"/>
            <a:ext cx="1115568" cy="612648"/>
          </a:xfrm>
          <a:prstGeom prst="rect">
            <a:avLst/>
          </a:prstGeom>
          <a:solidFill>
            <a:srgbClr val="FBE5E5"/>
          </a:solidFill>
          <a:ln w="11430">
            <a:solidFill>
              <a:srgbClr val="1B1F3B"/>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spcAft>
                <a:spcPts val="300"/>
              </a:spcAft>
            </a:pPr>
            <a:r>
              <a:rPr lang="en-IN" sz="1067" b="1" dirty="0">
                <a:solidFill>
                  <a:srgbClr val="1B1F3B"/>
                </a:solidFill>
                <a:latin typeface="Calibri"/>
              </a:rPr>
              <a:t>blocked</a:t>
            </a:r>
          </a:p>
        </p:txBody>
      </p:sp>
      <p:sp>
        <p:nvSpPr>
          <p:cNvPr id="32" name="Rectangle 31"/>
          <p:cNvSpPr/>
          <p:nvPr/>
        </p:nvSpPr>
        <p:spPr>
          <a:xfrm>
            <a:off x="2057400" y="4608576"/>
            <a:ext cx="914400" cy="612648"/>
          </a:xfrm>
          <a:prstGeom prst="rect">
            <a:avLst/>
          </a:prstGeom>
          <a:solidFill>
            <a:srgbClr val="FFFFFF"/>
          </a:solidFill>
          <a:ln w="11430">
            <a:solidFill>
              <a:srgbClr val="1B1F3B"/>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34" name="Rectangle 33"/>
          <p:cNvSpPr/>
          <p:nvPr/>
        </p:nvSpPr>
        <p:spPr>
          <a:xfrm>
            <a:off x="3044952" y="4608576"/>
            <a:ext cx="914400" cy="612648"/>
          </a:xfrm>
          <a:prstGeom prst="rect">
            <a:avLst/>
          </a:prstGeom>
          <a:solidFill>
            <a:srgbClr val="FFFFFF"/>
          </a:solidFill>
          <a:ln w="11430">
            <a:solidFill>
              <a:srgbClr val="1B1F3B"/>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36" name="Rectangle 35"/>
          <p:cNvSpPr/>
          <p:nvPr/>
        </p:nvSpPr>
        <p:spPr>
          <a:xfrm>
            <a:off x="4032504" y="4608576"/>
            <a:ext cx="914400" cy="612648"/>
          </a:xfrm>
          <a:prstGeom prst="rect">
            <a:avLst/>
          </a:prstGeom>
          <a:solidFill>
            <a:srgbClr val="E0F1ED"/>
          </a:solidFill>
          <a:ln w="11430">
            <a:solidFill>
              <a:srgbClr val="1B1F3B"/>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38" name="TextBox 37"/>
          <p:cNvSpPr txBox="1"/>
          <p:nvPr/>
        </p:nvSpPr>
        <p:spPr>
          <a:xfrm>
            <a:off x="5669280" y="2118173"/>
            <a:ext cx="5212080" cy="353943"/>
          </a:xfrm>
          <a:prstGeom prst="rect">
            <a:avLst/>
          </a:prstGeom>
          <a:noFill/>
        </p:spPr>
        <p:txBody>
          <a:bodyPr wrap="square" lIns="54864" tIns="22860" rIns="54864" bIns="22860" anchor="ctr">
            <a:spAutoFit/>
          </a:bodyPr>
          <a:lstStyle/>
          <a:p>
            <a:pPr defTabSz="1219170">
              <a:spcAft>
                <a:spcPts val="300"/>
              </a:spcAft>
            </a:pPr>
            <a:r>
              <a:rPr sz="2000" b="1">
                <a:solidFill>
                  <a:srgbClr val="1B1F3B"/>
                </a:solidFill>
                <a:latin typeface="Calibri"/>
              </a:rPr>
              <a:t>Track these together</a:t>
            </a:r>
          </a:p>
        </p:txBody>
      </p:sp>
      <p:sp>
        <p:nvSpPr>
          <p:cNvPr id="39" name="Oval 38"/>
          <p:cNvSpPr/>
          <p:nvPr/>
        </p:nvSpPr>
        <p:spPr>
          <a:xfrm>
            <a:off x="5715000" y="2715768"/>
            <a:ext cx="219456" cy="219456"/>
          </a:xfrm>
          <a:prstGeom prst="ellipse">
            <a:avLst/>
          </a:prstGeom>
          <a:solidFill>
            <a:srgbClr val="1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40" name="TextBox 39"/>
          <p:cNvSpPr txBox="1"/>
          <p:nvPr/>
        </p:nvSpPr>
        <p:spPr>
          <a:xfrm>
            <a:off x="6053328" y="2698674"/>
            <a:ext cx="1828800" cy="271934"/>
          </a:xfrm>
          <a:prstGeom prst="rect">
            <a:avLst/>
          </a:prstGeom>
          <a:noFill/>
        </p:spPr>
        <p:txBody>
          <a:bodyPr wrap="square" lIns="54864" tIns="22860" rIns="54864" bIns="22860" anchor="ctr">
            <a:spAutoFit/>
          </a:bodyPr>
          <a:lstStyle/>
          <a:p>
            <a:pPr defTabSz="1219170">
              <a:spcAft>
                <a:spcPts val="300"/>
              </a:spcAft>
            </a:pPr>
            <a:r>
              <a:rPr sz="1467" b="1">
                <a:solidFill>
                  <a:srgbClr val="1B1F3B"/>
                </a:solidFill>
                <a:latin typeface="Calibri"/>
              </a:rPr>
              <a:t>Confusion matrix</a:t>
            </a:r>
          </a:p>
        </p:txBody>
      </p:sp>
      <p:sp>
        <p:nvSpPr>
          <p:cNvPr id="41" name="TextBox 40"/>
          <p:cNvSpPr txBox="1"/>
          <p:nvPr/>
        </p:nvSpPr>
        <p:spPr>
          <a:xfrm>
            <a:off x="7882127" y="2693306"/>
            <a:ext cx="3108960" cy="456407"/>
          </a:xfrm>
          <a:prstGeom prst="rect">
            <a:avLst/>
          </a:prstGeom>
          <a:noFill/>
        </p:spPr>
        <p:txBody>
          <a:bodyPr wrap="square" lIns="54864" tIns="22860" rIns="54864" bIns="22860" anchor="ctr">
            <a:spAutoFit/>
          </a:bodyPr>
          <a:lstStyle/>
          <a:p>
            <a:pPr defTabSz="1219170">
              <a:spcAft>
                <a:spcPts val="300"/>
              </a:spcAft>
            </a:pPr>
            <a:r>
              <a:rPr sz="1333">
                <a:solidFill>
                  <a:srgbClr val="1B1F3B"/>
                </a:solidFill>
                <a:latin typeface="Calibri"/>
              </a:rPr>
              <a:t>Shows which classes are mistaken for which.</a:t>
            </a:r>
          </a:p>
        </p:txBody>
      </p:sp>
      <p:sp>
        <p:nvSpPr>
          <p:cNvPr id="42" name="Oval 41"/>
          <p:cNvSpPr/>
          <p:nvPr/>
        </p:nvSpPr>
        <p:spPr>
          <a:xfrm>
            <a:off x="5715000" y="3566160"/>
            <a:ext cx="219456" cy="219456"/>
          </a:xfrm>
          <a:prstGeom prst="ellipse">
            <a:avLst/>
          </a:prstGeom>
          <a:solidFill>
            <a:srgbClr val="F2A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43" name="TextBox 42"/>
          <p:cNvSpPr txBox="1"/>
          <p:nvPr/>
        </p:nvSpPr>
        <p:spPr>
          <a:xfrm>
            <a:off x="6053328" y="3549065"/>
            <a:ext cx="1828800" cy="271934"/>
          </a:xfrm>
          <a:prstGeom prst="rect">
            <a:avLst/>
          </a:prstGeom>
          <a:noFill/>
        </p:spPr>
        <p:txBody>
          <a:bodyPr wrap="square" lIns="54864" tIns="22860" rIns="54864" bIns="22860" anchor="ctr">
            <a:spAutoFit/>
          </a:bodyPr>
          <a:lstStyle/>
          <a:p>
            <a:pPr defTabSz="1219170">
              <a:spcAft>
                <a:spcPts val="300"/>
              </a:spcAft>
            </a:pPr>
            <a:r>
              <a:rPr sz="1467" b="1">
                <a:solidFill>
                  <a:srgbClr val="1B1F3B"/>
                </a:solidFill>
                <a:latin typeface="Calibri"/>
              </a:rPr>
              <a:t>Precision</a:t>
            </a:r>
          </a:p>
        </p:txBody>
      </p:sp>
      <p:sp>
        <p:nvSpPr>
          <p:cNvPr id="44" name="TextBox 43"/>
          <p:cNvSpPr txBox="1"/>
          <p:nvPr/>
        </p:nvSpPr>
        <p:spPr>
          <a:xfrm>
            <a:off x="7882127" y="3543698"/>
            <a:ext cx="3108960" cy="456407"/>
          </a:xfrm>
          <a:prstGeom prst="rect">
            <a:avLst/>
          </a:prstGeom>
          <a:noFill/>
        </p:spPr>
        <p:txBody>
          <a:bodyPr wrap="square" lIns="54864" tIns="22860" rIns="54864" bIns="22860" anchor="ctr">
            <a:spAutoFit/>
          </a:bodyPr>
          <a:lstStyle/>
          <a:p>
            <a:pPr defTabSz="1219170">
              <a:spcAft>
                <a:spcPts val="300"/>
              </a:spcAft>
            </a:pPr>
            <a:r>
              <a:rPr sz="1333">
                <a:solidFill>
                  <a:srgbClr val="1B1F3B"/>
                </a:solidFill>
                <a:latin typeface="Calibri"/>
              </a:rPr>
              <a:t>When the model predicts “blocked,” how often is it right?</a:t>
            </a:r>
          </a:p>
        </p:txBody>
      </p:sp>
      <p:sp>
        <p:nvSpPr>
          <p:cNvPr id="45" name="Oval 44"/>
          <p:cNvSpPr/>
          <p:nvPr/>
        </p:nvSpPr>
        <p:spPr>
          <a:xfrm>
            <a:off x="5715000" y="4416552"/>
            <a:ext cx="219456" cy="219456"/>
          </a:xfrm>
          <a:prstGeom prst="ellipse">
            <a:avLst/>
          </a:prstGeom>
          <a:solidFill>
            <a:srgbClr val="3BA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46" name="TextBox 45"/>
          <p:cNvSpPr txBox="1"/>
          <p:nvPr/>
        </p:nvSpPr>
        <p:spPr>
          <a:xfrm>
            <a:off x="6053328" y="4399457"/>
            <a:ext cx="1828800" cy="271934"/>
          </a:xfrm>
          <a:prstGeom prst="rect">
            <a:avLst/>
          </a:prstGeom>
          <a:noFill/>
        </p:spPr>
        <p:txBody>
          <a:bodyPr wrap="square" lIns="54864" tIns="22860" rIns="54864" bIns="22860" anchor="ctr">
            <a:spAutoFit/>
          </a:bodyPr>
          <a:lstStyle/>
          <a:p>
            <a:pPr defTabSz="1219170">
              <a:spcAft>
                <a:spcPts val="300"/>
              </a:spcAft>
            </a:pPr>
            <a:r>
              <a:rPr sz="1467" b="1">
                <a:solidFill>
                  <a:srgbClr val="1B1F3B"/>
                </a:solidFill>
                <a:latin typeface="Calibri"/>
              </a:rPr>
              <a:t>Recall</a:t>
            </a:r>
          </a:p>
        </p:txBody>
      </p:sp>
      <p:sp>
        <p:nvSpPr>
          <p:cNvPr id="47" name="TextBox 46"/>
          <p:cNvSpPr txBox="1"/>
          <p:nvPr/>
        </p:nvSpPr>
        <p:spPr>
          <a:xfrm>
            <a:off x="7882127" y="4496650"/>
            <a:ext cx="3108960" cy="251287"/>
          </a:xfrm>
          <a:prstGeom prst="rect">
            <a:avLst/>
          </a:prstGeom>
          <a:noFill/>
        </p:spPr>
        <p:txBody>
          <a:bodyPr wrap="square" lIns="54864" tIns="22860" rIns="54864" bIns="22860" anchor="ctr">
            <a:spAutoFit/>
          </a:bodyPr>
          <a:lstStyle/>
          <a:p>
            <a:pPr defTabSz="1219170">
              <a:spcAft>
                <a:spcPts val="300"/>
              </a:spcAft>
            </a:pPr>
            <a:r>
              <a:rPr sz="1333">
                <a:solidFill>
                  <a:srgbClr val="1B1F3B"/>
                </a:solidFill>
                <a:latin typeface="Calibri"/>
              </a:rPr>
              <a:t>How many truly blocked cells does it catch?</a:t>
            </a:r>
          </a:p>
        </p:txBody>
      </p:sp>
      <p:sp>
        <p:nvSpPr>
          <p:cNvPr id="48" name="Oval 47"/>
          <p:cNvSpPr/>
          <p:nvPr/>
        </p:nvSpPr>
        <p:spPr>
          <a:xfrm>
            <a:off x="5715000" y="5266944"/>
            <a:ext cx="219456" cy="219456"/>
          </a:xfrm>
          <a:prstGeom prst="ellipse">
            <a:avLst/>
          </a:prstGeom>
          <a:solidFill>
            <a:srgbClr val="F2A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49" name="TextBox 48"/>
          <p:cNvSpPr txBox="1"/>
          <p:nvPr/>
        </p:nvSpPr>
        <p:spPr>
          <a:xfrm>
            <a:off x="6053328" y="5249849"/>
            <a:ext cx="1828800" cy="271934"/>
          </a:xfrm>
          <a:prstGeom prst="rect">
            <a:avLst/>
          </a:prstGeom>
          <a:noFill/>
        </p:spPr>
        <p:txBody>
          <a:bodyPr wrap="square" lIns="54864" tIns="22860" rIns="54864" bIns="22860" anchor="ctr">
            <a:spAutoFit/>
          </a:bodyPr>
          <a:lstStyle/>
          <a:p>
            <a:pPr defTabSz="1219170">
              <a:spcAft>
                <a:spcPts val="300"/>
              </a:spcAft>
            </a:pPr>
            <a:r>
              <a:rPr sz="1467" b="1">
                <a:solidFill>
                  <a:srgbClr val="1B1F3B"/>
                </a:solidFill>
                <a:latin typeface="Calibri"/>
              </a:rPr>
              <a:t>Macro F1</a:t>
            </a:r>
          </a:p>
        </p:txBody>
      </p:sp>
      <p:sp>
        <p:nvSpPr>
          <p:cNvPr id="50" name="TextBox 49"/>
          <p:cNvSpPr txBox="1"/>
          <p:nvPr/>
        </p:nvSpPr>
        <p:spPr>
          <a:xfrm>
            <a:off x="7882127" y="5244482"/>
            <a:ext cx="3108960" cy="456407"/>
          </a:xfrm>
          <a:prstGeom prst="rect">
            <a:avLst/>
          </a:prstGeom>
          <a:noFill/>
        </p:spPr>
        <p:txBody>
          <a:bodyPr wrap="square" lIns="54864" tIns="22860" rIns="54864" bIns="22860" anchor="ctr">
            <a:spAutoFit/>
          </a:bodyPr>
          <a:lstStyle/>
          <a:p>
            <a:pPr defTabSz="1219170">
              <a:spcAft>
                <a:spcPts val="300"/>
              </a:spcAft>
            </a:pPr>
            <a:r>
              <a:rPr sz="1333">
                <a:solidFill>
                  <a:srgbClr val="1B1F3B"/>
                </a:solidFill>
                <a:latin typeface="Calibri"/>
              </a:rPr>
              <a:t>Balances precision and recall across all classes.</a:t>
            </a:r>
          </a:p>
        </p:txBody>
      </p:sp>
      <p:sp>
        <p:nvSpPr>
          <p:cNvPr id="51" name="TextBox 50"/>
          <p:cNvSpPr txBox="1"/>
          <p:nvPr/>
        </p:nvSpPr>
        <p:spPr>
          <a:xfrm>
            <a:off x="896112" y="5925278"/>
            <a:ext cx="10515600" cy="210379"/>
          </a:xfrm>
          <a:prstGeom prst="rect">
            <a:avLst/>
          </a:prstGeom>
          <a:noFill/>
        </p:spPr>
        <p:txBody>
          <a:bodyPr wrap="square" lIns="54864" tIns="22860" rIns="54864" bIns="22860" anchor="ctr">
            <a:spAutoFit/>
          </a:bodyPr>
          <a:lstStyle/>
          <a:p>
            <a:pPr algn="ctr" defTabSz="1219170">
              <a:spcAft>
                <a:spcPts val="300"/>
              </a:spcAft>
            </a:pPr>
            <a:r>
              <a:rPr sz="1067">
                <a:solidFill>
                  <a:srgbClr val="4A4F6A"/>
                </a:solidFill>
                <a:latin typeface="Calibri"/>
              </a:rPr>
              <a:t>The example cells are illustrative—not results from the RUSH HOUR model.</a:t>
            </a:r>
          </a:p>
        </p:txBody>
      </p:sp>
    </p:spTree>
    <p:extLst>
      <p:ext uri="{BB962C8B-B14F-4D97-AF65-F5344CB8AC3E}">
        <p14:creationId xmlns:p14="http://schemas.microsoft.com/office/powerpoint/2010/main" val="38462855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2" name="TextBox 1"/>
          <p:cNvSpPr txBox="1"/>
          <p:nvPr/>
        </p:nvSpPr>
        <p:spPr>
          <a:xfrm>
            <a:off x="731520" y="365760"/>
            <a:ext cx="10728960" cy="853440"/>
          </a:xfrm>
          <a:prstGeom prst="rect">
            <a:avLst/>
          </a:prstGeom>
          <a:noFill/>
        </p:spPr>
        <p:txBody>
          <a:bodyPr wrap="square" lIns="0" tIns="0" rIns="0" bIns="0" anchor="ctr">
            <a:noAutofit/>
          </a:bodyPr>
          <a:lstStyle/>
          <a:p>
            <a:pPr defTabSz="1219170">
              <a:spcAft>
                <a:spcPts val="300"/>
              </a:spcAft>
            </a:pPr>
            <a:r>
              <a:rPr sz="3733" b="1">
                <a:solidFill>
                  <a:srgbClr val="1B1F3B"/>
                </a:solidFill>
                <a:latin typeface="Calibri"/>
              </a:rPr>
              <a:t>Predictions become routing decisions</a:t>
            </a:r>
          </a:p>
        </p:txBody>
      </p:sp>
      <p:sp>
        <p:nvSpPr>
          <p:cNvPr id="3" name="TextBox 2"/>
          <p:cNvSpPr txBox="1"/>
          <p:nvPr/>
        </p:nvSpPr>
        <p:spPr>
          <a:xfrm>
            <a:off x="841248" y="1233468"/>
            <a:ext cx="10698480" cy="312843"/>
          </a:xfrm>
          <a:prstGeom prst="rect">
            <a:avLst/>
          </a:prstGeom>
          <a:noFill/>
        </p:spPr>
        <p:txBody>
          <a:bodyPr wrap="square" lIns="54864" tIns="22860" rIns="54864" bIns="22860" anchor="ctr">
            <a:spAutoFit/>
          </a:bodyPr>
          <a:lstStyle/>
          <a:p>
            <a:pPr defTabSz="1219170">
              <a:spcAft>
                <a:spcPts val="300"/>
              </a:spcAft>
            </a:pPr>
            <a:r>
              <a:rPr sz="1733">
                <a:solidFill>
                  <a:srgbClr val="4A4F6A"/>
                </a:solidFill>
                <a:latin typeface="Calibri"/>
              </a:rPr>
              <a:t>A predicted class is not automatically a route instruction; the system needs a policy.</a:t>
            </a:r>
          </a:p>
        </p:txBody>
      </p:sp>
      <p:sp>
        <p:nvSpPr>
          <p:cNvPr id="4" name="TextBox 3"/>
          <p:cNvSpPr txBox="1"/>
          <p:nvPr/>
        </p:nvSpPr>
        <p:spPr>
          <a:xfrm>
            <a:off x="841248" y="6460203"/>
            <a:ext cx="10515600" cy="210379"/>
          </a:xfrm>
          <a:prstGeom prst="rect">
            <a:avLst/>
          </a:prstGeom>
          <a:noFill/>
        </p:spPr>
        <p:txBody>
          <a:bodyPr wrap="square" lIns="54864" tIns="22860" rIns="54864" bIns="22860" anchor="ctr">
            <a:spAutoFit/>
          </a:bodyPr>
          <a:lstStyle/>
          <a:p>
            <a:pPr defTabSz="1219170">
              <a:spcAft>
                <a:spcPts val="300"/>
              </a:spcAft>
            </a:pPr>
            <a:r>
              <a:rPr sz="1067" b="1">
                <a:solidFill>
                  <a:srgbClr val="8A8FA8"/>
                </a:solidFill>
                <a:latin typeface="Calibri"/>
              </a:rPr>
              <a:t>PROJECT RUSH HOUR  ·  ML FOUNDATIONS</a:t>
            </a:r>
          </a:p>
        </p:txBody>
      </p:sp>
      <p:sp>
        <p:nvSpPr>
          <p:cNvPr id="5" name="Rounded Rectangle 4"/>
          <p:cNvSpPr/>
          <p:nvPr/>
        </p:nvSpPr>
        <p:spPr>
          <a:xfrm>
            <a:off x="868680" y="2121408"/>
            <a:ext cx="3017520" cy="1325880"/>
          </a:xfrm>
          <a:prstGeom prst="rect">
            <a:avLst/>
          </a:prstGeom>
          <a:solidFill>
            <a:srgbClr val="E0F1ED"/>
          </a:solidFill>
          <a:ln w="11430">
            <a:solidFill>
              <a:srgbClr val="1B1F3B"/>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6" name="Oval 5"/>
          <p:cNvSpPr/>
          <p:nvPr/>
        </p:nvSpPr>
        <p:spPr>
          <a:xfrm>
            <a:off x="1069848" y="2359152"/>
            <a:ext cx="256032" cy="256032"/>
          </a:xfrm>
          <a:prstGeom prst="ellipse">
            <a:avLst/>
          </a:prstGeom>
          <a:solidFill>
            <a:srgbClr val="3BA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7" name="TextBox 6"/>
          <p:cNvSpPr txBox="1"/>
          <p:nvPr/>
        </p:nvSpPr>
        <p:spPr>
          <a:xfrm>
            <a:off x="1444752" y="2270722"/>
            <a:ext cx="2212848" cy="323165"/>
          </a:xfrm>
          <a:prstGeom prst="rect">
            <a:avLst/>
          </a:prstGeom>
          <a:noFill/>
        </p:spPr>
        <p:txBody>
          <a:bodyPr wrap="square" lIns="54864" tIns="22860" rIns="54864" bIns="22860" anchor="ctr">
            <a:spAutoFit/>
          </a:bodyPr>
          <a:lstStyle/>
          <a:p>
            <a:pPr defTabSz="1219170">
              <a:spcAft>
                <a:spcPts val="300"/>
              </a:spcAft>
            </a:pPr>
            <a:r>
              <a:rPr b="1">
                <a:solidFill>
                  <a:srgbClr val="1B1F3B"/>
                </a:solidFill>
                <a:latin typeface="Calibri"/>
              </a:rPr>
              <a:t>free_flow</a:t>
            </a:r>
          </a:p>
        </p:txBody>
      </p:sp>
      <p:sp>
        <p:nvSpPr>
          <p:cNvPr id="8" name="TextBox 7"/>
          <p:cNvSpPr txBox="1"/>
          <p:nvPr/>
        </p:nvSpPr>
        <p:spPr>
          <a:xfrm>
            <a:off x="1069848" y="2822707"/>
            <a:ext cx="2651760" cy="261610"/>
          </a:xfrm>
          <a:prstGeom prst="rect">
            <a:avLst/>
          </a:prstGeom>
          <a:noFill/>
        </p:spPr>
        <p:txBody>
          <a:bodyPr wrap="square" lIns="54864" tIns="22860" rIns="54864" bIns="22860" anchor="ctr">
            <a:spAutoFit/>
          </a:bodyPr>
          <a:lstStyle/>
          <a:p>
            <a:pPr defTabSz="1219170">
              <a:spcAft>
                <a:spcPts val="300"/>
              </a:spcAft>
            </a:pPr>
            <a:r>
              <a:rPr sz="1400">
                <a:solidFill>
                  <a:srgbClr val="1B1F3B"/>
                </a:solidFill>
                <a:latin typeface="Calibri"/>
              </a:rPr>
              <a:t>Low travel cost</a:t>
            </a:r>
          </a:p>
        </p:txBody>
      </p:sp>
      <p:sp>
        <p:nvSpPr>
          <p:cNvPr id="9" name="Rounded Rectangle 8"/>
          <p:cNvSpPr/>
          <p:nvPr/>
        </p:nvSpPr>
        <p:spPr>
          <a:xfrm>
            <a:off x="4416552" y="2121408"/>
            <a:ext cx="3017520" cy="1325880"/>
          </a:xfrm>
          <a:prstGeom prst="rect">
            <a:avLst/>
          </a:prstGeom>
          <a:solidFill>
            <a:srgbClr val="FDF0DF"/>
          </a:solidFill>
          <a:ln w="11430">
            <a:solidFill>
              <a:srgbClr val="1B1F3B"/>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10" name="Oval 9"/>
          <p:cNvSpPr/>
          <p:nvPr/>
        </p:nvSpPr>
        <p:spPr>
          <a:xfrm>
            <a:off x="4617720" y="2359152"/>
            <a:ext cx="256032" cy="256032"/>
          </a:xfrm>
          <a:prstGeom prst="ellipse">
            <a:avLst/>
          </a:prstGeom>
          <a:solidFill>
            <a:srgbClr val="F2A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11" name="TextBox 10"/>
          <p:cNvSpPr txBox="1"/>
          <p:nvPr/>
        </p:nvSpPr>
        <p:spPr>
          <a:xfrm>
            <a:off x="4992624" y="2270722"/>
            <a:ext cx="2212848" cy="323165"/>
          </a:xfrm>
          <a:prstGeom prst="rect">
            <a:avLst/>
          </a:prstGeom>
          <a:noFill/>
        </p:spPr>
        <p:txBody>
          <a:bodyPr wrap="square" lIns="54864" tIns="22860" rIns="54864" bIns="22860" anchor="ctr">
            <a:spAutoFit/>
          </a:bodyPr>
          <a:lstStyle/>
          <a:p>
            <a:pPr defTabSz="1219170">
              <a:spcAft>
                <a:spcPts val="300"/>
              </a:spcAft>
            </a:pPr>
            <a:r>
              <a:rPr b="1">
                <a:solidFill>
                  <a:srgbClr val="1B1F3B"/>
                </a:solidFill>
                <a:latin typeface="Calibri"/>
              </a:rPr>
              <a:t>congested</a:t>
            </a:r>
          </a:p>
        </p:txBody>
      </p:sp>
      <p:sp>
        <p:nvSpPr>
          <p:cNvPr id="12" name="TextBox 11"/>
          <p:cNvSpPr txBox="1"/>
          <p:nvPr/>
        </p:nvSpPr>
        <p:spPr>
          <a:xfrm>
            <a:off x="4617720" y="2822707"/>
            <a:ext cx="2651760" cy="261610"/>
          </a:xfrm>
          <a:prstGeom prst="rect">
            <a:avLst/>
          </a:prstGeom>
          <a:noFill/>
        </p:spPr>
        <p:txBody>
          <a:bodyPr wrap="square" lIns="54864" tIns="22860" rIns="54864" bIns="22860" anchor="ctr">
            <a:spAutoFit/>
          </a:bodyPr>
          <a:lstStyle/>
          <a:p>
            <a:pPr defTabSz="1219170">
              <a:spcAft>
                <a:spcPts val="300"/>
              </a:spcAft>
            </a:pPr>
            <a:r>
              <a:rPr sz="1400">
                <a:solidFill>
                  <a:srgbClr val="1B1F3B"/>
                </a:solidFill>
                <a:latin typeface="Calibri"/>
              </a:rPr>
              <a:t>Higher travel cost</a:t>
            </a:r>
          </a:p>
        </p:txBody>
      </p:sp>
      <p:sp>
        <p:nvSpPr>
          <p:cNvPr id="13" name="Rounded Rectangle 12"/>
          <p:cNvSpPr/>
          <p:nvPr/>
        </p:nvSpPr>
        <p:spPr>
          <a:xfrm>
            <a:off x="7964424" y="2121408"/>
            <a:ext cx="3017520" cy="1325880"/>
          </a:xfrm>
          <a:prstGeom prst="rect">
            <a:avLst/>
          </a:prstGeom>
          <a:solidFill>
            <a:srgbClr val="FBE5E5"/>
          </a:solidFill>
          <a:ln w="11430">
            <a:solidFill>
              <a:srgbClr val="1B1F3B"/>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14" name="Oval 13"/>
          <p:cNvSpPr/>
          <p:nvPr/>
        </p:nvSpPr>
        <p:spPr>
          <a:xfrm>
            <a:off x="8165592" y="2359152"/>
            <a:ext cx="256032" cy="256032"/>
          </a:xfrm>
          <a:prstGeom prst="ellipse">
            <a:avLst/>
          </a:prstGeom>
          <a:solidFill>
            <a:srgbClr val="F2A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15" name="TextBox 14"/>
          <p:cNvSpPr txBox="1"/>
          <p:nvPr/>
        </p:nvSpPr>
        <p:spPr>
          <a:xfrm>
            <a:off x="8540496" y="2270722"/>
            <a:ext cx="2212848" cy="323165"/>
          </a:xfrm>
          <a:prstGeom prst="rect">
            <a:avLst/>
          </a:prstGeom>
          <a:noFill/>
        </p:spPr>
        <p:txBody>
          <a:bodyPr wrap="square" lIns="54864" tIns="22860" rIns="54864" bIns="22860" anchor="ctr">
            <a:spAutoFit/>
          </a:bodyPr>
          <a:lstStyle/>
          <a:p>
            <a:pPr defTabSz="1219170">
              <a:spcAft>
                <a:spcPts val="300"/>
              </a:spcAft>
            </a:pPr>
            <a:r>
              <a:rPr b="1">
                <a:solidFill>
                  <a:srgbClr val="1B1F3B"/>
                </a:solidFill>
                <a:latin typeface="Calibri"/>
              </a:rPr>
              <a:t>blocked</a:t>
            </a:r>
          </a:p>
        </p:txBody>
      </p:sp>
      <p:sp>
        <p:nvSpPr>
          <p:cNvPr id="16" name="TextBox 15"/>
          <p:cNvSpPr txBox="1"/>
          <p:nvPr/>
        </p:nvSpPr>
        <p:spPr>
          <a:xfrm>
            <a:off x="8165592" y="2822707"/>
            <a:ext cx="2651760" cy="261610"/>
          </a:xfrm>
          <a:prstGeom prst="rect">
            <a:avLst/>
          </a:prstGeom>
          <a:noFill/>
        </p:spPr>
        <p:txBody>
          <a:bodyPr wrap="square" lIns="54864" tIns="22860" rIns="54864" bIns="22860" anchor="ctr">
            <a:spAutoFit/>
          </a:bodyPr>
          <a:lstStyle/>
          <a:p>
            <a:pPr defTabSz="1219170">
              <a:spcAft>
                <a:spcPts val="300"/>
              </a:spcAft>
            </a:pPr>
            <a:r>
              <a:rPr sz="1400">
                <a:solidFill>
                  <a:srgbClr val="1B1F3B"/>
                </a:solidFill>
                <a:latin typeface="Calibri"/>
              </a:rPr>
              <a:t>Avoid / forbid passage</a:t>
            </a:r>
          </a:p>
        </p:txBody>
      </p:sp>
      <p:sp>
        <p:nvSpPr>
          <p:cNvPr id="17" name="TextBox 16"/>
          <p:cNvSpPr txBox="1"/>
          <p:nvPr/>
        </p:nvSpPr>
        <p:spPr>
          <a:xfrm>
            <a:off x="914400" y="3925195"/>
            <a:ext cx="10058400" cy="333489"/>
          </a:xfrm>
          <a:prstGeom prst="rect">
            <a:avLst/>
          </a:prstGeom>
          <a:noFill/>
        </p:spPr>
        <p:txBody>
          <a:bodyPr wrap="square" lIns="54864" tIns="22860" rIns="54864" bIns="22860" anchor="ctr">
            <a:spAutoFit/>
          </a:bodyPr>
          <a:lstStyle/>
          <a:p>
            <a:pPr algn="ctr" defTabSz="1219170">
              <a:spcAft>
                <a:spcPts val="300"/>
              </a:spcAft>
            </a:pPr>
            <a:r>
              <a:rPr sz="1867" b="1">
                <a:solidFill>
                  <a:srgbClr val="1B1F3B"/>
                </a:solidFill>
                <a:latin typeface="Calibri"/>
              </a:rPr>
              <a:t>Then decide how uncertainty should affect the route.</a:t>
            </a:r>
          </a:p>
        </p:txBody>
      </p:sp>
      <p:sp>
        <p:nvSpPr>
          <p:cNvPr id="18" name="Rounded Rectangle 17"/>
          <p:cNvSpPr/>
          <p:nvPr/>
        </p:nvSpPr>
        <p:spPr>
          <a:xfrm>
            <a:off x="1051560" y="4526280"/>
            <a:ext cx="4526280" cy="1024128"/>
          </a:xfrm>
          <a:prstGeom prst="rect">
            <a:avLst/>
          </a:prstGeom>
          <a:solidFill>
            <a:srgbClr val="DDDFED"/>
          </a:solidFill>
          <a:ln w="11430">
            <a:solidFill>
              <a:srgbClr val="1B1F3B"/>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19" name="TextBox 18"/>
          <p:cNvSpPr txBox="1"/>
          <p:nvPr/>
        </p:nvSpPr>
        <p:spPr>
          <a:xfrm>
            <a:off x="1261872" y="4878435"/>
            <a:ext cx="4096512" cy="292388"/>
          </a:xfrm>
          <a:prstGeom prst="rect">
            <a:avLst/>
          </a:prstGeom>
          <a:noFill/>
        </p:spPr>
        <p:txBody>
          <a:bodyPr wrap="square" lIns="54864" tIns="22860" rIns="54864" bIns="22860" anchor="ctr">
            <a:spAutoFit/>
          </a:bodyPr>
          <a:lstStyle/>
          <a:p>
            <a:pPr algn="ctr" defTabSz="1219170">
              <a:spcAft>
                <a:spcPts val="300"/>
              </a:spcAft>
            </a:pPr>
            <a:r>
              <a:rPr sz="1600" b="1">
                <a:solidFill>
                  <a:srgbClr val="1B1F3B"/>
                </a:solidFill>
                <a:latin typeface="Calibri"/>
              </a:rPr>
              <a:t>Example: avoid a cell if P(blocked) &gt; 0.25</a:t>
            </a:r>
          </a:p>
        </p:txBody>
      </p:sp>
      <p:sp>
        <p:nvSpPr>
          <p:cNvPr id="20" name="Rounded Rectangle 19"/>
          <p:cNvSpPr/>
          <p:nvPr/>
        </p:nvSpPr>
        <p:spPr>
          <a:xfrm>
            <a:off x="6583680" y="4526280"/>
            <a:ext cx="4526280" cy="1024128"/>
          </a:xfrm>
          <a:prstGeom prst="rect">
            <a:avLst/>
          </a:prstGeom>
          <a:solidFill>
            <a:srgbClr val="FDF0DF"/>
          </a:solidFill>
          <a:ln w="11430">
            <a:solidFill>
              <a:srgbClr val="1B1F3B"/>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21" name="TextBox 20"/>
          <p:cNvSpPr txBox="1"/>
          <p:nvPr/>
        </p:nvSpPr>
        <p:spPr>
          <a:xfrm>
            <a:off x="6793992" y="4775778"/>
            <a:ext cx="4096512" cy="497700"/>
          </a:xfrm>
          <a:prstGeom prst="rect">
            <a:avLst/>
          </a:prstGeom>
          <a:noFill/>
        </p:spPr>
        <p:txBody>
          <a:bodyPr wrap="square" lIns="54864" tIns="22860" rIns="54864" bIns="22860" anchor="ctr">
            <a:spAutoFit/>
          </a:bodyPr>
          <a:lstStyle/>
          <a:p>
            <a:pPr algn="ctr" defTabSz="1219170">
              <a:spcAft>
                <a:spcPts val="300"/>
              </a:spcAft>
            </a:pPr>
            <a:r>
              <a:rPr sz="1467" b="1">
                <a:solidFill>
                  <a:srgbClr val="1B1F3B"/>
                </a:solidFill>
                <a:latin typeface="Calibri"/>
              </a:rPr>
              <a:t>Tune the threshold to balance missed closures and unnecessary detours.</a:t>
            </a:r>
          </a:p>
        </p:txBody>
      </p:sp>
      <p:sp>
        <p:nvSpPr>
          <p:cNvPr id="22" name="TextBox 21"/>
          <p:cNvSpPr txBox="1"/>
          <p:nvPr/>
        </p:nvSpPr>
        <p:spPr>
          <a:xfrm>
            <a:off x="960120" y="5902418"/>
            <a:ext cx="10241280" cy="210379"/>
          </a:xfrm>
          <a:prstGeom prst="rect">
            <a:avLst/>
          </a:prstGeom>
          <a:noFill/>
        </p:spPr>
        <p:txBody>
          <a:bodyPr wrap="square" lIns="54864" tIns="22860" rIns="54864" bIns="22860" anchor="ctr">
            <a:spAutoFit/>
          </a:bodyPr>
          <a:lstStyle/>
          <a:p>
            <a:pPr algn="ctr" defTabSz="1219170">
              <a:spcAft>
                <a:spcPts val="300"/>
              </a:spcAft>
            </a:pPr>
            <a:r>
              <a:rPr sz="1067">
                <a:solidFill>
                  <a:srgbClr val="4A4F6A"/>
                </a:solidFill>
                <a:latin typeface="Calibri"/>
              </a:rPr>
              <a:t>The 0.25 threshold is an example policy from this deck, not a universal best value.</a:t>
            </a:r>
          </a:p>
        </p:txBody>
      </p:sp>
    </p:spTree>
    <p:extLst>
      <p:ext uri="{BB962C8B-B14F-4D97-AF65-F5344CB8AC3E}">
        <p14:creationId xmlns:p14="http://schemas.microsoft.com/office/powerpoint/2010/main" val="28724306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2" name="TextBox 1"/>
          <p:cNvSpPr txBox="1"/>
          <p:nvPr/>
        </p:nvSpPr>
        <p:spPr>
          <a:xfrm>
            <a:off x="731520" y="365760"/>
            <a:ext cx="10728960" cy="853440"/>
          </a:xfrm>
          <a:prstGeom prst="rect">
            <a:avLst/>
          </a:prstGeom>
          <a:noFill/>
        </p:spPr>
        <p:txBody>
          <a:bodyPr wrap="square" lIns="0" tIns="0" rIns="0" bIns="0" anchor="ctr">
            <a:noAutofit/>
          </a:bodyPr>
          <a:lstStyle/>
          <a:p>
            <a:pPr defTabSz="1219170">
              <a:spcAft>
                <a:spcPts val="300"/>
              </a:spcAft>
            </a:pPr>
            <a:r>
              <a:rPr sz="3733" b="1">
                <a:solidFill>
                  <a:srgbClr val="1B1F3B"/>
                </a:solidFill>
                <a:latin typeface="Calibri"/>
              </a:rPr>
              <a:t>What the model can—and can’t—tell us</a:t>
            </a:r>
          </a:p>
        </p:txBody>
      </p:sp>
      <p:sp>
        <p:nvSpPr>
          <p:cNvPr id="3" name="TextBox 2"/>
          <p:cNvSpPr txBox="1"/>
          <p:nvPr/>
        </p:nvSpPr>
        <p:spPr>
          <a:xfrm>
            <a:off x="841248" y="1233468"/>
            <a:ext cx="10698480" cy="312843"/>
          </a:xfrm>
          <a:prstGeom prst="rect">
            <a:avLst/>
          </a:prstGeom>
          <a:noFill/>
        </p:spPr>
        <p:txBody>
          <a:bodyPr wrap="square" lIns="54864" tIns="22860" rIns="54864" bIns="22860" anchor="ctr">
            <a:spAutoFit/>
          </a:bodyPr>
          <a:lstStyle/>
          <a:p>
            <a:pPr defTabSz="1219170">
              <a:spcAft>
                <a:spcPts val="300"/>
              </a:spcAft>
            </a:pPr>
            <a:r>
              <a:rPr sz="1733">
                <a:solidFill>
                  <a:srgbClr val="4A4F6A"/>
                </a:solidFill>
                <a:latin typeface="Calibri"/>
              </a:rPr>
              <a:t>Be clear about uncertainty before trusting predictions on new roads.</a:t>
            </a:r>
          </a:p>
        </p:txBody>
      </p:sp>
      <p:sp>
        <p:nvSpPr>
          <p:cNvPr id="4" name="TextBox 3"/>
          <p:cNvSpPr txBox="1"/>
          <p:nvPr/>
        </p:nvSpPr>
        <p:spPr>
          <a:xfrm>
            <a:off x="841248" y="6460203"/>
            <a:ext cx="10515600" cy="210379"/>
          </a:xfrm>
          <a:prstGeom prst="rect">
            <a:avLst/>
          </a:prstGeom>
          <a:noFill/>
        </p:spPr>
        <p:txBody>
          <a:bodyPr wrap="square" lIns="54864" tIns="22860" rIns="54864" bIns="22860" anchor="ctr">
            <a:spAutoFit/>
          </a:bodyPr>
          <a:lstStyle/>
          <a:p>
            <a:pPr defTabSz="1219170">
              <a:spcAft>
                <a:spcPts val="300"/>
              </a:spcAft>
            </a:pPr>
            <a:r>
              <a:rPr sz="1067" b="1">
                <a:solidFill>
                  <a:srgbClr val="8A8FA8"/>
                </a:solidFill>
                <a:latin typeface="Calibri"/>
              </a:rPr>
              <a:t>PROJECT RUSH HOUR  ·  ML FOUNDATIONS</a:t>
            </a:r>
          </a:p>
        </p:txBody>
      </p:sp>
      <p:sp>
        <p:nvSpPr>
          <p:cNvPr id="5" name="Rounded Rectangle 4"/>
          <p:cNvSpPr/>
          <p:nvPr/>
        </p:nvSpPr>
        <p:spPr>
          <a:xfrm>
            <a:off x="914400" y="1901952"/>
            <a:ext cx="10287000" cy="713232"/>
          </a:xfrm>
          <a:prstGeom prst="rect">
            <a:avLst/>
          </a:prstGeom>
          <a:solidFill>
            <a:srgbClr val="DDDFED"/>
          </a:solidFill>
          <a:ln w="11430">
            <a:solidFill>
              <a:srgbClr val="1B1F3B"/>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6" name="TextBox 5"/>
          <p:cNvSpPr txBox="1"/>
          <p:nvPr/>
        </p:nvSpPr>
        <p:spPr>
          <a:xfrm>
            <a:off x="1115568" y="2094086"/>
            <a:ext cx="2011680" cy="292388"/>
          </a:xfrm>
          <a:prstGeom prst="rect">
            <a:avLst/>
          </a:prstGeom>
          <a:noFill/>
        </p:spPr>
        <p:txBody>
          <a:bodyPr wrap="square" lIns="54864" tIns="22860" rIns="54864" bIns="22860" anchor="ctr">
            <a:spAutoFit/>
          </a:bodyPr>
          <a:lstStyle/>
          <a:p>
            <a:pPr defTabSz="1219170">
              <a:spcAft>
                <a:spcPts val="300"/>
              </a:spcAft>
            </a:pPr>
            <a:r>
              <a:rPr sz="1600" b="1">
                <a:solidFill>
                  <a:srgbClr val="1B1F3B"/>
                </a:solidFill>
                <a:latin typeface="Calibri"/>
              </a:rPr>
              <a:t>Training labels</a:t>
            </a:r>
          </a:p>
        </p:txBody>
      </p:sp>
      <p:sp>
        <p:nvSpPr>
          <p:cNvPr id="7" name="TextBox 6"/>
          <p:cNvSpPr txBox="1"/>
          <p:nvPr/>
        </p:nvSpPr>
        <p:spPr>
          <a:xfrm>
            <a:off x="3182112" y="2109475"/>
            <a:ext cx="7680960" cy="261610"/>
          </a:xfrm>
          <a:prstGeom prst="rect">
            <a:avLst/>
          </a:prstGeom>
          <a:noFill/>
        </p:spPr>
        <p:txBody>
          <a:bodyPr wrap="square" lIns="54864" tIns="22860" rIns="54864" bIns="22860" anchor="ctr">
            <a:spAutoFit/>
          </a:bodyPr>
          <a:lstStyle/>
          <a:p>
            <a:pPr defTabSz="1219170">
              <a:spcAft>
                <a:spcPts val="300"/>
              </a:spcAft>
            </a:pPr>
            <a:r>
              <a:rPr sz="1400">
                <a:solidFill>
                  <a:srgbClr val="1B1F3B"/>
                </a:solidFill>
                <a:latin typeface="Calibri"/>
              </a:rPr>
              <a:t>If labels are noisy or inconsistent, the model can learn the wrong patterns.</a:t>
            </a:r>
          </a:p>
        </p:txBody>
      </p:sp>
      <p:sp>
        <p:nvSpPr>
          <p:cNvPr id="8" name="Rounded Rectangle 7"/>
          <p:cNvSpPr/>
          <p:nvPr/>
        </p:nvSpPr>
        <p:spPr>
          <a:xfrm>
            <a:off x="914400" y="2816352"/>
            <a:ext cx="10287000" cy="713232"/>
          </a:xfrm>
          <a:prstGeom prst="rect">
            <a:avLst/>
          </a:prstGeom>
          <a:solidFill>
            <a:srgbClr val="FDF0DF"/>
          </a:solidFill>
          <a:ln w="11430">
            <a:solidFill>
              <a:srgbClr val="1B1F3B"/>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9" name="TextBox 8"/>
          <p:cNvSpPr txBox="1"/>
          <p:nvPr/>
        </p:nvSpPr>
        <p:spPr>
          <a:xfrm>
            <a:off x="1115568" y="3008486"/>
            <a:ext cx="2011680" cy="292388"/>
          </a:xfrm>
          <a:prstGeom prst="rect">
            <a:avLst/>
          </a:prstGeom>
          <a:noFill/>
        </p:spPr>
        <p:txBody>
          <a:bodyPr wrap="square" lIns="54864" tIns="22860" rIns="54864" bIns="22860" anchor="ctr">
            <a:spAutoFit/>
          </a:bodyPr>
          <a:lstStyle/>
          <a:p>
            <a:pPr defTabSz="1219170">
              <a:spcAft>
                <a:spcPts val="300"/>
              </a:spcAft>
            </a:pPr>
            <a:r>
              <a:rPr sz="1600" b="1">
                <a:solidFill>
                  <a:srgbClr val="1B1F3B"/>
                </a:solidFill>
                <a:latin typeface="Calibri"/>
              </a:rPr>
              <a:t>New locations</a:t>
            </a:r>
          </a:p>
        </p:txBody>
      </p:sp>
      <p:sp>
        <p:nvSpPr>
          <p:cNvPr id="10" name="TextBox 9"/>
          <p:cNvSpPr txBox="1"/>
          <p:nvPr/>
        </p:nvSpPr>
        <p:spPr>
          <a:xfrm>
            <a:off x="3182112" y="3023875"/>
            <a:ext cx="7680960" cy="261610"/>
          </a:xfrm>
          <a:prstGeom prst="rect">
            <a:avLst/>
          </a:prstGeom>
          <a:noFill/>
        </p:spPr>
        <p:txBody>
          <a:bodyPr wrap="square" lIns="54864" tIns="22860" rIns="54864" bIns="22860" anchor="ctr">
            <a:spAutoFit/>
          </a:bodyPr>
          <a:lstStyle/>
          <a:p>
            <a:pPr defTabSz="1219170">
              <a:spcAft>
                <a:spcPts val="300"/>
              </a:spcAft>
            </a:pPr>
            <a:r>
              <a:rPr sz="1400">
                <a:solidFill>
                  <a:srgbClr val="1B1F3B"/>
                </a:solidFill>
                <a:latin typeface="Calibri"/>
              </a:rPr>
              <a:t>A random split can look strong while performance drops on an unseen map.</a:t>
            </a:r>
          </a:p>
        </p:txBody>
      </p:sp>
      <p:sp>
        <p:nvSpPr>
          <p:cNvPr id="11" name="Rounded Rectangle 10"/>
          <p:cNvSpPr/>
          <p:nvPr/>
        </p:nvSpPr>
        <p:spPr>
          <a:xfrm>
            <a:off x="914400" y="3730752"/>
            <a:ext cx="10287000" cy="713232"/>
          </a:xfrm>
          <a:prstGeom prst="rect">
            <a:avLst/>
          </a:prstGeom>
          <a:solidFill>
            <a:srgbClr val="E0F1ED"/>
          </a:solidFill>
          <a:ln w="11430">
            <a:solidFill>
              <a:srgbClr val="1B1F3B"/>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12" name="TextBox 11"/>
          <p:cNvSpPr txBox="1"/>
          <p:nvPr/>
        </p:nvSpPr>
        <p:spPr>
          <a:xfrm>
            <a:off x="1115568" y="3922886"/>
            <a:ext cx="2011680" cy="292388"/>
          </a:xfrm>
          <a:prstGeom prst="rect">
            <a:avLst/>
          </a:prstGeom>
          <a:noFill/>
        </p:spPr>
        <p:txBody>
          <a:bodyPr wrap="square" lIns="54864" tIns="22860" rIns="54864" bIns="22860" anchor="ctr">
            <a:spAutoFit/>
          </a:bodyPr>
          <a:lstStyle/>
          <a:p>
            <a:pPr defTabSz="1219170">
              <a:spcAft>
                <a:spcPts val="300"/>
              </a:spcAft>
            </a:pPr>
            <a:r>
              <a:rPr sz="1600" b="1">
                <a:solidFill>
                  <a:srgbClr val="1B1F3B"/>
                </a:solidFill>
                <a:latin typeface="Calibri"/>
              </a:rPr>
              <a:t>Probabilities</a:t>
            </a:r>
          </a:p>
        </p:txBody>
      </p:sp>
      <p:sp>
        <p:nvSpPr>
          <p:cNvPr id="13" name="TextBox 12"/>
          <p:cNvSpPr txBox="1"/>
          <p:nvPr/>
        </p:nvSpPr>
        <p:spPr>
          <a:xfrm>
            <a:off x="3182112" y="3938275"/>
            <a:ext cx="7680960" cy="261610"/>
          </a:xfrm>
          <a:prstGeom prst="rect">
            <a:avLst/>
          </a:prstGeom>
          <a:noFill/>
        </p:spPr>
        <p:txBody>
          <a:bodyPr wrap="square" lIns="54864" tIns="22860" rIns="54864" bIns="22860" anchor="ctr">
            <a:spAutoFit/>
          </a:bodyPr>
          <a:lstStyle/>
          <a:p>
            <a:pPr defTabSz="1219170">
              <a:spcAft>
                <a:spcPts val="300"/>
              </a:spcAft>
            </a:pPr>
            <a:r>
              <a:rPr sz="1400">
                <a:solidFill>
                  <a:srgbClr val="1B1F3B"/>
                </a:solidFill>
                <a:latin typeface="Calibri"/>
              </a:rPr>
              <a:t>A score of 0.30 is useful only if probabilities are checked for calibration.</a:t>
            </a:r>
          </a:p>
        </p:txBody>
      </p:sp>
      <p:sp>
        <p:nvSpPr>
          <p:cNvPr id="14" name="Rounded Rectangle 13"/>
          <p:cNvSpPr/>
          <p:nvPr/>
        </p:nvSpPr>
        <p:spPr>
          <a:xfrm>
            <a:off x="914400" y="4645152"/>
            <a:ext cx="10287000" cy="713232"/>
          </a:xfrm>
          <a:prstGeom prst="rect">
            <a:avLst/>
          </a:prstGeom>
          <a:solidFill>
            <a:srgbClr val="FBE5E5"/>
          </a:solidFill>
          <a:ln w="11430">
            <a:solidFill>
              <a:srgbClr val="1B1F3B"/>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15" name="TextBox 14"/>
          <p:cNvSpPr txBox="1"/>
          <p:nvPr/>
        </p:nvSpPr>
        <p:spPr>
          <a:xfrm>
            <a:off x="1115568" y="4837287"/>
            <a:ext cx="2011680" cy="292388"/>
          </a:xfrm>
          <a:prstGeom prst="rect">
            <a:avLst/>
          </a:prstGeom>
          <a:noFill/>
        </p:spPr>
        <p:txBody>
          <a:bodyPr wrap="square" lIns="54864" tIns="22860" rIns="54864" bIns="22860" anchor="ctr">
            <a:spAutoFit/>
          </a:bodyPr>
          <a:lstStyle/>
          <a:p>
            <a:pPr defTabSz="1219170">
              <a:spcAft>
                <a:spcPts val="300"/>
              </a:spcAft>
            </a:pPr>
            <a:r>
              <a:rPr sz="1600" b="1">
                <a:solidFill>
                  <a:srgbClr val="1B1F3B"/>
                </a:solidFill>
                <a:latin typeface="Calibri"/>
              </a:rPr>
              <a:t>Feature importance</a:t>
            </a:r>
          </a:p>
        </p:txBody>
      </p:sp>
      <p:sp>
        <p:nvSpPr>
          <p:cNvPr id="16" name="TextBox 15"/>
          <p:cNvSpPr txBox="1"/>
          <p:nvPr/>
        </p:nvSpPr>
        <p:spPr>
          <a:xfrm>
            <a:off x="3182112" y="4852675"/>
            <a:ext cx="7680960" cy="261610"/>
          </a:xfrm>
          <a:prstGeom prst="rect">
            <a:avLst/>
          </a:prstGeom>
          <a:noFill/>
        </p:spPr>
        <p:txBody>
          <a:bodyPr wrap="square" lIns="54864" tIns="22860" rIns="54864" bIns="22860" anchor="ctr">
            <a:spAutoFit/>
          </a:bodyPr>
          <a:lstStyle/>
          <a:p>
            <a:pPr defTabSz="1219170">
              <a:spcAft>
                <a:spcPts val="300"/>
              </a:spcAft>
            </a:pPr>
            <a:r>
              <a:rPr sz="1400">
                <a:solidFill>
                  <a:srgbClr val="1B1F3B"/>
                </a:solidFill>
                <a:latin typeface="Calibri"/>
              </a:rPr>
              <a:t>Importance shows model reliance, not proof that a feature causes congestion.</a:t>
            </a:r>
          </a:p>
        </p:txBody>
      </p:sp>
      <p:sp>
        <p:nvSpPr>
          <p:cNvPr id="17" name="TextBox 16"/>
          <p:cNvSpPr txBox="1"/>
          <p:nvPr/>
        </p:nvSpPr>
        <p:spPr>
          <a:xfrm>
            <a:off x="914400" y="5824839"/>
            <a:ext cx="10287000" cy="292388"/>
          </a:xfrm>
          <a:prstGeom prst="rect">
            <a:avLst/>
          </a:prstGeom>
          <a:noFill/>
        </p:spPr>
        <p:txBody>
          <a:bodyPr wrap="square" lIns="54864" tIns="22860" rIns="54864" bIns="22860" anchor="ctr">
            <a:spAutoFit/>
          </a:bodyPr>
          <a:lstStyle/>
          <a:p>
            <a:pPr algn="ctr" defTabSz="1219170">
              <a:spcAft>
                <a:spcPts val="300"/>
              </a:spcAft>
            </a:pPr>
            <a:r>
              <a:rPr sz="1600" b="1">
                <a:solidFill>
                  <a:srgbClr val="1B1F3B"/>
                </a:solidFill>
                <a:latin typeface="Calibri"/>
              </a:rPr>
              <a:t>Next steps: test on held-out maps, inspect class-wise errors, and validate probability thresholds.</a:t>
            </a:r>
          </a:p>
        </p:txBody>
      </p:sp>
    </p:spTree>
    <p:extLst>
      <p:ext uri="{BB962C8B-B14F-4D97-AF65-F5344CB8AC3E}">
        <p14:creationId xmlns:p14="http://schemas.microsoft.com/office/powerpoint/2010/main" val="14290228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ctangle 25"/>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2" name="TextBox 1"/>
          <p:cNvSpPr txBox="1"/>
          <p:nvPr/>
        </p:nvSpPr>
        <p:spPr>
          <a:xfrm>
            <a:off x="731520" y="365760"/>
            <a:ext cx="10728960" cy="853440"/>
          </a:xfrm>
          <a:prstGeom prst="rect">
            <a:avLst/>
          </a:prstGeom>
          <a:noFill/>
        </p:spPr>
        <p:txBody>
          <a:bodyPr wrap="square" lIns="0" tIns="0" rIns="0" bIns="0" anchor="ctr">
            <a:noAutofit/>
          </a:bodyPr>
          <a:lstStyle/>
          <a:p>
            <a:pPr defTabSz="1219170">
              <a:spcAft>
                <a:spcPts val="300"/>
              </a:spcAft>
            </a:pPr>
            <a:r>
              <a:rPr sz="3733" b="1">
                <a:solidFill>
                  <a:srgbClr val="1B1F3B"/>
                </a:solidFill>
                <a:latin typeface="Calibri"/>
              </a:rPr>
              <a:t>Key takeaways</a:t>
            </a:r>
          </a:p>
        </p:txBody>
      </p:sp>
      <p:sp>
        <p:nvSpPr>
          <p:cNvPr id="3" name="TextBox 2"/>
          <p:cNvSpPr txBox="1"/>
          <p:nvPr/>
        </p:nvSpPr>
        <p:spPr>
          <a:xfrm>
            <a:off x="841248" y="1233468"/>
            <a:ext cx="10698480" cy="312843"/>
          </a:xfrm>
          <a:prstGeom prst="rect">
            <a:avLst/>
          </a:prstGeom>
          <a:noFill/>
        </p:spPr>
        <p:txBody>
          <a:bodyPr wrap="square" lIns="54864" tIns="22860" rIns="54864" bIns="22860" anchor="ctr">
            <a:spAutoFit/>
          </a:bodyPr>
          <a:lstStyle/>
          <a:p>
            <a:pPr defTabSz="1219170">
              <a:spcAft>
                <a:spcPts val="300"/>
              </a:spcAft>
            </a:pPr>
            <a:r>
              <a:rPr sz="1733">
                <a:solidFill>
                  <a:srgbClr val="4A4F6A"/>
                </a:solidFill>
                <a:latin typeface="Calibri"/>
              </a:rPr>
              <a:t>A quick recap before questions.</a:t>
            </a:r>
          </a:p>
        </p:txBody>
      </p:sp>
      <p:sp>
        <p:nvSpPr>
          <p:cNvPr id="4" name="TextBox 3"/>
          <p:cNvSpPr txBox="1"/>
          <p:nvPr/>
        </p:nvSpPr>
        <p:spPr>
          <a:xfrm>
            <a:off x="841248" y="6460203"/>
            <a:ext cx="10515600" cy="210379"/>
          </a:xfrm>
          <a:prstGeom prst="rect">
            <a:avLst/>
          </a:prstGeom>
          <a:noFill/>
        </p:spPr>
        <p:txBody>
          <a:bodyPr wrap="square" lIns="54864" tIns="22860" rIns="54864" bIns="22860" anchor="ctr">
            <a:spAutoFit/>
          </a:bodyPr>
          <a:lstStyle/>
          <a:p>
            <a:pPr defTabSz="1219170">
              <a:spcAft>
                <a:spcPts val="300"/>
              </a:spcAft>
            </a:pPr>
            <a:r>
              <a:rPr sz="1067" b="1">
                <a:solidFill>
                  <a:srgbClr val="8A8FA8"/>
                </a:solidFill>
                <a:latin typeface="Calibri"/>
              </a:rPr>
              <a:t>PROJECT RUSH HOUR  ·  ML FOUNDATIONS</a:t>
            </a:r>
          </a:p>
        </p:txBody>
      </p:sp>
      <p:sp>
        <p:nvSpPr>
          <p:cNvPr id="5" name="Oval 4"/>
          <p:cNvSpPr/>
          <p:nvPr/>
        </p:nvSpPr>
        <p:spPr>
          <a:xfrm>
            <a:off x="1024128" y="1810512"/>
            <a:ext cx="438912" cy="438912"/>
          </a:xfrm>
          <a:prstGeom prst="ellipse">
            <a:avLst/>
          </a:prstGeom>
          <a:solidFill>
            <a:srgbClr val="1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6" name="TextBox 5"/>
          <p:cNvSpPr txBox="1"/>
          <p:nvPr/>
        </p:nvSpPr>
        <p:spPr>
          <a:xfrm>
            <a:off x="1024128" y="1924778"/>
            <a:ext cx="438912" cy="210379"/>
          </a:xfrm>
          <a:prstGeom prst="rect">
            <a:avLst/>
          </a:prstGeom>
          <a:noFill/>
        </p:spPr>
        <p:txBody>
          <a:bodyPr wrap="square" lIns="9144" tIns="22860" rIns="9144" bIns="22860" anchor="ctr">
            <a:spAutoFit/>
          </a:bodyPr>
          <a:lstStyle/>
          <a:p>
            <a:pPr algn="ctr" defTabSz="1219170">
              <a:spcAft>
                <a:spcPts val="300"/>
              </a:spcAft>
            </a:pPr>
            <a:r>
              <a:rPr sz="1067" b="1">
                <a:solidFill>
                  <a:srgbClr val="FFFFFF"/>
                </a:solidFill>
                <a:latin typeface="Calibri"/>
              </a:rPr>
              <a:t>01</a:t>
            </a:r>
          </a:p>
        </p:txBody>
      </p:sp>
      <p:sp>
        <p:nvSpPr>
          <p:cNvPr id="7" name="TextBox 6"/>
          <p:cNvSpPr txBox="1"/>
          <p:nvPr/>
        </p:nvSpPr>
        <p:spPr>
          <a:xfrm>
            <a:off x="1691640" y="1804967"/>
            <a:ext cx="2514600" cy="312843"/>
          </a:xfrm>
          <a:prstGeom prst="rect">
            <a:avLst/>
          </a:prstGeom>
          <a:noFill/>
        </p:spPr>
        <p:txBody>
          <a:bodyPr wrap="square" lIns="54864" tIns="22860" rIns="54864" bIns="22860" anchor="ctr">
            <a:spAutoFit/>
          </a:bodyPr>
          <a:lstStyle/>
          <a:p>
            <a:pPr defTabSz="1219170">
              <a:spcAft>
                <a:spcPts val="300"/>
              </a:spcAft>
            </a:pPr>
            <a:r>
              <a:rPr sz="1733" b="1">
                <a:solidFill>
                  <a:srgbClr val="1B1F3B"/>
                </a:solidFill>
                <a:latin typeface="Calibri"/>
              </a:rPr>
              <a:t>Learn from examples</a:t>
            </a:r>
          </a:p>
        </p:txBody>
      </p:sp>
      <p:sp>
        <p:nvSpPr>
          <p:cNvPr id="8" name="TextBox 7"/>
          <p:cNvSpPr txBox="1"/>
          <p:nvPr/>
        </p:nvSpPr>
        <p:spPr>
          <a:xfrm>
            <a:off x="4315968" y="1848281"/>
            <a:ext cx="6629400" cy="271934"/>
          </a:xfrm>
          <a:prstGeom prst="rect">
            <a:avLst/>
          </a:prstGeom>
          <a:noFill/>
        </p:spPr>
        <p:txBody>
          <a:bodyPr wrap="square" lIns="54864" tIns="22860" rIns="54864" bIns="22860" anchor="ctr">
            <a:spAutoFit/>
          </a:bodyPr>
          <a:lstStyle/>
          <a:p>
            <a:pPr defTabSz="1219170">
              <a:spcAft>
                <a:spcPts val="300"/>
              </a:spcAft>
            </a:pPr>
            <a:r>
              <a:rPr sz="1467">
                <a:solidFill>
                  <a:srgbClr val="1B1F3B"/>
                </a:solidFill>
                <a:latin typeface="Calibri"/>
              </a:rPr>
              <a:t>Features in; traffic class out.</a:t>
            </a:r>
          </a:p>
        </p:txBody>
      </p:sp>
      <p:sp>
        <p:nvSpPr>
          <p:cNvPr id="9" name="Oval 8"/>
          <p:cNvSpPr/>
          <p:nvPr/>
        </p:nvSpPr>
        <p:spPr>
          <a:xfrm>
            <a:off x="1024128" y="2642616"/>
            <a:ext cx="438912" cy="438912"/>
          </a:xfrm>
          <a:prstGeom prst="ellipse">
            <a:avLst/>
          </a:prstGeom>
          <a:solidFill>
            <a:srgbClr val="F2A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10" name="TextBox 9"/>
          <p:cNvSpPr txBox="1"/>
          <p:nvPr/>
        </p:nvSpPr>
        <p:spPr>
          <a:xfrm>
            <a:off x="1024128" y="2756882"/>
            <a:ext cx="438912" cy="210379"/>
          </a:xfrm>
          <a:prstGeom prst="rect">
            <a:avLst/>
          </a:prstGeom>
          <a:noFill/>
        </p:spPr>
        <p:txBody>
          <a:bodyPr wrap="square" lIns="9144" tIns="22860" rIns="9144" bIns="22860" anchor="ctr">
            <a:spAutoFit/>
          </a:bodyPr>
          <a:lstStyle/>
          <a:p>
            <a:pPr algn="ctr" defTabSz="1219170">
              <a:spcAft>
                <a:spcPts val="300"/>
              </a:spcAft>
            </a:pPr>
            <a:r>
              <a:rPr sz="1067" b="1">
                <a:solidFill>
                  <a:srgbClr val="FFFFFF"/>
                </a:solidFill>
                <a:latin typeface="Calibri"/>
              </a:rPr>
              <a:t>02</a:t>
            </a:r>
          </a:p>
        </p:txBody>
      </p:sp>
      <p:sp>
        <p:nvSpPr>
          <p:cNvPr id="11" name="TextBox 10"/>
          <p:cNvSpPr txBox="1"/>
          <p:nvPr/>
        </p:nvSpPr>
        <p:spPr>
          <a:xfrm>
            <a:off x="1691640" y="2637070"/>
            <a:ext cx="2514600" cy="312843"/>
          </a:xfrm>
          <a:prstGeom prst="rect">
            <a:avLst/>
          </a:prstGeom>
          <a:noFill/>
        </p:spPr>
        <p:txBody>
          <a:bodyPr wrap="square" lIns="54864" tIns="22860" rIns="54864" bIns="22860" anchor="ctr">
            <a:spAutoFit/>
          </a:bodyPr>
          <a:lstStyle/>
          <a:p>
            <a:pPr defTabSz="1219170">
              <a:spcAft>
                <a:spcPts val="300"/>
              </a:spcAft>
            </a:pPr>
            <a:r>
              <a:rPr sz="1733" b="1">
                <a:solidFill>
                  <a:srgbClr val="1B1F3B"/>
                </a:solidFill>
                <a:latin typeface="Calibri"/>
              </a:rPr>
              <a:t>Trees split the data</a:t>
            </a:r>
          </a:p>
        </p:txBody>
      </p:sp>
      <p:sp>
        <p:nvSpPr>
          <p:cNvPr id="12" name="TextBox 11"/>
          <p:cNvSpPr txBox="1"/>
          <p:nvPr/>
        </p:nvSpPr>
        <p:spPr>
          <a:xfrm>
            <a:off x="4315968" y="2680385"/>
            <a:ext cx="6629400" cy="271934"/>
          </a:xfrm>
          <a:prstGeom prst="rect">
            <a:avLst/>
          </a:prstGeom>
          <a:noFill/>
        </p:spPr>
        <p:txBody>
          <a:bodyPr wrap="square" lIns="54864" tIns="22860" rIns="54864" bIns="22860" anchor="ctr">
            <a:spAutoFit/>
          </a:bodyPr>
          <a:lstStyle/>
          <a:p>
            <a:pPr defTabSz="1219170">
              <a:spcAft>
                <a:spcPts val="300"/>
              </a:spcAft>
            </a:pPr>
            <a:r>
              <a:rPr sz="1467">
                <a:solidFill>
                  <a:srgbClr val="1B1F3B"/>
                </a:solidFill>
                <a:latin typeface="Calibri"/>
              </a:rPr>
              <a:t>Gini helps compare candidate questions.</a:t>
            </a:r>
          </a:p>
        </p:txBody>
      </p:sp>
      <p:sp>
        <p:nvSpPr>
          <p:cNvPr id="13" name="Oval 12"/>
          <p:cNvSpPr/>
          <p:nvPr/>
        </p:nvSpPr>
        <p:spPr>
          <a:xfrm>
            <a:off x="1024128" y="3474720"/>
            <a:ext cx="438912" cy="438912"/>
          </a:xfrm>
          <a:prstGeom prst="ellipse">
            <a:avLst/>
          </a:prstGeom>
          <a:solidFill>
            <a:srgbClr val="3BA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14" name="TextBox 13"/>
          <p:cNvSpPr txBox="1"/>
          <p:nvPr/>
        </p:nvSpPr>
        <p:spPr>
          <a:xfrm>
            <a:off x="1024128" y="3588986"/>
            <a:ext cx="438912" cy="210379"/>
          </a:xfrm>
          <a:prstGeom prst="rect">
            <a:avLst/>
          </a:prstGeom>
          <a:noFill/>
        </p:spPr>
        <p:txBody>
          <a:bodyPr wrap="square" lIns="9144" tIns="22860" rIns="9144" bIns="22860" anchor="ctr">
            <a:spAutoFit/>
          </a:bodyPr>
          <a:lstStyle/>
          <a:p>
            <a:pPr algn="ctr" defTabSz="1219170">
              <a:spcAft>
                <a:spcPts val="300"/>
              </a:spcAft>
            </a:pPr>
            <a:r>
              <a:rPr sz="1067" b="1">
                <a:solidFill>
                  <a:srgbClr val="FFFFFF"/>
                </a:solidFill>
                <a:latin typeface="Calibri"/>
              </a:rPr>
              <a:t>03</a:t>
            </a:r>
          </a:p>
        </p:txBody>
      </p:sp>
      <p:sp>
        <p:nvSpPr>
          <p:cNvPr id="15" name="TextBox 14"/>
          <p:cNvSpPr txBox="1"/>
          <p:nvPr/>
        </p:nvSpPr>
        <p:spPr>
          <a:xfrm>
            <a:off x="1691640" y="3469175"/>
            <a:ext cx="2514600" cy="312843"/>
          </a:xfrm>
          <a:prstGeom prst="rect">
            <a:avLst/>
          </a:prstGeom>
          <a:noFill/>
        </p:spPr>
        <p:txBody>
          <a:bodyPr wrap="square" lIns="54864" tIns="22860" rIns="54864" bIns="22860" anchor="ctr">
            <a:spAutoFit/>
          </a:bodyPr>
          <a:lstStyle/>
          <a:p>
            <a:pPr defTabSz="1219170">
              <a:spcAft>
                <a:spcPts val="300"/>
              </a:spcAft>
            </a:pPr>
            <a:r>
              <a:rPr sz="1733" b="1">
                <a:solidFill>
                  <a:srgbClr val="1B1F3B"/>
                </a:solidFill>
                <a:latin typeface="Calibri"/>
              </a:rPr>
              <a:t>Forests combine votes</a:t>
            </a:r>
          </a:p>
        </p:txBody>
      </p:sp>
      <p:sp>
        <p:nvSpPr>
          <p:cNvPr id="16" name="TextBox 15"/>
          <p:cNvSpPr txBox="1"/>
          <p:nvPr/>
        </p:nvSpPr>
        <p:spPr>
          <a:xfrm>
            <a:off x="4315968" y="3512489"/>
            <a:ext cx="6629400" cy="271934"/>
          </a:xfrm>
          <a:prstGeom prst="rect">
            <a:avLst/>
          </a:prstGeom>
          <a:noFill/>
        </p:spPr>
        <p:txBody>
          <a:bodyPr wrap="square" lIns="54864" tIns="22860" rIns="54864" bIns="22860" anchor="ctr">
            <a:spAutoFit/>
          </a:bodyPr>
          <a:lstStyle/>
          <a:p>
            <a:pPr defTabSz="1219170">
              <a:spcAft>
                <a:spcPts val="300"/>
              </a:spcAft>
            </a:pPr>
            <a:r>
              <a:rPr sz="1467">
                <a:solidFill>
                  <a:srgbClr val="1B1F3B"/>
                </a:solidFill>
                <a:latin typeface="Calibri"/>
              </a:rPr>
              <a:t>One-hot encoding represents categories as numbers.</a:t>
            </a:r>
          </a:p>
        </p:txBody>
      </p:sp>
      <p:sp>
        <p:nvSpPr>
          <p:cNvPr id="17" name="Oval 16"/>
          <p:cNvSpPr/>
          <p:nvPr/>
        </p:nvSpPr>
        <p:spPr>
          <a:xfrm>
            <a:off x="1024128" y="4306824"/>
            <a:ext cx="438912" cy="438912"/>
          </a:xfrm>
          <a:prstGeom prst="ellipse">
            <a:avLst/>
          </a:prstGeom>
          <a:solidFill>
            <a:srgbClr val="F2A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18" name="TextBox 17"/>
          <p:cNvSpPr txBox="1"/>
          <p:nvPr/>
        </p:nvSpPr>
        <p:spPr>
          <a:xfrm>
            <a:off x="1024128" y="4421090"/>
            <a:ext cx="438912" cy="210379"/>
          </a:xfrm>
          <a:prstGeom prst="rect">
            <a:avLst/>
          </a:prstGeom>
          <a:noFill/>
        </p:spPr>
        <p:txBody>
          <a:bodyPr wrap="square" lIns="9144" tIns="22860" rIns="9144" bIns="22860" anchor="ctr">
            <a:spAutoFit/>
          </a:bodyPr>
          <a:lstStyle/>
          <a:p>
            <a:pPr algn="ctr" defTabSz="1219170">
              <a:spcAft>
                <a:spcPts val="300"/>
              </a:spcAft>
            </a:pPr>
            <a:r>
              <a:rPr sz="1067" b="1">
                <a:solidFill>
                  <a:srgbClr val="FFFFFF"/>
                </a:solidFill>
                <a:latin typeface="Calibri"/>
              </a:rPr>
              <a:t>04</a:t>
            </a:r>
          </a:p>
        </p:txBody>
      </p:sp>
      <p:sp>
        <p:nvSpPr>
          <p:cNvPr id="19" name="TextBox 18"/>
          <p:cNvSpPr txBox="1"/>
          <p:nvPr/>
        </p:nvSpPr>
        <p:spPr>
          <a:xfrm>
            <a:off x="1691640" y="4301278"/>
            <a:ext cx="2514600" cy="312843"/>
          </a:xfrm>
          <a:prstGeom prst="rect">
            <a:avLst/>
          </a:prstGeom>
          <a:noFill/>
        </p:spPr>
        <p:txBody>
          <a:bodyPr wrap="square" lIns="54864" tIns="22860" rIns="54864" bIns="22860" anchor="ctr">
            <a:spAutoFit/>
          </a:bodyPr>
          <a:lstStyle/>
          <a:p>
            <a:pPr defTabSz="1219170">
              <a:spcAft>
                <a:spcPts val="300"/>
              </a:spcAft>
            </a:pPr>
            <a:r>
              <a:rPr sz="1733" b="1">
                <a:solidFill>
                  <a:srgbClr val="1B1F3B"/>
                </a:solidFill>
                <a:latin typeface="Calibri"/>
              </a:rPr>
              <a:t>Test honestly</a:t>
            </a:r>
          </a:p>
        </p:txBody>
      </p:sp>
      <p:sp>
        <p:nvSpPr>
          <p:cNvPr id="20" name="TextBox 19"/>
          <p:cNvSpPr txBox="1"/>
          <p:nvPr/>
        </p:nvSpPr>
        <p:spPr>
          <a:xfrm>
            <a:off x="4315968" y="4344593"/>
            <a:ext cx="6629400" cy="271934"/>
          </a:xfrm>
          <a:prstGeom prst="rect">
            <a:avLst/>
          </a:prstGeom>
          <a:noFill/>
        </p:spPr>
        <p:txBody>
          <a:bodyPr wrap="square" lIns="54864" tIns="22860" rIns="54864" bIns="22860" anchor="ctr">
            <a:spAutoFit/>
          </a:bodyPr>
          <a:lstStyle/>
          <a:p>
            <a:pPr defTabSz="1219170">
              <a:spcAft>
                <a:spcPts val="300"/>
              </a:spcAft>
            </a:pPr>
            <a:r>
              <a:rPr sz="1467">
                <a:solidFill>
                  <a:srgbClr val="1B1F3B"/>
                </a:solidFill>
                <a:latin typeface="Calibri"/>
              </a:rPr>
              <a:t>Hold out whole maps to reduce leakage.</a:t>
            </a:r>
          </a:p>
        </p:txBody>
      </p:sp>
      <p:sp>
        <p:nvSpPr>
          <p:cNvPr id="21" name="Oval 20"/>
          <p:cNvSpPr/>
          <p:nvPr/>
        </p:nvSpPr>
        <p:spPr>
          <a:xfrm>
            <a:off x="1024128" y="5138928"/>
            <a:ext cx="438912" cy="438912"/>
          </a:xfrm>
          <a:prstGeom prst="ellipse">
            <a:avLst/>
          </a:prstGeom>
          <a:solidFill>
            <a:srgbClr val="1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a:solidFill>
                <a:srgbClr val="FFFFFF"/>
              </a:solidFill>
              <a:latin typeface="Calibri"/>
            </a:endParaRPr>
          </a:p>
        </p:txBody>
      </p:sp>
      <p:sp>
        <p:nvSpPr>
          <p:cNvPr id="22" name="TextBox 21"/>
          <p:cNvSpPr txBox="1"/>
          <p:nvPr/>
        </p:nvSpPr>
        <p:spPr>
          <a:xfrm>
            <a:off x="1024128" y="5253194"/>
            <a:ext cx="438912" cy="210379"/>
          </a:xfrm>
          <a:prstGeom prst="rect">
            <a:avLst/>
          </a:prstGeom>
          <a:noFill/>
        </p:spPr>
        <p:txBody>
          <a:bodyPr wrap="square" lIns="9144" tIns="22860" rIns="9144" bIns="22860" anchor="ctr">
            <a:spAutoFit/>
          </a:bodyPr>
          <a:lstStyle/>
          <a:p>
            <a:pPr algn="ctr" defTabSz="1219170">
              <a:spcAft>
                <a:spcPts val="300"/>
              </a:spcAft>
            </a:pPr>
            <a:r>
              <a:rPr sz="1067" b="1">
                <a:solidFill>
                  <a:srgbClr val="FFFFFF"/>
                </a:solidFill>
                <a:latin typeface="Calibri"/>
              </a:rPr>
              <a:t>05</a:t>
            </a:r>
          </a:p>
        </p:txBody>
      </p:sp>
      <p:sp>
        <p:nvSpPr>
          <p:cNvPr id="23" name="TextBox 22"/>
          <p:cNvSpPr txBox="1"/>
          <p:nvPr/>
        </p:nvSpPr>
        <p:spPr>
          <a:xfrm>
            <a:off x="1691640" y="5133383"/>
            <a:ext cx="2514600" cy="312843"/>
          </a:xfrm>
          <a:prstGeom prst="rect">
            <a:avLst/>
          </a:prstGeom>
          <a:noFill/>
        </p:spPr>
        <p:txBody>
          <a:bodyPr wrap="square" lIns="54864" tIns="22860" rIns="54864" bIns="22860" anchor="ctr">
            <a:spAutoFit/>
          </a:bodyPr>
          <a:lstStyle/>
          <a:p>
            <a:pPr defTabSz="1219170">
              <a:spcAft>
                <a:spcPts val="300"/>
              </a:spcAft>
            </a:pPr>
            <a:r>
              <a:rPr sz="1733" b="1">
                <a:solidFill>
                  <a:srgbClr val="1B1F3B"/>
                </a:solidFill>
                <a:latin typeface="Calibri"/>
              </a:rPr>
              <a:t>Connect ML to routing</a:t>
            </a:r>
          </a:p>
        </p:txBody>
      </p:sp>
      <p:sp>
        <p:nvSpPr>
          <p:cNvPr id="24" name="TextBox 23"/>
          <p:cNvSpPr txBox="1"/>
          <p:nvPr/>
        </p:nvSpPr>
        <p:spPr>
          <a:xfrm>
            <a:off x="4315968" y="5176698"/>
            <a:ext cx="6629400" cy="271934"/>
          </a:xfrm>
          <a:prstGeom prst="rect">
            <a:avLst/>
          </a:prstGeom>
          <a:noFill/>
        </p:spPr>
        <p:txBody>
          <a:bodyPr wrap="square" lIns="54864" tIns="22860" rIns="54864" bIns="22860" anchor="ctr">
            <a:spAutoFit/>
          </a:bodyPr>
          <a:lstStyle/>
          <a:p>
            <a:pPr defTabSz="1219170">
              <a:spcAft>
                <a:spcPts val="300"/>
              </a:spcAft>
            </a:pPr>
            <a:r>
              <a:rPr sz="1467">
                <a:solidFill>
                  <a:srgbClr val="1B1F3B"/>
                </a:solidFill>
                <a:latin typeface="Calibri"/>
              </a:rPr>
              <a:t>Use probabilities carefully and measure the mistakes that matter.</a:t>
            </a:r>
          </a:p>
        </p:txBody>
      </p:sp>
      <p:sp>
        <p:nvSpPr>
          <p:cNvPr id="25" name="TextBox 24"/>
          <p:cNvSpPr txBox="1"/>
          <p:nvPr/>
        </p:nvSpPr>
        <p:spPr>
          <a:xfrm>
            <a:off x="1005840" y="6040950"/>
            <a:ext cx="10058400" cy="353943"/>
          </a:xfrm>
          <a:prstGeom prst="rect">
            <a:avLst/>
          </a:prstGeom>
          <a:noFill/>
        </p:spPr>
        <p:txBody>
          <a:bodyPr wrap="square" lIns="54864" tIns="22860" rIns="54864" bIns="22860" anchor="ctr">
            <a:spAutoFit/>
          </a:bodyPr>
          <a:lstStyle/>
          <a:p>
            <a:pPr algn="ctr" defTabSz="1219170">
              <a:spcAft>
                <a:spcPts val="300"/>
              </a:spcAft>
            </a:pPr>
            <a:r>
              <a:rPr sz="2000" b="1">
                <a:solidFill>
                  <a:srgbClr val="F2A33A"/>
                </a:solidFill>
                <a:latin typeface="Calibri"/>
              </a:rPr>
              <a:t>Questions?</a:t>
            </a:r>
          </a:p>
        </p:txBody>
      </p:sp>
    </p:spTree>
    <p:extLst>
      <p:ext uri="{BB962C8B-B14F-4D97-AF65-F5344CB8AC3E}">
        <p14:creationId xmlns:p14="http://schemas.microsoft.com/office/powerpoint/2010/main" val="40140491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731520" y="1946005"/>
            <a:ext cx="6400000" cy="1097280"/>
          </a:xfrm>
          <a:prstGeom prst="rect">
            <a:avLst/>
          </a:prstGeom>
          <a:noFill/>
          <a:ln>
            <a:noFill/>
          </a:ln>
        </p:spPr>
        <p:txBody>
          <a:bodyPr spcFirstLastPara="1" wrap="square" lIns="0" tIns="0" rIns="0" bIns="0" rtlCol="0" anchor="ctr" anchorCtr="0">
            <a:noAutofit/>
          </a:bodyPr>
          <a:lstStyle/>
          <a:p>
            <a:r>
              <a:rPr lang="en-US" sz="5333" dirty="0">
                <a:solidFill>
                  <a:srgbClr val="FFFFFF"/>
                </a:solidFill>
              </a:rPr>
              <a:t>How to evaluate the model</a:t>
            </a:r>
            <a:endParaRPr dirty="0"/>
          </a:p>
        </p:txBody>
      </p:sp>
      <p:sp>
        <p:nvSpPr>
          <p:cNvPr id="42" name="Google Shape;42;p8"/>
          <p:cNvSpPr txBox="1"/>
          <p:nvPr/>
        </p:nvSpPr>
        <p:spPr>
          <a:xfrm>
            <a:off x="731520" y="3657600"/>
            <a:ext cx="6400000" cy="609600"/>
          </a:xfrm>
          <a:prstGeom prst="rect">
            <a:avLst/>
          </a:prstGeom>
          <a:noFill/>
          <a:ln>
            <a:noFill/>
          </a:ln>
        </p:spPr>
        <p:txBody>
          <a:bodyPr spcFirstLastPara="1" wrap="square" lIns="0" tIns="0" rIns="0" bIns="0" anchor="ctr" anchorCtr="0">
            <a:noAutofit/>
          </a:bodyPr>
          <a:lstStyle/>
          <a:p>
            <a:pPr>
              <a:buClr>
                <a:schemeClr val="accent5"/>
              </a:buClr>
              <a:buSzPts val="2400"/>
            </a:pPr>
            <a:r>
              <a:rPr lang="en-US" sz="2667" dirty="0">
                <a:solidFill>
                  <a:srgbClr val="C9CEF2"/>
                </a:solidFill>
                <a:latin typeface="Calibri"/>
                <a:ea typeface="Calibri"/>
                <a:cs typeface="Calibri"/>
                <a:sym typeface="Calibri"/>
              </a:rPr>
              <a:t>Accuracy, Confusion matrix, precision, recall, F1 and error analysis</a:t>
            </a:r>
            <a:endParaRPr sz="2400" dirty="0">
              <a:solidFill>
                <a:schemeClr val="dk1"/>
              </a:solidFill>
              <a:latin typeface="Calibri"/>
              <a:ea typeface="Calibri"/>
              <a:cs typeface="Calibri"/>
              <a:sym typeface="Calibri"/>
            </a:endParaRPr>
          </a:p>
        </p:txBody>
      </p:sp>
      <p:sp>
        <p:nvSpPr>
          <p:cNvPr id="43" name="Google Shape;43;p8"/>
          <p:cNvSpPr/>
          <p:nvPr/>
        </p:nvSpPr>
        <p:spPr>
          <a:xfrm>
            <a:off x="7635240" y="1490472"/>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4" name="Google Shape;44;p8"/>
          <p:cNvSpPr/>
          <p:nvPr/>
        </p:nvSpPr>
        <p:spPr>
          <a:xfrm>
            <a:off x="8202168"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5" name="Google Shape;45;p8"/>
          <p:cNvSpPr/>
          <p:nvPr/>
        </p:nvSpPr>
        <p:spPr>
          <a:xfrm>
            <a:off x="8769096"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6" name="Google Shape;46;p8"/>
          <p:cNvSpPr/>
          <p:nvPr/>
        </p:nvSpPr>
        <p:spPr>
          <a:xfrm>
            <a:off x="9336024" y="1490472"/>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7" name="Google Shape;47;p8"/>
          <p:cNvSpPr/>
          <p:nvPr/>
        </p:nvSpPr>
        <p:spPr>
          <a:xfrm>
            <a:off x="9902952" y="1490472"/>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8" name="Google Shape;48;p8"/>
          <p:cNvSpPr/>
          <p:nvPr/>
        </p:nvSpPr>
        <p:spPr>
          <a:xfrm>
            <a:off x="10469880" y="1490472"/>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9" name="Google Shape;49;p8"/>
          <p:cNvSpPr/>
          <p:nvPr/>
        </p:nvSpPr>
        <p:spPr>
          <a:xfrm>
            <a:off x="11036808"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0" name="Google Shape;50;p8"/>
          <p:cNvSpPr/>
          <p:nvPr/>
        </p:nvSpPr>
        <p:spPr>
          <a:xfrm>
            <a:off x="7635240" y="2057400"/>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1" name="Google Shape;51;p8"/>
          <p:cNvSpPr/>
          <p:nvPr/>
        </p:nvSpPr>
        <p:spPr>
          <a:xfrm>
            <a:off x="8202168"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2" name="Google Shape;52;p8"/>
          <p:cNvSpPr/>
          <p:nvPr/>
        </p:nvSpPr>
        <p:spPr>
          <a:xfrm>
            <a:off x="8769096"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3" name="Google Shape;53;p8"/>
          <p:cNvSpPr/>
          <p:nvPr/>
        </p:nvSpPr>
        <p:spPr>
          <a:xfrm>
            <a:off x="9336024"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4" name="Google Shape;54;p8"/>
          <p:cNvSpPr/>
          <p:nvPr/>
        </p:nvSpPr>
        <p:spPr>
          <a:xfrm>
            <a:off x="9902952"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5" name="Google Shape;55;p8"/>
          <p:cNvSpPr/>
          <p:nvPr/>
        </p:nvSpPr>
        <p:spPr>
          <a:xfrm>
            <a:off x="10469880"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6" name="Google Shape;56;p8"/>
          <p:cNvSpPr/>
          <p:nvPr/>
        </p:nvSpPr>
        <p:spPr>
          <a:xfrm>
            <a:off x="11036808"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7" name="Google Shape;57;p8"/>
          <p:cNvSpPr/>
          <p:nvPr/>
        </p:nvSpPr>
        <p:spPr>
          <a:xfrm>
            <a:off x="7635240"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8" name="Google Shape;58;p8"/>
          <p:cNvSpPr/>
          <p:nvPr/>
        </p:nvSpPr>
        <p:spPr>
          <a:xfrm>
            <a:off x="8202168"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9" name="Google Shape;59;p8"/>
          <p:cNvSpPr/>
          <p:nvPr/>
        </p:nvSpPr>
        <p:spPr>
          <a:xfrm>
            <a:off x="8769096"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0" name="Google Shape;60;p8"/>
          <p:cNvSpPr/>
          <p:nvPr/>
        </p:nvSpPr>
        <p:spPr>
          <a:xfrm>
            <a:off x="9336024"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1" name="Google Shape;61;p8"/>
          <p:cNvSpPr/>
          <p:nvPr/>
        </p:nvSpPr>
        <p:spPr>
          <a:xfrm>
            <a:off x="9902952" y="2624328"/>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2" name="Google Shape;62;p8"/>
          <p:cNvSpPr/>
          <p:nvPr/>
        </p:nvSpPr>
        <p:spPr>
          <a:xfrm>
            <a:off x="10469880" y="2624328"/>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3" name="Google Shape;63;p8"/>
          <p:cNvSpPr/>
          <p:nvPr/>
        </p:nvSpPr>
        <p:spPr>
          <a:xfrm>
            <a:off x="11036808" y="2624328"/>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4" name="Google Shape;64;p8"/>
          <p:cNvSpPr/>
          <p:nvPr/>
        </p:nvSpPr>
        <p:spPr>
          <a:xfrm>
            <a:off x="7635240"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5" name="Google Shape;65;p8"/>
          <p:cNvSpPr/>
          <p:nvPr/>
        </p:nvSpPr>
        <p:spPr>
          <a:xfrm>
            <a:off x="8202168"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6" name="Google Shape;66;p8"/>
          <p:cNvSpPr/>
          <p:nvPr/>
        </p:nvSpPr>
        <p:spPr>
          <a:xfrm>
            <a:off x="8769096" y="3191256"/>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7" name="Google Shape;67;p8"/>
          <p:cNvSpPr/>
          <p:nvPr/>
        </p:nvSpPr>
        <p:spPr>
          <a:xfrm>
            <a:off x="9336024"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8" name="Google Shape;68;p8"/>
          <p:cNvSpPr/>
          <p:nvPr/>
        </p:nvSpPr>
        <p:spPr>
          <a:xfrm>
            <a:off x="9902952"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9" name="Google Shape;69;p8"/>
          <p:cNvSpPr/>
          <p:nvPr/>
        </p:nvSpPr>
        <p:spPr>
          <a:xfrm>
            <a:off x="10469880" y="3191256"/>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0" name="Google Shape;70;p8"/>
          <p:cNvSpPr/>
          <p:nvPr/>
        </p:nvSpPr>
        <p:spPr>
          <a:xfrm>
            <a:off x="11036808"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1" name="Google Shape;71;p8"/>
          <p:cNvSpPr/>
          <p:nvPr/>
        </p:nvSpPr>
        <p:spPr>
          <a:xfrm>
            <a:off x="7635240"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2" name="Google Shape;72;p8"/>
          <p:cNvSpPr/>
          <p:nvPr/>
        </p:nvSpPr>
        <p:spPr>
          <a:xfrm>
            <a:off x="8202168"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3" name="Google Shape;73;p8"/>
          <p:cNvSpPr/>
          <p:nvPr/>
        </p:nvSpPr>
        <p:spPr>
          <a:xfrm>
            <a:off x="8769096" y="3758184"/>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4" name="Google Shape;74;p8"/>
          <p:cNvSpPr/>
          <p:nvPr/>
        </p:nvSpPr>
        <p:spPr>
          <a:xfrm>
            <a:off x="9336024" y="3758184"/>
            <a:ext cx="475488" cy="475488"/>
          </a:xfrm>
          <a:prstGeom prst="rect">
            <a:avLst/>
          </a:pr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5" name="Google Shape;75;p8"/>
          <p:cNvSpPr/>
          <p:nvPr/>
        </p:nvSpPr>
        <p:spPr>
          <a:xfrm>
            <a:off x="9902952" y="3758184"/>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6" name="Google Shape;76;p8"/>
          <p:cNvSpPr/>
          <p:nvPr/>
        </p:nvSpPr>
        <p:spPr>
          <a:xfrm>
            <a:off x="10469880"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7" name="Google Shape;77;p8"/>
          <p:cNvSpPr/>
          <p:nvPr/>
        </p:nvSpPr>
        <p:spPr>
          <a:xfrm>
            <a:off x="11036808" y="3758184"/>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8" name="Google Shape;78;p8"/>
          <p:cNvSpPr/>
          <p:nvPr/>
        </p:nvSpPr>
        <p:spPr>
          <a:xfrm>
            <a:off x="7635240" y="4325112"/>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9" name="Google Shape;79;p8"/>
          <p:cNvSpPr/>
          <p:nvPr/>
        </p:nvSpPr>
        <p:spPr>
          <a:xfrm>
            <a:off x="8202168"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0" name="Google Shape;80;p8"/>
          <p:cNvSpPr/>
          <p:nvPr/>
        </p:nvSpPr>
        <p:spPr>
          <a:xfrm>
            <a:off x="8769096"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1" name="Google Shape;81;p8"/>
          <p:cNvSpPr/>
          <p:nvPr/>
        </p:nvSpPr>
        <p:spPr>
          <a:xfrm>
            <a:off x="9336024"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2" name="Google Shape;82;p8"/>
          <p:cNvSpPr/>
          <p:nvPr/>
        </p:nvSpPr>
        <p:spPr>
          <a:xfrm>
            <a:off x="9902952"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3" name="Google Shape;83;p8"/>
          <p:cNvSpPr/>
          <p:nvPr/>
        </p:nvSpPr>
        <p:spPr>
          <a:xfrm>
            <a:off x="10469880"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4" name="Google Shape;84;p8"/>
          <p:cNvSpPr/>
          <p:nvPr/>
        </p:nvSpPr>
        <p:spPr>
          <a:xfrm>
            <a:off x="11036808"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5" name="Google Shape;85;p8"/>
          <p:cNvSpPr/>
          <p:nvPr/>
        </p:nvSpPr>
        <p:spPr>
          <a:xfrm>
            <a:off x="7635240"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6" name="Google Shape;86;p8"/>
          <p:cNvSpPr/>
          <p:nvPr/>
        </p:nvSpPr>
        <p:spPr>
          <a:xfrm>
            <a:off x="8202168"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7" name="Google Shape;87;p8"/>
          <p:cNvSpPr/>
          <p:nvPr/>
        </p:nvSpPr>
        <p:spPr>
          <a:xfrm>
            <a:off x="8769096"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8" name="Google Shape;88;p8"/>
          <p:cNvSpPr/>
          <p:nvPr/>
        </p:nvSpPr>
        <p:spPr>
          <a:xfrm>
            <a:off x="9336024"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9" name="Google Shape;89;p8"/>
          <p:cNvSpPr/>
          <p:nvPr/>
        </p:nvSpPr>
        <p:spPr>
          <a:xfrm>
            <a:off x="9902952" y="4892040"/>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0" name="Google Shape;90;p8"/>
          <p:cNvSpPr/>
          <p:nvPr/>
        </p:nvSpPr>
        <p:spPr>
          <a:xfrm>
            <a:off x="10469880"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1" name="Google Shape;91;p8"/>
          <p:cNvSpPr/>
          <p:nvPr/>
        </p:nvSpPr>
        <p:spPr>
          <a:xfrm>
            <a:off x="11036808"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2" name="Google Shape;92;p8"/>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30</a:t>
            </a:fld>
            <a:endParaRPr sz="1067">
              <a:solidFill>
                <a:schemeClr val="accent5"/>
              </a:solidFill>
              <a:latin typeface="Calibri"/>
              <a:ea typeface="Calibri"/>
              <a:cs typeface="Calibri"/>
              <a:sym typeface="Calibri"/>
            </a:endParaRPr>
          </a:p>
        </p:txBody>
      </p:sp>
    </p:spTree>
    <p:extLst>
      <p:ext uri="{BB962C8B-B14F-4D97-AF65-F5344CB8AC3E}">
        <p14:creationId xmlns:p14="http://schemas.microsoft.com/office/powerpoint/2010/main" val="2376782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9"/>
          <p:cNvSpPr txBox="1"/>
          <p:nvPr/>
        </p:nvSpPr>
        <p:spPr>
          <a:xfrm>
            <a:off x="731520" y="1767840"/>
            <a:ext cx="1828800" cy="487680"/>
          </a:xfrm>
          <a:prstGeom prst="rect">
            <a:avLst/>
          </a:prstGeom>
          <a:noFill/>
          <a:ln>
            <a:noFill/>
          </a:ln>
        </p:spPr>
        <p:txBody>
          <a:bodyPr spcFirstLastPara="1" wrap="square" lIns="0" tIns="0" rIns="0" bIns="0" anchor="ctr" anchorCtr="0">
            <a:noAutofit/>
          </a:bodyPr>
          <a:lstStyle/>
          <a:p>
            <a:pPr>
              <a:buClr>
                <a:schemeClr val="accent5"/>
              </a:buClr>
              <a:buSzPts val="2000"/>
            </a:pPr>
            <a:r>
              <a:rPr lang="en-US" sz="2667" b="1">
                <a:solidFill>
                  <a:srgbClr val="F2A33A"/>
                </a:solidFill>
                <a:latin typeface="Calibri"/>
                <a:ea typeface="Calibri"/>
                <a:cs typeface="Calibri"/>
                <a:sym typeface="Calibri"/>
              </a:rPr>
              <a:t>01</a:t>
            </a:r>
            <a:endParaRPr sz="2000">
              <a:solidFill>
                <a:schemeClr val="dk1"/>
              </a:solidFill>
              <a:latin typeface="Calibri"/>
              <a:ea typeface="Calibri"/>
              <a:cs typeface="Calibri"/>
              <a:sym typeface="Calibri"/>
            </a:endParaRPr>
          </a:p>
        </p:txBody>
      </p:sp>
      <p:sp>
        <p:nvSpPr>
          <p:cNvPr id="99" name="Google Shape;99;p9"/>
          <p:cNvSpPr txBox="1">
            <a:spLocks noGrp="1"/>
          </p:cNvSpPr>
          <p:nvPr>
            <p:ph type="title"/>
          </p:nvPr>
        </p:nvSpPr>
        <p:spPr>
          <a:xfrm>
            <a:off x="731520" y="2560320"/>
            <a:ext cx="6400000" cy="1097280"/>
          </a:xfrm>
          <a:prstGeom prst="rect">
            <a:avLst/>
          </a:prstGeom>
          <a:noFill/>
          <a:ln>
            <a:noFill/>
          </a:ln>
        </p:spPr>
        <p:txBody>
          <a:bodyPr spcFirstLastPara="1" wrap="square" lIns="0" tIns="0" rIns="0" bIns="0" rtlCol="0" anchor="ctr" anchorCtr="0">
            <a:noAutofit/>
          </a:bodyPr>
          <a:lstStyle/>
          <a:p>
            <a:r>
              <a:rPr lang="en-US" sz="5333">
                <a:solidFill>
                  <a:srgbClr val="FFFFFF"/>
                </a:solidFill>
              </a:rPr>
              <a:t>Accuracy</a:t>
            </a:r>
            <a:endParaRPr/>
          </a:p>
        </p:txBody>
      </p:sp>
      <p:sp>
        <p:nvSpPr>
          <p:cNvPr id="100" name="Google Shape;100;p9"/>
          <p:cNvSpPr/>
          <p:nvPr/>
        </p:nvSpPr>
        <p:spPr>
          <a:xfrm>
            <a:off x="7635240"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1" name="Google Shape;101;p9"/>
          <p:cNvSpPr/>
          <p:nvPr/>
        </p:nvSpPr>
        <p:spPr>
          <a:xfrm>
            <a:off x="8202168" y="1490472"/>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2" name="Google Shape;102;p9"/>
          <p:cNvSpPr/>
          <p:nvPr/>
        </p:nvSpPr>
        <p:spPr>
          <a:xfrm>
            <a:off x="8769096"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3" name="Google Shape;103;p9"/>
          <p:cNvSpPr/>
          <p:nvPr/>
        </p:nvSpPr>
        <p:spPr>
          <a:xfrm>
            <a:off x="9336024"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4" name="Google Shape;104;p9"/>
          <p:cNvSpPr/>
          <p:nvPr/>
        </p:nvSpPr>
        <p:spPr>
          <a:xfrm>
            <a:off x="9902952"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5" name="Google Shape;105;p9"/>
          <p:cNvSpPr/>
          <p:nvPr/>
        </p:nvSpPr>
        <p:spPr>
          <a:xfrm>
            <a:off x="10469880"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6" name="Google Shape;106;p9"/>
          <p:cNvSpPr/>
          <p:nvPr/>
        </p:nvSpPr>
        <p:spPr>
          <a:xfrm>
            <a:off x="11036808"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7" name="Google Shape;107;p9"/>
          <p:cNvSpPr/>
          <p:nvPr/>
        </p:nvSpPr>
        <p:spPr>
          <a:xfrm>
            <a:off x="7635240" y="2057400"/>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8" name="Google Shape;108;p9"/>
          <p:cNvSpPr/>
          <p:nvPr/>
        </p:nvSpPr>
        <p:spPr>
          <a:xfrm>
            <a:off x="8202168"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9" name="Google Shape;109;p9"/>
          <p:cNvSpPr/>
          <p:nvPr/>
        </p:nvSpPr>
        <p:spPr>
          <a:xfrm>
            <a:off x="8769096" y="2057400"/>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0" name="Google Shape;110;p9"/>
          <p:cNvSpPr/>
          <p:nvPr/>
        </p:nvSpPr>
        <p:spPr>
          <a:xfrm>
            <a:off x="9336024"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1" name="Google Shape;111;p9"/>
          <p:cNvSpPr/>
          <p:nvPr/>
        </p:nvSpPr>
        <p:spPr>
          <a:xfrm>
            <a:off x="9902952" y="2057400"/>
            <a:ext cx="475488" cy="475488"/>
          </a:xfrm>
          <a:prstGeom prst="rect">
            <a:avLst/>
          </a:pr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2" name="Google Shape;112;p9"/>
          <p:cNvSpPr/>
          <p:nvPr/>
        </p:nvSpPr>
        <p:spPr>
          <a:xfrm>
            <a:off x="10469880"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3" name="Google Shape;113;p9"/>
          <p:cNvSpPr/>
          <p:nvPr/>
        </p:nvSpPr>
        <p:spPr>
          <a:xfrm>
            <a:off x="11036808"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4" name="Google Shape;114;p9"/>
          <p:cNvSpPr/>
          <p:nvPr/>
        </p:nvSpPr>
        <p:spPr>
          <a:xfrm>
            <a:off x="7635240"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5" name="Google Shape;115;p9"/>
          <p:cNvSpPr/>
          <p:nvPr/>
        </p:nvSpPr>
        <p:spPr>
          <a:xfrm>
            <a:off x="8202168"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6" name="Google Shape;116;p9"/>
          <p:cNvSpPr/>
          <p:nvPr/>
        </p:nvSpPr>
        <p:spPr>
          <a:xfrm>
            <a:off x="8769096" y="2624328"/>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7" name="Google Shape;117;p9"/>
          <p:cNvSpPr/>
          <p:nvPr/>
        </p:nvSpPr>
        <p:spPr>
          <a:xfrm>
            <a:off x="9336024"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8" name="Google Shape;118;p9"/>
          <p:cNvSpPr/>
          <p:nvPr/>
        </p:nvSpPr>
        <p:spPr>
          <a:xfrm>
            <a:off x="9902952"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9" name="Google Shape;119;p9"/>
          <p:cNvSpPr/>
          <p:nvPr/>
        </p:nvSpPr>
        <p:spPr>
          <a:xfrm>
            <a:off x="10469880"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0" name="Google Shape;120;p9"/>
          <p:cNvSpPr/>
          <p:nvPr/>
        </p:nvSpPr>
        <p:spPr>
          <a:xfrm>
            <a:off x="11036808"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1" name="Google Shape;121;p9"/>
          <p:cNvSpPr/>
          <p:nvPr/>
        </p:nvSpPr>
        <p:spPr>
          <a:xfrm>
            <a:off x="7635240"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2" name="Google Shape;122;p9"/>
          <p:cNvSpPr/>
          <p:nvPr/>
        </p:nvSpPr>
        <p:spPr>
          <a:xfrm>
            <a:off x="8202168"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3" name="Google Shape;123;p9"/>
          <p:cNvSpPr/>
          <p:nvPr/>
        </p:nvSpPr>
        <p:spPr>
          <a:xfrm>
            <a:off x="8769096"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4" name="Google Shape;124;p9"/>
          <p:cNvSpPr/>
          <p:nvPr/>
        </p:nvSpPr>
        <p:spPr>
          <a:xfrm>
            <a:off x="9336024" y="3191256"/>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5" name="Google Shape;125;p9"/>
          <p:cNvSpPr/>
          <p:nvPr/>
        </p:nvSpPr>
        <p:spPr>
          <a:xfrm>
            <a:off x="9902952"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6" name="Google Shape;126;p9"/>
          <p:cNvSpPr/>
          <p:nvPr/>
        </p:nvSpPr>
        <p:spPr>
          <a:xfrm>
            <a:off x="10469880"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7" name="Google Shape;127;p9"/>
          <p:cNvSpPr/>
          <p:nvPr/>
        </p:nvSpPr>
        <p:spPr>
          <a:xfrm>
            <a:off x="11036808"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8" name="Google Shape;128;p9"/>
          <p:cNvSpPr/>
          <p:nvPr/>
        </p:nvSpPr>
        <p:spPr>
          <a:xfrm>
            <a:off x="7635240"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9" name="Google Shape;129;p9"/>
          <p:cNvSpPr/>
          <p:nvPr/>
        </p:nvSpPr>
        <p:spPr>
          <a:xfrm>
            <a:off x="8202168"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0" name="Google Shape;130;p9"/>
          <p:cNvSpPr/>
          <p:nvPr/>
        </p:nvSpPr>
        <p:spPr>
          <a:xfrm>
            <a:off x="8769096" y="3758184"/>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1" name="Google Shape;131;p9"/>
          <p:cNvSpPr/>
          <p:nvPr/>
        </p:nvSpPr>
        <p:spPr>
          <a:xfrm>
            <a:off x="9336024"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2" name="Google Shape;132;p9"/>
          <p:cNvSpPr/>
          <p:nvPr/>
        </p:nvSpPr>
        <p:spPr>
          <a:xfrm>
            <a:off x="9902952"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3" name="Google Shape;133;p9"/>
          <p:cNvSpPr/>
          <p:nvPr/>
        </p:nvSpPr>
        <p:spPr>
          <a:xfrm>
            <a:off x="10469880"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4" name="Google Shape;134;p9"/>
          <p:cNvSpPr/>
          <p:nvPr/>
        </p:nvSpPr>
        <p:spPr>
          <a:xfrm>
            <a:off x="11036808"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5" name="Google Shape;135;p9"/>
          <p:cNvSpPr/>
          <p:nvPr/>
        </p:nvSpPr>
        <p:spPr>
          <a:xfrm>
            <a:off x="7635240"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6" name="Google Shape;136;p9"/>
          <p:cNvSpPr/>
          <p:nvPr/>
        </p:nvSpPr>
        <p:spPr>
          <a:xfrm>
            <a:off x="8202168" y="4325112"/>
            <a:ext cx="475488" cy="475488"/>
          </a:xfrm>
          <a:prstGeom prst="rect">
            <a:avLst/>
          </a:pr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7" name="Google Shape;137;p9"/>
          <p:cNvSpPr/>
          <p:nvPr/>
        </p:nvSpPr>
        <p:spPr>
          <a:xfrm>
            <a:off x="8769096"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8" name="Google Shape;138;p9"/>
          <p:cNvSpPr/>
          <p:nvPr/>
        </p:nvSpPr>
        <p:spPr>
          <a:xfrm>
            <a:off x="9336024" y="4325112"/>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9" name="Google Shape;139;p9"/>
          <p:cNvSpPr/>
          <p:nvPr/>
        </p:nvSpPr>
        <p:spPr>
          <a:xfrm>
            <a:off x="9902952"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40" name="Google Shape;140;p9"/>
          <p:cNvSpPr/>
          <p:nvPr/>
        </p:nvSpPr>
        <p:spPr>
          <a:xfrm>
            <a:off x="10469880"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41" name="Google Shape;141;p9"/>
          <p:cNvSpPr/>
          <p:nvPr/>
        </p:nvSpPr>
        <p:spPr>
          <a:xfrm>
            <a:off x="11036808"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42" name="Google Shape;142;p9"/>
          <p:cNvSpPr/>
          <p:nvPr/>
        </p:nvSpPr>
        <p:spPr>
          <a:xfrm>
            <a:off x="7635240"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43" name="Google Shape;143;p9"/>
          <p:cNvSpPr/>
          <p:nvPr/>
        </p:nvSpPr>
        <p:spPr>
          <a:xfrm>
            <a:off x="8202168"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44" name="Google Shape;144;p9"/>
          <p:cNvSpPr/>
          <p:nvPr/>
        </p:nvSpPr>
        <p:spPr>
          <a:xfrm>
            <a:off x="8769096" y="4892040"/>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45" name="Google Shape;145;p9"/>
          <p:cNvSpPr/>
          <p:nvPr/>
        </p:nvSpPr>
        <p:spPr>
          <a:xfrm>
            <a:off x="9336024"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46" name="Google Shape;146;p9"/>
          <p:cNvSpPr/>
          <p:nvPr/>
        </p:nvSpPr>
        <p:spPr>
          <a:xfrm>
            <a:off x="9902952"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47" name="Google Shape;147;p9"/>
          <p:cNvSpPr/>
          <p:nvPr/>
        </p:nvSpPr>
        <p:spPr>
          <a:xfrm>
            <a:off x="10469880"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48" name="Google Shape;148;p9"/>
          <p:cNvSpPr/>
          <p:nvPr/>
        </p:nvSpPr>
        <p:spPr>
          <a:xfrm>
            <a:off x="11036808"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49" name="Google Shape;149;p9"/>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31</a:t>
            </a:fld>
            <a:endParaRPr sz="1067">
              <a:solidFill>
                <a:schemeClr val="accent5"/>
              </a:solidFill>
              <a:latin typeface="Calibri"/>
              <a:ea typeface="Calibri"/>
              <a:cs typeface="Calibri"/>
              <a:sym typeface="Calibri"/>
            </a:endParaRPr>
          </a:p>
        </p:txBody>
      </p:sp>
      <p:sp>
        <p:nvSpPr>
          <p:cNvPr id="150" name="Rectangle 149"/>
          <p:cNvSpPr/>
          <p:nvPr/>
        </p:nvSpPr>
        <p:spPr>
          <a:xfrm>
            <a:off x="731520" y="2377440"/>
            <a:ext cx="1097280" cy="85344"/>
          </a:xfrm>
          <a:prstGeom prst="rect">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Tree>
    <p:extLst>
      <p:ext uri="{BB962C8B-B14F-4D97-AF65-F5344CB8AC3E}">
        <p14:creationId xmlns:p14="http://schemas.microsoft.com/office/powerpoint/2010/main" val="41476425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pic>
        <p:nvPicPr>
          <p:cNvPr id="155" name="Google Shape;155;p10" descr="Black and white spheres forming an abstract pattern"/>
          <p:cNvPicPr preferRelativeResize="0"/>
          <p:nvPr/>
        </p:nvPicPr>
        <p:blipFill rotWithShape="1">
          <a:blip r:embed="rId3">
            <a:alphaModFix/>
          </a:blip>
          <a:srcRect/>
          <a:stretch/>
        </p:blipFill>
        <p:spPr>
          <a:xfrm>
            <a:off x="1" y="0"/>
            <a:ext cx="12191695" cy="6858000"/>
          </a:xfrm>
          <a:prstGeom prst="rect">
            <a:avLst/>
          </a:prstGeom>
          <a:noFill/>
          <a:ln>
            <a:noFill/>
          </a:ln>
        </p:spPr>
      </p:pic>
    </p:spTree>
    <p:extLst>
      <p:ext uri="{BB962C8B-B14F-4D97-AF65-F5344CB8AC3E}">
        <p14:creationId xmlns:p14="http://schemas.microsoft.com/office/powerpoint/2010/main" val="29705296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265" name="Rectangle 264"/>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61" name="Google Shape;161;p11"/>
          <p:cNvSpPr txBox="1"/>
          <p:nvPr/>
        </p:nvSpPr>
        <p:spPr>
          <a:xfrm>
            <a:off x="731520" y="1463040"/>
            <a:ext cx="5852160" cy="2560320"/>
          </a:xfrm>
          <a:prstGeom prst="rect">
            <a:avLst/>
          </a:prstGeom>
          <a:noFill/>
          <a:ln>
            <a:noFill/>
          </a:ln>
        </p:spPr>
        <p:txBody>
          <a:bodyPr spcFirstLastPara="1" wrap="square" lIns="0" tIns="0" rIns="0" bIns="0" anchor="b" anchorCtr="0">
            <a:noAutofit/>
          </a:bodyPr>
          <a:lstStyle/>
          <a:p>
            <a:pPr>
              <a:buClr>
                <a:schemeClr val="dk1"/>
              </a:buClr>
              <a:buSzPts val="15000"/>
            </a:pPr>
            <a:r>
              <a:rPr lang="en-US" sz="15000" b="1">
                <a:solidFill>
                  <a:schemeClr val="dk1"/>
                </a:solidFill>
                <a:latin typeface="Calibri"/>
                <a:ea typeface="Calibri"/>
                <a:cs typeface="Calibri"/>
                <a:sym typeface="Cambria"/>
              </a:rPr>
              <a:t>50</a:t>
            </a:r>
            <a:endParaRPr sz="15000">
              <a:solidFill>
                <a:schemeClr val="dk1"/>
              </a:solidFill>
              <a:latin typeface="Calibri"/>
              <a:ea typeface="Calibri"/>
              <a:cs typeface="Calibri"/>
              <a:sym typeface="Calibri"/>
            </a:endParaRPr>
          </a:p>
        </p:txBody>
      </p:sp>
      <p:sp>
        <p:nvSpPr>
          <p:cNvPr id="162" name="Google Shape;162;p11"/>
          <p:cNvSpPr txBox="1"/>
          <p:nvPr/>
        </p:nvSpPr>
        <p:spPr>
          <a:xfrm>
            <a:off x="731520" y="4114800"/>
            <a:ext cx="5852160" cy="822960"/>
          </a:xfrm>
          <a:prstGeom prst="rect">
            <a:avLst/>
          </a:prstGeom>
          <a:noFill/>
          <a:ln>
            <a:noFill/>
          </a:ln>
        </p:spPr>
        <p:txBody>
          <a:bodyPr spcFirstLastPara="1" wrap="square" lIns="0" tIns="0" rIns="0" bIns="0" anchor="t" anchorCtr="0">
            <a:noAutofit/>
          </a:bodyPr>
          <a:lstStyle/>
          <a:p>
            <a:pPr>
              <a:buClr>
                <a:schemeClr val="accent6"/>
              </a:buClr>
              <a:buSzPts val="4400"/>
            </a:pPr>
            <a:r>
              <a:rPr lang="en-US" sz="4400">
                <a:solidFill>
                  <a:schemeClr val="accent6"/>
                </a:solidFill>
                <a:latin typeface="Calibri"/>
                <a:ea typeface="Calibri"/>
                <a:cs typeface="Calibri"/>
                <a:sym typeface="Calibri"/>
              </a:rPr>
              <a:t>Black</a:t>
            </a:r>
            <a:endParaRPr sz="4400">
              <a:solidFill>
                <a:schemeClr val="dk1"/>
              </a:solidFill>
              <a:latin typeface="Calibri"/>
              <a:ea typeface="Calibri"/>
              <a:cs typeface="Calibri"/>
              <a:sym typeface="Calibri"/>
            </a:endParaRPr>
          </a:p>
        </p:txBody>
      </p:sp>
      <p:sp>
        <p:nvSpPr>
          <p:cNvPr id="163" name="Google Shape;163;p11"/>
          <p:cNvSpPr txBox="1"/>
          <p:nvPr/>
        </p:nvSpPr>
        <p:spPr>
          <a:xfrm>
            <a:off x="731520" y="4892040"/>
            <a:ext cx="5852160" cy="457200"/>
          </a:xfrm>
          <a:prstGeom prst="rect">
            <a:avLst/>
          </a:prstGeom>
          <a:noFill/>
          <a:ln>
            <a:noFill/>
          </a:ln>
        </p:spPr>
        <p:txBody>
          <a:bodyPr spcFirstLastPara="1" wrap="square" lIns="0" tIns="0" rIns="0" bIns="0" anchor="t" anchorCtr="0">
            <a:noAutofit/>
          </a:bodyPr>
          <a:lstStyle/>
          <a:p>
            <a:pPr>
              <a:buClr>
                <a:schemeClr val="accent6"/>
              </a:buClr>
              <a:buSzPts val="2200"/>
            </a:pPr>
            <a:r>
              <a:rPr lang="en-US" sz="2200">
                <a:solidFill>
                  <a:schemeClr val="accent6"/>
                </a:solidFill>
                <a:latin typeface="Calibri"/>
                <a:ea typeface="Calibri"/>
                <a:cs typeface="Calibri"/>
                <a:sym typeface="Calibri"/>
              </a:rPr>
              <a:t>out of 100 balls</a:t>
            </a:r>
            <a:endParaRPr sz="2200">
              <a:solidFill>
                <a:schemeClr val="dk1"/>
              </a:solidFill>
              <a:latin typeface="Calibri"/>
              <a:ea typeface="Calibri"/>
              <a:cs typeface="Calibri"/>
              <a:sym typeface="Calibri"/>
            </a:endParaRPr>
          </a:p>
        </p:txBody>
      </p:sp>
      <p:sp>
        <p:nvSpPr>
          <p:cNvPr id="164" name="Google Shape;164;p11"/>
          <p:cNvSpPr/>
          <p:nvPr/>
        </p:nvSpPr>
        <p:spPr>
          <a:xfrm>
            <a:off x="722376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65" name="Google Shape;165;p11"/>
          <p:cNvSpPr/>
          <p:nvPr/>
        </p:nvSpPr>
        <p:spPr>
          <a:xfrm>
            <a:off x="763524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66" name="Google Shape;166;p11"/>
          <p:cNvSpPr/>
          <p:nvPr/>
        </p:nvSpPr>
        <p:spPr>
          <a:xfrm>
            <a:off x="804672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67" name="Google Shape;167;p11"/>
          <p:cNvSpPr/>
          <p:nvPr/>
        </p:nvSpPr>
        <p:spPr>
          <a:xfrm>
            <a:off x="845820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68" name="Google Shape;168;p11"/>
          <p:cNvSpPr/>
          <p:nvPr/>
        </p:nvSpPr>
        <p:spPr>
          <a:xfrm>
            <a:off x="886968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69" name="Google Shape;169;p11"/>
          <p:cNvSpPr/>
          <p:nvPr/>
        </p:nvSpPr>
        <p:spPr>
          <a:xfrm>
            <a:off x="928116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70" name="Google Shape;170;p11"/>
          <p:cNvSpPr/>
          <p:nvPr/>
        </p:nvSpPr>
        <p:spPr>
          <a:xfrm>
            <a:off x="969264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71" name="Google Shape;171;p11"/>
          <p:cNvSpPr/>
          <p:nvPr/>
        </p:nvSpPr>
        <p:spPr>
          <a:xfrm>
            <a:off x="1010412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72" name="Google Shape;172;p11"/>
          <p:cNvSpPr/>
          <p:nvPr/>
        </p:nvSpPr>
        <p:spPr>
          <a:xfrm>
            <a:off x="1051560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73" name="Google Shape;173;p11"/>
          <p:cNvSpPr/>
          <p:nvPr/>
        </p:nvSpPr>
        <p:spPr>
          <a:xfrm>
            <a:off x="1092708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74" name="Google Shape;174;p11"/>
          <p:cNvSpPr/>
          <p:nvPr/>
        </p:nvSpPr>
        <p:spPr>
          <a:xfrm>
            <a:off x="722376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75" name="Google Shape;175;p11"/>
          <p:cNvSpPr/>
          <p:nvPr/>
        </p:nvSpPr>
        <p:spPr>
          <a:xfrm>
            <a:off x="763524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76" name="Google Shape;176;p11"/>
          <p:cNvSpPr/>
          <p:nvPr/>
        </p:nvSpPr>
        <p:spPr>
          <a:xfrm>
            <a:off x="804672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77" name="Google Shape;177;p11"/>
          <p:cNvSpPr/>
          <p:nvPr/>
        </p:nvSpPr>
        <p:spPr>
          <a:xfrm>
            <a:off x="845820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78" name="Google Shape;178;p11"/>
          <p:cNvSpPr/>
          <p:nvPr/>
        </p:nvSpPr>
        <p:spPr>
          <a:xfrm>
            <a:off x="886968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79" name="Google Shape;179;p11"/>
          <p:cNvSpPr/>
          <p:nvPr/>
        </p:nvSpPr>
        <p:spPr>
          <a:xfrm>
            <a:off x="928116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80" name="Google Shape;180;p11"/>
          <p:cNvSpPr/>
          <p:nvPr/>
        </p:nvSpPr>
        <p:spPr>
          <a:xfrm>
            <a:off x="969264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81" name="Google Shape;181;p11"/>
          <p:cNvSpPr/>
          <p:nvPr/>
        </p:nvSpPr>
        <p:spPr>
          <a:xfrm>
            <a:off x="1010412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82" name="Google Shape;182;p11"/>
          <p:cNvSpPr/>
          <p:nvPr/>
        </p:nvSpPr>
        <p:spPr>
          <a:xfrm>
            <a:off x="1051560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83" name="Google Shape;183;p11"/>
          <p:cNvSpPr/>
          <p:nvPr/>
        </p:nvSpPr>
        <p:spPr>
          <a:xfrm>
            <a:off x="1092708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84" name="Google Shape;184;p11"/>
          <p:cNvSpPr/>
          <p:nvPr/>
        </p:nvSpPr>
        <p:spPr>
          <a:xfrm>
            <a:off x="722376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85" name="Google Shape;185;p11"/>
          <p:cNvSpPr/>
          <p:nvPr/>
        </p:nvSpPr>
        <p:spPr>
          <a:xfrm>
            <a:off x="763524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86" name="Google Shape;186;p11"/>
          <p:cNvSpPr/>
          <p:nvPr/>
        </p:nvSpPr>
        <p:spPr>
          <a:xfrm>
            <a:off x="804672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87" name="Google Shape;187;p11"/>
          <p:cNvSpPr/>
          <p:nvPr/>
        </p:nvSpPr>
        <p:spPr>
          <a:xfrm>
            <a:off x="845820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88" name="Google Shape;188;p11"/>
          <p:cNvSpPr/>
          <p:nvPr/>
        </p:nvSpPr>
        <p:spPr>
          <a:xfrm>
            <a:off x="886968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89" name="Google Shape;189;p11"/>
          <p:cNvSpPr/>
          <p:nvPr/>
        </p:nvSpPr>
        <p:spPr>
          <a:xfrm>
            <a:off x="928116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90" name="Google Shape;190;p11"/>
          <p:cNvSpPr/>
          <p:nvPr/>
        </p:nvSpPr>
        <p:spPr>
          <a:xfrm>
            <a:off x="969264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91" name="Google Shape;191;p11"/>
          <p:cNvSpPr/>
          <p:nvPr/>
        </p:nvSpPr>
        <p:spPr>
          <a:xfrm>
            <a:off x="1010412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92" name="Google Shape;192;p11"/>
          <p:cNvSpPr/>
          <p:nvPr/>
        </p:nvSpPr>
        <p:spPr>
          <a:xfrm>
            <a:off x="1051560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93" name="Google Shape;193;p11"/>
          <p:cNvSpPr/>
          <p:nvPr/>
        </p:nvSpPr>
        <p:spPr>
          <a:xfrm>
            <a:off x="1092708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94" name="Google Shape;194;p11"/>
          <p:cNvSpPr/>
          <p:nvPr/>
        </p:nvSpPr>
        <p:spPr>
          <a:xfrm>
            <a:off x="722376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95" name="Google Shape;195;p11"/>
          <p:cNvSpPr/>
          <p:nvPr/>
        </p:nvSpPr>
        <p:spPr>
          <a:xfrm>
            <a:off x="763524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96" name="Google Shape;196;p11"/>
          <p:cNvSpPr/>
          <p:nvPr/>
        </p:nvSpPr>
        <p:spPr>
          <a:xfrm>
            <a:off x="804672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97" name="Google Shape;197;p11"/>
          <p:cNvSpPr/>
          <p:nvPr/>
        </p:nvSpPr>
        <p:spPr>
          <a:xfrm>
            <a:off x="845820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98" name="Google Shape;198;p11"/>
          <p:cNvSpPr/>
          <p:nvPr/>
        </p:nvSpPr>
        <p:spPr>
          <a:xfrm>
            <a:off x="886968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99" name="Google Shape;199;p11"/>
          <p:cNvSpPr/>
          <p:nvPr/>
        </p:nvSpPr>
        <p:spPr>
          <a:xfrm>
            <a:off x="928116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00" name="Google Shape;200;p11"/>
          <p:cNvSpPr/>
          <p:nvPr/>
        </p:nvSpPr>
        <p:spPr>
          <a:xfrm>
            <a:off x="969264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01" name="Google Shape;201;p11"/>
          <p:cNvSpPr/>
          <p:nvPr/>
        </p:nvSpPr>
        <p:spPr>
          <a:xfrm>
            <a:off x="1010412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02" name="Google Shape;202;p11"/>
          <p:cNvSpPr/>
          <p:nvPr/>
        </p:nvSpPr>
        <p:spPr>
          <a:xfrm>
            <a:off x="1051560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03" name="Google Shape;203;p11"/>
          <p:cNvSpPr/>
          <p:nvPr/>
        </p:nvSpPr>
        <p:spPr>
          <a:xfrm>
            <a:off x="1092708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04" name="Google Shape;204;p11"/>
          <p:cNvSpPr/>
          <p:nvPr/>
        </p:nvSpPr>
        <p:spPr>
          <a:xfrm>
            <a:off x="722376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05" name="Google Shape;205;p11"/>
          <p:cNvSpPr/>
          <p:nvPr/>
        </p:nvSpPr>
        <p:spPr>
          <a:xfrm>
            <a:off x="763524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06" name="Google Shape;206;p11"/>
          <p:cNvSpPr/>
          <p:nvPr/>
        </p:nvSpPr>
        <p:spPr>
          <a:xfrm>
            <a:off x="804672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07" name="Google Shape;207;p11"/>
          <p:cNvSpPr/>
          <p:nvPr/>
        </p:nvSpPr>
        <p:spPr>
          <a:xfrm>
            <a:off x="845820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08" name="Google Shape;208;p11"/>
          <p:cNvSpPr/>
          <p:nvPr/>
        </p:nvSpPr>
        <p:spPr>
          <a:xfrm>
            <a:off x="886968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09" name="Google Shape;209;p11"/>
          <p:cNvSpPr/>
          <p:nvPr/>
        </p:nvSpPr>
        <p:spPr>
          <a:xfrm>
            <a:off x="928116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10" name="Google Shape;210;p11"/>
          <p:cNvSpPr/>
          <p:nvPr/>
        </p:nvSpPr>
        <p:spPr>
          <a:xfrm>
            <a:off x="969264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11" name="Google Shape;211;p11"/>
          <p:cNvSpPr/>
          <p:nvPr/>
        </p:nvSpPr>
        <p:spPr>
          <a:xfrm>
            <a:off x="1010412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12" name="Google Shape;212;p11"/>
          <p:cNvSpPr/>
          <p:nvPr/>
        </p:nvSpPr>
        <p:spPr>
          <a:xfrm>
            <a:off x="1051560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13" name="Google Shape;213;p11"/>
          <p:cNvSpPr/>
          <p:nvPr/>
        </p:nvSpPr>
        <p:spPr>
          <a:xfrm>
            <a:off x="1092708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14" name="Google Shape;214;p11"/>
          <p:cNvSpPr/>
          <p:nvPr/>
        </p:nvSpPr>
        <p:spPr>
          <a:xfrm>
            <a:off x="7223760" y="347014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15" name="Google Shape;215;p11"/>
          <p:cNvSpPr/>
          <p:nvPr/>
        </p:nvSpPr>
        <p:spPr>
          <a:xfrm>
            <a:off x="7635240" y="347014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16" name="Google Shape;216;p11"/>
          <p:cNvSpPr/>
          <p:nvPr/>
        </p:nvSpPr>
        <p:spPr>
          <a:xfrm>
            <a:off x="8046720" y="347014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17" name="Google Shape;217;p11"/>
          <p:cNvSpPr/>
          <p:nvPr/>
        </p:nvSpPr>
        <p:spPr>
          <a:xfrm>
            <a:off x="8458200" y="347014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18" name="Google Shape;218;p11"/>
          <p:cNvSpPr/>
          <p:nvPr/>
        </p:nvSpPr>
        <p:spPr>
          <a:xfrm>
            <a:off x="8869680" y="347014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19" name="Google Shape;219;p11"/>
          <p:cNvSpPr/>
          <p:nvPr/>
        </p:nvSpPr>
        <p:spPr>
          <a:xfrm>
            <a:off x="9281160" y="347014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20" name="Google Shape;220;p11"/>
          <p:cNvSpPr/>
          <p:nvPr/>
        </p:nvSpPr>
        <p:spPr>
          <a:xfrm>
            <a:off x="9692640" y="347014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21" name="Google Shape;221;p11"/>
          <p:cNvSpPr/>
          <p:nvPr/>
        </p:nvSpPr>
        <p:spPr>
          <a:xfrm>
            <a:off x="10104120" y="347014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22" name="Google Shape;222;p11"/>
          <p:cNvSpPr/>
          <p:nvPr/>
        </p:nvSpPr>
        <p:spPr>
          <a:xfrm>
            <a:off x="10515600" y="347014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23" name="Google Shape;223;p11"/>
          <p:cNvSpPr/>
          <p:nvPr/>
        </p:nvSpPr>
        <p:spPr>
          <a:xfrm>
            <a:off x="10927080" y="347014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24" name="Google Shape;224;p11"/>
          <p:cNvSpPr/>
          <p:nvPr/>
        </p:nvSpPr>
        <p:spPr>
          <a:xfrm>
            <a:off x="7223760" y="388162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25" name="Google Shape;225;p11"/>
          <p:cNvSpPr/>
          <p:nvPr/>
        </p:nvSpPr>
        <p:spPr>
          <a:xfrm>
            <a:off x="7635240" y="388162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26" name="Google Shape;226;p11"/>
          <p:cNvSpPr/>
          <p:nvPr/>
        </p:nvSpPr>
        <p:spPr>
          <a:xfrm>
            <a:off x="8046720" y="388162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27" name="Google Shape;227;p11"/>
          <p:cNvSpPr/>
          <p:nvPr/>
        </p:nvSpPr>
        <p:spPr>
          <a:xfrm>
            <a:off x="8458200" y="388162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28" name="Google Shape;228;p11"/>
          <p:cNvSpPr/>
          <p:nvPr/>
        </p:nvSpPr>
        <p:spPr>
          <a:xfrm>
            <a:off x="8869680" y="388162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29" name="Google Shape;229;p11"/>
          <p:cNvSpPr/>
          <p:nvPr/>
        </p:nvSpPr>
        <p:spPr>
          <a:xfrm>
            <a:off x="9281160" y="388162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30" name="Google Shape;230;p11"/>
          <p:cNvSpPr/>
          <p:nvPr/>
        </p:nvSpPr>
        <p:spPr>
          <a:xfrm>
            <a:off x="9692640" y="388162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31" name="Google Shape;231;p11"/>
          <p:cNvSpPr/>
          <p:nvPr/>
        </p:nvSpPr>
        <p:spPr>
          <a:xfrm>
            <a:off x="10104120" y="388162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32" name="Google Shape;232;p11"/>
          <p:cNvSpPr/>
          <p:nvPr/>
        </p:nvSpPr>
        <p:spPr>
          <a:xfrm>
            <a:off x="10515600" y="388162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33" name="Google Shape;233;p11"/>
          <p:cNvSpPr/>
          <p:nvPr/>
        </p:nvSpPr>
        <p:spPr>
          <a:xfrm>
            <a:off x="10927080" y="388162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34" name="Google Shape;234;p11"/>
          <p:cNvSpPr/>
          <p:nvPr/>
        </p:nvSpPr>
        <p:spPr>
          <a:xfrm>
            <a:off x="7223760" y="429310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35" name="Google Shape;235;p11"/>
          <p:cNvSpPr/>
          <p:nvPr/>
        </p:nvSpPr>
        <p:spPr>
          <a:xfrm>
            <a:off x="7635240" y="429310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36" name="Google Shape;236;p11"/>
          <p:cNvSpPr/>
          <p:nvPr/>
        </p:nvSpPr>
        <p:spPr>
          <a:xfrm>
            <a:off x="8046720" y="429310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37" name="Google Shape;237;p11"/>
          <p:cNvSpPr/>
          <p:nvPr/>
        </p:nvSpPr>
        <p:spPr>
          <a:xfrm>
            <a:off x="8458200" y="429310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38" name="Google Shape;238;p11"/>
          <p:cNvSpPr/>
          <p:nvPr/>
        </p:nvSpPr>
        <p:spPr>
          <a:xfrm>
            <a:off x="8869680" y="429310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39" name="Google Shape;239;p11"/>
          <p:cNvSpPr/>
          <p:nvPr/>
        </p:nvSpPr>
        <p:spPr>
          <a:xfrm>
            <a:off x="9281160" y="429310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40" name="Google Shape;240;p11"/>
          <p:cNvSpPr/>
          <p:nvPr/>
        </p:nvSpPr>
        <p:spPr>
          <a:xfrm>
            <a:off x="9692640" y="429310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41" name="Google Shape;241;p11"/>
          <p:cNvSpPr/>
          <p:nvPr/>
        </p:nvSpPr>
        <p:spPr>
          <a:xfrm>
            <a:off x="10104120" y="429310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42" name="Google Shape;242;p11"/>
          <p:cNvSpPr/>
          <p:nvPr/>
        </p:nvSpPr>
        <p:spPr>
          <a:xfrm>
            <a:off x="10515600" y="429310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43" name="Google Shape;243;p11"/>
          <p:cNvSpPr/>
          <p:nvPr/>
        </p:nvSpPr>
        <p:spPr>
          <a:xfrm>
            <a:off x="10927080" y="429310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44" name="Google Shape;244;p11"/>
          <p:cNvSpPr/>
          <p:nvPr/>
        </p:nvSpPr>
        <p:spPr>
          <a:xfrm>
            <a:off x="7223760" y="470458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45" name="Google Shape;245;p11"/>
          <p:cNvSpPr/>
          <p:nvPr/>
        </p:nvSpPr>
        <p:spPr>
          <a:xfrm>
            <a:off x="7635240" y="470458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46" name="Google Shape;246;p11"/>
          <p:cNvSpPr/>
          <p:nvPr/>
        </p:nvSpPr>
        <p:spPr>
          <a:xfrm>
            <a:off x="8046720" y="470458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47" name="Google Shape;247;p11"/>
          <p:cNvSpPr/>
          <p:nvPr/>
        </p:nvSpPr>
        <p:spPr>
          <a:xfrm>
            <a:off x="8458200" y="470458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48" name="Google Shape;248;p11"/>
          <p:cNvSpPr/>
          <p:nvPr/>
        </p:nvSpPr>
        <p:spPr>
          <a:xfrm>
            <a:off x="8869680" y="470458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49" name="Google Shape;249;p11"/>
          <p:cNvSpPr/>
          <p:nvPr/>
        </p:nvSpPr>
        <p:spPr>
          <a:xfrm>
            <a:off x="9281160" y="470458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50" name="Google Shape;250;p11"/>
          <p:cNvSpPr/>
          <p:nvPr/>
        </p:nvSpPr>
        <p:spPr>
          <a:xfrm>
            <a:off x="9692640" y="470458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51" name="Google Shape;251;p11"/>
          <p:cNvSpPr/>
          <p:nvPr/>
        </p:nvSpPr>
        <p:spPr>
          <a:xfrm>
            <a:off x="10104120" y="470458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52" name="Google Shape;252;p11"/>
          <p:cNvSpPr/>
          <p:nvPr/>
        </p:nvSpPr>
        <p:spPr>
          <a:xfrm>
            <a:off x="10515600" y="470458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53" name="Google Shape;253;p11"/>
          <p:cNvSpPr/>
          <p:nvPr/>
        </p:nvSpPr>
        <p:spPr>
          <a:xfrm>
            <a:off x="10927080" y="470458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54" name="Google Shape;254;p11"/>
          <p:cNvSpPr/>
          <p:nvPr/>
        </p:nvSpPr>
        <p:spPr>
          <a:xfrm>
            <a:off x="7223760" y="511606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55" name="Google Shape;255;p11"/>
          <p:cNvSpPr/>
          <p:nvPr/>
        </p:nvSpPr>
        <p:spPr>
          <a:xfrm>
            <a:off x="7635240" y="511606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56" name="Google Shape;256;p11"/>
          <p:cNvSpPr/>
          <p:nvPr/>
        </p:nvSpPr>
        <p:spPr>
          <a:xfrm>
            <a:off x="8046720" y="511606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57" name="Google Shape;257;p11"/>
          <p:cNvSpPr/>
          <p:nvPr/>
        </p:nvSpPr>
        <p:spPr>
          <a:xfrm>
            <a:off x="8458200" y="511606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58" name="Google Shape;258;p11"/>
          <p:cNvSpPr/>
          <p:nvPr/>
        </p:nvSpPr>
        <p:spPr>
          <a:xfrm>
            <a:off x="8869680" y="511606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59" name="Google Shape;259;p11"/>
          <p:cNvSpPr/>
          <p:nvPr/>
        </p:nvSpPr>
        <p:spPr>
          <a:xfrm>
            <a:off x="9281160" y="511606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60" name="Google Shape;260;p11"/>
          <p:cNvSpPr/>
          <p:nvPr/>
        </p:nvSpPr>
        <p:spPr>
          <a:xfrm>
            <a:off x="9692640" y="511606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61" name="Google Shape;261;p11"/>
          <p:cNvSpPr/>
          <p:nvPr/>
        </p:nvSpPr>
        <p:spPr>
          <a:xfrm>
            <a:off x="10104120" y="511606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62" name="Google Shape;262;p11"/>
          <p:cNvSpPr/>
          <p:nvPr/>
        </p:nvSpPr>
        <p:spPr>
          <a:xfrm>
            <a:off x="10515600" y="511606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63" name="Google Shape;263;p11"/>
          <p:cNvSpPr/>
          <p:nvPr/>
        </p:nvSpPr>
        <p:spPr>
          <a:xfrm>
            <a:off x="10927080" y="511606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64" name="Google Shape;264;p11"/>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33</a:t>
            </a:fld>
            <a:endParaRPr sz="1067">
              <a:solidFill>
                <a:schemeClr val="accent5"/>
              </a:solidFill>
              <a:latin typeface="Calibri"/>
              <a:ea typeface="Calibri"/>
              <a:cs typeface="Calibri"/>
              <a:sym typeface="Calibri"/>
            </a:endParaRPr>
          </a:p>
        </p:txBody>
      </p:sp>
    </p:spTree>
    <p:extLst>
      <p:ext uri="{BB962C8B-B14F-4D97-AF65-F5344CB8AC3E}">
        <p14:creationId xmlns:p14="http://schemas.microsoft.com/office/powerpoint/2010/main" val="6516389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374" name="Rectangle 373"/>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0" name="Google Shape;270;p12"/>
          <p:cNvSpPr txBox="1"/>
          <p:nvPr/>
        </p:nvSpPr>
        <p:spPr>
          <a:xfrm>
            <a:off x="731520" y="1463040"/>
            <a:ext cx="5852160" cy="2560320"/>
          </a:xfrm>
          <a:prstGeom prst="rect">
            <a:avLst/>
          </a:prstGeom>
          <a:noFill/>
          <a:ln>
            <a:noFill/>
          </a:ln>
        </p:spPr>
        <p:txBody>
          <a:bodyPr spcFirstLastPara="1" wrap="square" lIns="0" tIns="0" rIns="0" bIns="0" anchor="b" anchorCtr="0">
            <a:noAutofit/>
          </a:bodyPr>
          <a:lstStyle/>
          <a:p>
            <a:pPr>
              <a:buClr>
                <a:schemeClr val="dk1"/>
              </a:buClr>
              <a:buSzPts val="15000"/>
            </a:pPr>
            <a:r>
              <a:rPr lang="en-US" sz="15000" b="1">
                <a:solidFill>
                  <a:schemeClr val="dk1"/>
                </a:solidFill>
                <a:latin typeface="Calibri"/>
                <a:ea typeface="Calibri"/>
                <a:cs typeface="Calibri"/>
                <a:sym typeface="Cambria"/>
              </a:rPr>
              <a:t>50%</a:t>
            </a:r>
            <a:endParaRPr sz="15000">
              <a:solidFill>
                <a:schemeClr val="dk1"/>
              </a:solidFill>
              <a:latin typeface="Calibri"/>
              <a:ea typeface="Calibri"/>
              <a:cs typeface="Calibri"/>
              <a:sym typeface="Calibri"/>
            </a:endParaRPr>
          </a:p>
        </p:txBody>
      </p:sp>
      <p:sp>
        <p:nvSpPr>
          <p:cNvPr id="271" name="Google Shape;271;p12"/>
          <p:cNvSpPr txBox="1"/>
          <p:nvPr/>
        </p:nvSpPr>
        <p:spPr>
          <a:xfrm>
            <a:off x="731520" y="4114800"/>
            <a:ext cx="5852160" cy="822960"/>
          </a:xfrm>
          <a:prstGeom prst="rect">
            <a:avLst/>
          </a:prstGeom>
          <a:noFill/>
          <a:ln>
            <a:noFill/>
          </a:ln>
        </p:spPr>
        <p:txBody>
          <a:bodyPr spcFirstLastPara="1" wrap="square" lIns="0" tIns="0" rIns="0" bIns="0" anchor="t" anchorCtr="0">
            <a:noAutofit/>
          </a:bodyPr>
          <a:lstStyle/>
          <a:p>
            <a:pPr>
              <a:buClr>
                <a:schemeClr val="accent6"/>
              </a:buClr>
              <a:buSzPts val="4400"/>
            </a:pPr>
            <a:r>
              <a:rPr lang="en-US" sz="4400">
                <a:solidFill>
                  <a:schemeClr val="accent6"/>
                </a:solidFill>
                <a:latin typeface="Calibri"/>
                <a:ea typeface="Calibri"/>
                <a:cs typeface="Calibri"/>
                <a:sym typeface="Calibri"/>
              </a:rPr>
              <a:t>Accuracy</a:t>
            </a:r>
            <a:endParaRPr sz="4400">
              <a:solidFill>
                <a:schemeClr val="dk1"/>
              </a:solidFill>
              <a:latin typeface="Calibri"/>
              <a:ea typeface="Calibri"/>
              <a:cs typeface="Calibri"/>
              <a:sym typeface="Calibri"/>
            </a:endParaRPr>
          </a:p>
        </p:txBody>
      </p:sp>
      <p:sp>
        <p:nvSpPr>
          <p:cNvPr id="272" name="Google Shape;272;p12"/>
          <p:cNvSpPr txBox="1"/>
          <p:nvPr/>
        </p:nvSpPr>
        <p:spPr>
          <a:xfrm>
            <a:off x="731520" y="4892040"/>
            <a:ext cx="5852160" cy="457200"/>
          </a:xfrm>
          <a:prstGeom prst="rect">
            <a:avLst/>
          </a:prstGeom>
          <a:noFill/>
          <a:ln>
            <a:noFill/>
          </a:ln>
        </p:spPr>
        <p:txBody>
          <a:bodyPr spcFirstLastPara="1" wrap="square" lIns="0" tIns="0" rIns="0" bIns="0" anchor="t" anchorCtr="0">
            <a:noAutofit/>
          </a:bodyPr>
          <a:lstStyle/>
          <a:p>
            <a:pPr>
              <a:buClr>
                <a:schemeClr val="accent6"/>
              </a:buClr>
              <a:buSzPts val="2200"/>
            </a:pPr>
            <a:r>
              <a:rPr lang="en-US" sz="2200">
                <a:solidFill>
                  <a:schemeClr val="accent6"/>
                </a:solidFill>
                <a:latin typeface="Calibri"/>
                <a:ea typeface="Calibri"/>
                <a:cs typeface="Calibri"/>
                <a:sym typeface="Calibri"/>
              </a:rPr>
              <a:t>if you always guess black</a:t>
            </a:r>
            <a:endParaRPr sz="2200">
              <a:solidFill>
                <a:schemeClr val="dk1"/>
              </a:solidFill>
              <a:latin typeface="Calibri"/>
              <a:ea typeface="Calibri"/>
              <a:cs typeface="Calibri"/>
              <a:sym typeface="Calibri"/>
            </a:endParaRPr>
          </a:p>
        </p:txBody>
      </p:sp>
      <p:sp>
        <p:nvSpPr>
          <p:cNvPr id="273" name="Google Shape;273;p12"/>
          <p:cNvSpPr/>
          <p:nvPr/>
        </p:nvSpPr>
        <p:spPr>
          <a:xfrm>
            <a:off x="722376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74" name="Google Shape;274;p12"/>
          <p:cNvSpPr/>
          <p:nvPr/>
        </p:nvSpPr>
        <p:spPr>
          <a:xfrm>
            <a:off x="763524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75" name="Google Shape;275;p12"/>
          <p:cNvSpPr/>
          <p:nvPr/>
        </p:nvSpPr>
        <p:spPr>
          <a:xfrm>
            <a:off x="804672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76" name="Google Shape;276;p12"/>
          <p:cNvSpPr/>
          <p:nvPr/>
        </p:nvSpPr>
        <p:spPr>
          <a:xfrm>
            <a:off x="845820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77" name="Google Shape;277;p12"/>
          <p:cNvSpPr/>
          <p:nvPr/>
        </p:nvSpPr>
        <p:spPr>
          <a:xfrm>
            <a:off x="886968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78" name="Google Shape;278;p12"/>
          <p:cNvSpPr/>
          <p:nvPr/>
        </p:nvSpPr>
        <p:spPr>
          <a:xfrm>
            <a:off x="928116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79" name="Google Shape;279;p12"/>
          <p:cNvSpPr/>
          <p:nvPr/>
        </p:nvSpPr>
        <p:spPr>
          <a:xfrm>
            <a:off x="969264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80" name="Google Shape;280;p12"/>
          <p:cNvSpPr/>
          <p:nvPr/>
        </p:nvSpPr>
        <p:spPr>
          <a:xfrm>
            <a:off x="1010412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81" name="Google Shape;281;p12"/>
          <p:cNvSpPr/>
          <p:nvPr/>
        </p:nvSpPr>
        <p:spPr>
          <a:xfrm>
            <a:off x="1051560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82" name="Google Shape;282;p12"/>
          <p:cNvSpPr/>
          <p:nvPr/>
        </p:nvSpPr>
        <p:spPr>
          <a:xfrm>
            <a:off x="1092708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83" name="Google Shape;283;p12"/>
          <p:cNvSpPr/>
          <p:nvPr/>
        </p:nvSpPr>
        <p:spPr>
          <a:xfrm>
            <a:off x="722376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84" name="Google Shape;284;p12"/>
          <p:cNvSpPr/>
          <p:nvPr/>
        </p:nvSpPr>
        <p:spPr>
          <a:xfrm>
            <a:off x="763524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85" name="Google Shape;285;p12"/>
          <p:cNvSpPr/>
          <p:nvPr/>
        </p:nvSpPr>
        <p:spPr>
          <a:xfrm>
            <a:off x="804672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86" name="Google Shape;286;p12"/>
          <p:cNvSpPr/>
          <p:nvPr/>
        </p:nvSpPr>
        <p:spPr>
          <a:xfrm>
            <a:off x="845820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87" name="Google Shape;287;p12"/>
          <p:cNvSpPr/>
          <p:nvPr/>
        </p:nvSpPr>
        <p:spPr>
          <a:xfrm>
            <a:off x="886968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88" name="Google Shape;288;p12"/>
          <p:cNvSpPr/>
          <p:nvPr/>
        </p:nvSpPr>
        <p:spPr>
          <a:xfrm>
            <a:off x="928116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89" name="Google Shape;289;p12"/>
          <p:cNvSpPr/>
          <p:nvPr/>
        </p:nvSpPr>
        <p:spPr>
          <a:xfrm>
            <a:off x="969264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90" name="Google Shape;290;p12"/>
          <p:cNvSpPr/>
          <p:nvPr/>
        </p:nvSpPr>
        <p:spPr>
          <a:xfrm>
            <a:off x="1010412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91" name="Google Shape;291;p12"/>
          <p:cNvSpPr/>
          <p:nvPr/>
        </p:nvSpPr>
        <p:spPr>
          <a:xfrm>
            <a:off x="1051560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92" name="Google Shape;292;p12"/>
          <p:cNvSpPr/>
          <p:nvPr/>
        </p:nvSpPr>
        <p:spPr>
          <a:xfrm>
            <a:off x="1092708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93" name="Google Shape;293;p12"/>
          <p:cNvSpPr/>
          <p:nvPr/>
        </p:nvSpPr>
        <p:spPr>
          <a:xfrm>
            <a:off x="722376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94" name="Google Shape;294;p12"/>
          <p:cNvSpPr/>
          <p:nvPr/>
        </p:nvSpPr>
        <p:spPr>
          <a:xfrm>
            <a:off x="763524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95" name="Google Shape;295;p12"/>
          <p:cNvSpPr/>
          <p:nvPr/>
        </p:nvSpPr>
        <p:spPr>
          <a:xfrm>
            <a:off x="804672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96" name="Google Shape;296;p12"/>
          <p:cNvSpPr/>
          <p:nvPr/>
        </p:nvSpPr>
        <p:spPr>
          <a:xfrm>
            <a:off x="845820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97" name="Google Shape;297;p12"/>
          <p:cNvSpPr/>
          <p:nvPr/>
        </p:nvSpPr>
        <p:spPr>
          <a:xfrm>
            <a:off x="886968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98" name="Google Shape;298;p12"/>
          <p:cNvSpPr/>
          <p:nvPr/>
        </p:nvSpPr>
        <p:spPr>
          <a:xfrm>
            <a:off x="928116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299" name="Google Shape;299;p12"/>
          <p:cNvSpPr/>
          <p:nvPr/>
        </p:nvSpPr>
        <p:spPr>
          <a:xfrm>
            <a:off x="969264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00" name="Google Shape;300;p12"/>
          <p:cNvSpPr/>
          <p:nvPr/>
        </p:nvSpPr>
        <p:spPr>
          <a:xfrm>
            <a:off x="1010412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01" name="Google Shape;301;p12"/>
          <p:cNvSpPr/>
          <p:nvPr/>
        </p:nvSpPr>
        <p:spPr>
          <a:xfrm>
            <a:off x="1051560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02" name="Google Shape;302;p12"/>
          <p:cNvSpPr/>
          <p:nvPr/>
        </p:nvSpPr>
        <p:spPr>
          <a:xfrm>
            <a:off x="1092708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03" name="Google Shape;303;p12"/>
          <p:cNvSpPr/>
          <p:nvPr/>
        </p:nvSpPr>
        <p:spPr>
          <a:xfrm>
            <a:off x="722376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04" name="Google Shape;304;p12"/>
          <p:cNvSpPr/>
          <p:nvPr/>
        </p:nvSpPr>
        <p:spPr>
          <a:xfrm>
            <a:off x="763524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05" name="Google Shape;305;p12"/>
          <p:cNvSpPr/>
          <p:nvPr/>
        </p:nvSpPr>
        <p:spPr>
          <a:xfrm>
            <a:off x="804672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06" name="Google Shape;306;p12"/>
          <p:cNvSpPr/>
          <p:nvPr/>
        </p:nvSpPr>
        <p:spPr>
          <a:xfrm>
            <a:off x="845820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07" name="Google Shape;307;p12"/>
          <p:cNvSpPr/>
          <p:nvPr/>
        </p:nvSpPr>
        <p:spPr>
          <a:xfrm>
            <a:off x="886968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08" name="Google Shape;308;p12"/>
          <p:cNvSpPr/>
          <p:nvPr/>
        </p:nvSpPr>
        <p:spPr>
          <a:xfrm>
            <a:off x="928116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09" name="Google Shape;309;p12"/>
          <p:cNvSpPr/>
          <p:nvPr/>
        </p:nvSpPr>
        <p:spPr>
          <a:xfrm>
            <a:off x="969264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10" name="Google Shape;310;p12"/>
          <p:cNvSpPr/>
          <p:nvPr/>
        </p:nvSpPr>
        <p:spPr>
          <a:xfrm>
            <a:off x="1010412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11" name="Google Shape;311;p12"/>
          <p:cNvSpPr/>
          <p:nvPr/>
        </p:nvSpPr>
        <p:spPr>
          <a:xfrm>
            <a:off x="1051560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12" name="Google Shape;312;p12"/>
          <p:cNvSpPr/>
          <p:nvPr/>
        </p:nvSpPr>
        <p:spPr>
          <a:xfrm>
            <a:off x="1092708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13" name="Google Shape;313;p12"/>
          <p:cNvSpPr/>
          <p:nvPr/>
        </p:nvSpPr>
        <p:spPr>
          <a:xfrm>
            <a:off x="722376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14" name="Google Shape;314;p12"/>
          <p:cNvSpPr/>
          <p:nvPr/>
        </p:nvSpPr>
        <p:spPr>
          <a:xfrm>
            <a:off x="763524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15" name="Google Shape;315;p12"/>
          <p:cNvSpPr/>
          <p:nvPr/>
        </p:nvSpPr>
        <p:spPr>
          <a:xfrm>
            <a:off x="804672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16" name="Google Shape;316;p12"/>
          <p:cNvSpPr/>
          <p:nvPr/>
        </p:nvSpPr>
        <p:spPr>
          <a:xfrm>
            <a:off x="845820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17" name="Google Shape;317;p12"/>
          <p:cNvSpPr/>
          <p:nvPr/>
        </p:nvSpPr>
        <p:spPr>
          <a:xfrm>
            <a:off x="886968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18" name="Google Shape;318;p12"/>
          <p:cNvSpPr/>
          <p:nvPr/>
        </p:nvSpPr>
        <p:spPr>
          <a:xfrm>
            <a:off x="928116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19" name="Google Shape;319;p12"/>
          <p:cNvSpPr/>
          <p:nvPr/>
        </p:nvSpPr>
        <p:spPr>
          <a:xfrm>
            <a:off x="969264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20" name="Google Shape;320;p12"/>
          <p:cNvSpPr/>
          <p:nvPr/>
        </p:nvSpPr>
        <p:spPr>
          <a:xfrm>
            <a:off x="1010412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21" name="Google Shape;321;p12"/>
          <p:cNvSpPr/>
          <p:nvPr/>
        </p:nvSpPr>
        <p:spPr>
          <a:xfrm>
            <a:off x="1051560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22" name="Google Shape;322;p12"/>
          <p:cNvSpPr/>
          <p:nvPr/>
        </p:nvSpPr>
        <p:spPr>
          <a:xfrm>
            <a:off x="1092708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23" name="Google Shape;323;p12"/>
          <p:cNvSpPr/>
          <p:nvPr/>
        </p:nvSpPr>
        <p:spPr>
          <a:xfrm>
            <a:off x="7223760" y="347014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24" name="Google Shape;324;p12"/>
          <p:cNvSpPr/>
          <p:nvPr/>
        </p:nvSpPr>
        <p:spPr>
          <a:xfrm>
            <a:off x="7635240" y="347014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25" name="Google Shape;325;p12"/>
          <p:cNvSpPr/>
          <p:nvPr/>
        </p:nvSpPr>
        <p:spPr>
          <a:xfrm>
            <a:off x="8046720" y="347014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26" name="Google Shape;326;p12"/>
          <p:cNvSpPr/>
          <p:nvPr/>
        </p:nvSpPr>
        <p:spPr>
          <a:xfrm>
            <a:off x="8458200" y="347014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27" name="Google Shape;327;p12"/>
          <p:cNvSpPr/>
          <p:nvPr/>
        </p:nvSpPr>
        <p:spPr>
          <a:xfrm>
            <a:off x="8869680" y="347014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28" name="Google Shape;328;p12"/>
          <p:cNvSpPr/>
          <p:nvPr/>
        </p:nvSpPr>
        <p:spPr>
          <a:xfrm>
            <a:off x="9281160" y="347014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29" name="Google Shape;329;p12"/>
          <p:cNvSpPr/>
          <p:nvPr/>
        </p:nvSpPr>
        <p:spPr>
          <a:xfrm>
            <a:off x="9692640" y="347014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30" name="Google Shape;330;p12"/>
          <p:cNvSpPr/>
          <p:nvPr/>
        </p:nvSpPr>
        <p:spPr>
          <a:xfrm>
            <a:off x="10104120" y="347014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31" name="Google Shape;331;p12"/>
          <p:cNvSpPr/>
          <p:nvPr/>
        </p:nvSpPr>
        <p:spPr>
          <a:xfrm>
            <a:off x="10515600" y="347014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32" name="Google Shape;332;p12"/>
          <p:cNvSpPr/>
          <p:nvPr/>
        </p:nvSpPr>
        <p:spPr>
          <a:xfrm>
            <a:off x="10927080" y="347014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33" name="Google Shape;333;p12"/>
          <p:cNvSpPr/>
          <p:nvPr/>
        </p:nvSpPr>
        <p:spPr>
          <a:xfrm>
            <a:off x="7223760" y="388162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34" name="Google Shape;334;p12"/>
          <p:cNvSpPr/>
          <p:nvPr/>
        </p:nvSpPr>
        <p:spPr>
          <a:xfrm>
            <a:off x="7635240" y="388162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35" name="Google Shape;335;p12"/>
          <p:cNvSpPr/>
          <p:nvPr/>
        </p:nvSpPr>
        <p:spPr>
          <a:xfrm>
            <a:off x="8046720" y="388162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36" name="Google Shape;336;p12"/>
          <p:cNvSpPr/>
          <p:nvPr/>
        </p:nvSpPr>
        <p:spPr>
          <a:xfrm>
            <a:off x="8458200" y="388162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37" name="Google Shape;337;p12"/>
          <p:cNvSpPr/>
          <p:nvPr/>
        </p:nvSpPr>
        <p:spPr>
          <a:xfrm>
            <a:off x="8869680" y="388162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38" name="Google Shape;338;p12"/>
          <p:cNvSpPr/>
          <p:nvPr/>
        </p:nvSpPr>
        <p:spPr>
          <a:xfrm>
            <a:off x="9281160" y="388162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39" name="Google Shape;339;p12"/>
          <p:cNvSpPr/>
          <p:nvPr/>
        </p:nvSpPr>
        <p:spPr>
          <a:xfrm>
            <a:off x="9692640" y="388162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40" name="Google Shape;340;p12"/>
          <p:cNvSpPr/>
          <p:nvPr/>
        </p:nvSpPr>
        <p:spPr>
          <a:xfrm>
            <a:off x="10104120" y="388162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41" name="Google Shape;341;p12"/>
          <p:cNvSpPr/>
          <p:nvPr/>
        </p:nvSpPr>
        <p:spPr>
          <a:xfrm>
            <a:off x="10515600" y="388162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42" name="Google Shape;342;p12"/>
          <p:cNvSpPr/>
          <p:nvPr/>
        </p:nvSpPr>
        <p:spPr>
          <a:xfrm>
            <a:off x="10927080" y="388162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43" name="Google Shape;343;p12"/>
          <p:cNvSpPr/>
          <p:nvPr/>
        </p:nvSpPr>
        <p:spPr>
          <a:xfrm>
            <a:off x="7223760" y="429310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44" name="Google Shape;344;p12"/>
          <p:cNvSpPr/>
          <p:nvPr/>
        </p:nvSpPr>
        <p:spPr>
          <a:xfrm>
            <a:off x="7635240" y="429310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45" name="Google Shape;345;p12"/>
          <p:cNvSpPr/>
          <p:nvPr/>
        </p:nvSpPr>
        <p:spPr>
          <a:xfrm>
            <a:off x="8046720" y="429310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46" name="Google Shape;346;p12"/>
          <p:cNvSpPr/>
          <p:nvPr/>
        </p:nvSpPr>
        <p:spPr>
          <a:xfrm>
            <a:off x="8458200" y="429310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47" name="Google Shape;347;p12"/>
          <p:cNvSpPr/>
          <p:nvPr/>
        </p:nvSpPr>
        <p:spPr>
          <a:xfrm>
            <a:off x="8869680" y="429310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48" name="Google Shape;348;p12"/>
          <p:cNvSpPr/>
          <p:nvPr/>
        </p:nvSpPr>
        <p:spPr>
          <a:xfrm>
            <a:off x="9281160" y="429310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49" name="Google Shape;349;p12"/>
          <p:cNvSpPr/>
          <p:nvPr/>
        </p:nvSpPr>
        <p:spPr>
          <a:xfrm>
            <a:off x="9692640" y="429310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50" name="Google Shape;350;p12"/>
          <p:cNvSpPr/>
          <p:nvPr/>
        </p:nvSpPr>
        <p:spPr>
          <a:xfrm>
            <a:off x="10104120" y="429310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51" name="Google Shape;351;p12"/>
          <p:cNvSpPr/>
          <p:nvPr/>
        </p:nvSpPr>
        <p:spPr>
          <a:xfrm>
            <a:off x="10515600" y="429310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52" name="Google Shape;352;p12"/>
          <p:cNvSpPr/>
          <p:nvPr/>
        </p:nvSpPr>
        <p:spPr>
          <a:xfrm>
            <a:off x="10927080" y="429310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53" name="Google Shape;353;p12"/>
          <p:cNvSpPr/>
          <p:nvPr/>
        </p:nvSpPr>
        <p:spPr>
          <a:xfrm>
            <a:off x="7223760" y="470458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54" name="Google Shape;354;p12"/>
          <p:cNvSpPr/>
          <p:nvPr/>
        </p:nvSpPr>
        <p:spPr>
          <a:xfrm>
            <a:off x="7635240" y="470458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55" name="Google Shape;355;p12"/>
          <p:cNvSpPr/>
          <p:nvPr/>
        </p:nvSpPr>
        <p:spPr>
          <a:xfrm>
            <a:off x="8046720" y="470458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56" name="Google Shape;356;p12"/>
          <p:cNvSpPr/>
          <p:nvPr/>
        </p:nvSpPr>
        <p:spPr>
          <a:xfrm>
            <a:off x="8458200" y="470458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57" name="Google Shape;357;p12"/>
          <p:cNvSpPr/>
          <p:nvPr/>
        </p:nvSpPr>
        <p:spPr>
          <a:xfrm>
            <a:off x="8869680" y="470458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58" name="Google Shape;358;p12"/>
          <p:cNvSpPr/>
          <p:nvPr/>
        </p:nvSpPr>
        <p:spPr>
          <a:xfrm>
            <a:off x="9281160" y="470458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59" name="Google Shape;359;p12"/>
          <p:cNvSpPr/>
          <p:nvPr/>
        </p:nvSpPr>
        <p:spPr>
          <a:xfrm>
            <a:off x="9692640" y="470458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60" name="Google Shape;360;p12"/>
          <p:cNvSpPr/>
          <p:nvPr/>
        </p:nvSpPr>
        <p:spPr>
          <a:xfrm>
            <a:off x="10104120" y="470458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61" name="Google Shape;361;p12"/>
          <p:cNvSpPr/>
          <p:nvPr/>
        </p:nvSpPr>
        <p:spPr>
          <a:xfrm>
            <a:off x="10515600" y="470458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62" name="Google Shape;362;p12"/>
          <p:cNvSpPr/>
          <p:nvPr/>
        </p:nvSpPr>
        <p:spPr>
          <a:xfrm>
            <a:off x="10927080" y="470458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63" name="Google Shape;363;p12"/>
          <p:cNvSpPr/>
          <p:nvPr/>
        </p:nvSpPr>
        <p:spPr>
          <a:xfrm>
            <a:off x="7223760" y="511606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64" name="Google Shape;364;p12"/>
          <p:cNvSpPr/>
          <p:nvPr/>
        </p:nvSpPr>
        <p:spPr>
          <a:xfrm>
            <a:off x="7635240" y="511606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65" name="Google Shape;365;p12"/>
          <p:cNvSpPr/>
          <p:nvPr/>
        </p:nvSpPr>
        <p:spPr>
          <a:xfrm>
            <a:off x="8046720" y="511606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66" name="Google Shape;366;p12"/>
          <p:cNvSpPr/>
          <p:nvPr/>
        </p:nvSpPr>
        <p:spPr>
          <a:xfrm>
            <a:off x="8458200" y="511606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67" name="Google Shape;367;p12"/>
          <p:cNvSpPr/>
          <p:nvPr/>
        </p:nvSpPr>
        <p:spPr>
          <a:xfrm>
            <a:off x="8869680" y="511606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68" name="Google Shape;368;p12"/>
          <p:cNvSpPr/>
          <p:nvPr/>
        </p:nvSpPr>
        <p:spPr>
          <a:xfrm>
            <a:off x="9281160" y="511606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69" name="Google Shape;369;p12"/>
          <p:cNvSpPr/>
          <p:nvPr/>
        </p:nvSpPr>
        <p:spPr>
          <a:xfrm>
            <a:off x="9692640" y="511606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70" name="Google Shape;370;p12"/>
          <p:cNvSpPr/>
          <p:nvPr/>
        </p:nvSpPr>
        <p:spPr>
          <a:xfrm>
            <a:off x="10104120" y="511606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71" name="Google Shape;371;p12"/>
          <p:cNvSpPr/>
          <p:nvPr/>
        </p:nvSpPr>
        <p:spPr>
          <a:xfrm>
            <a:off x="10515600" y="511606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72" name="Google Shape;372;p12"/>
          <p:cNvSpPr/>
          <p:nvPr/>
        </p:nvSpPr>
        <p:spPr>
          <a:xfrm>
            <a:off x="10927080" y="511606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73" name="Google Shape;373;p12"/>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34</a:t>
            </a:fld>
            <a:endParaRPr sz="1067">
              <a:solidFill>
                <a:schemeClr val="accent5"/>
              </a:solidFill>
              <a:latin typeface="Calibri"/>
              <a:ea typeface="Calibri"/>
              <a:cs typeface="Calibri"/>
              <a:sym typeface="Calibri"/>
            </a:endParaRPr>
          </a:p>
        </p:txBody>
      </p:sp>
    </p:spTree>
    <p:extLst>
      <p:ext uri="{BB962C8B-B14F-4D97-AF65-F5344CB8AC3E}">
        <p14:creationId xmlns:p14="http://schemas.microsoft.com/office/powerpoint/2010/main" val="15961809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483" name="Rectangle 482"/>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79" name="Google Shape;379;p13"/>
          <p:cNvSpPr txBox="1"/>
          <p:nvPr/>
        </p:nvSpPr>
        <p:spPr>
          <a:xfrm>
            <a:off x="731520" y="1463040"/>
            <a:ext cx="5852160" cy="2560320"/>
          </a:xfrm>
          <a:prstGeom prst="rect">
            <a:avLst/>
          </a:prstGeom>
          <a:noFill/>
          <a:ln>
            <a:noFill/>
          </a:ln>
        </p:spPr>
        <p:txBody>
          <a:bodyPr spcFirstLastPara="1" wrap="square" lIns="0" tIns="0" rIns="0" bIns="0" anchor="b" anchorCtr="0">
            <a:noAutofit/>
          </a:bodyPr>
          <a:lstStyle/>
          <a:p>
            <a:pPr>
              <a:buClr>
                <a:schemeClr val="dk1"/>
              </a:buClr>
              <a:buSzPts val="15000"/>
            </a:pPr>
            <a:r>
              <a:rPr lang="en-US" sz="15000" b="1">
                <a:solidFill>
                  <a:schemeClr val="dk1"/>
                </a:solidFill>
                <a:latin typeface="Calibri"/>
                <a:ea typeface="Calibri"/>
                <a:cs typeface="Calibri"/>
                <a:sym typeface="Cambria"/>
              </a:rPr>
              <a:t>99</a:t>
            </a:r>
            <a:endParaRPr sz="15000">
              <a:solidFill>
                <a:schemeClr val="dk1"/>
              </a:solidFill>
              <a:latin typeface="Calibri"/>
              <a:ea typeface="Calibri"/>
              <a:cs typeface="Calibri"/>
              <a:sym typeface="Calibri"/>
            </a:endParaRPr>
          </a:p>
        </p:txBody>
      </p:sp>
      <p:sp>
        <p:nvSpPr>
          <p:cNvPr id="380" name="Google Shape;380;p13"/>
          <p:cNvSpPr txBox="1"/>
          <p:nvPr/>
        </p:nvSpPr>
        <p:spPr>
          <a:xfrm>
            <a:off x="731520" y="4114800"/>
            <a:ext cx="5852160" cy="822960"/>
          </a:xfrm>
          <a:prstGeom prst="rect">
            <a:avLst/>
          </a:prstGeom>
          <a:noFill/>
          <a:ln>
            <a:noFill/>
          </a:ln>
        </p:spPr>
        <p:txBody>
          <a:bodyPr spcFirstLastPara="1" wrap="square" lIns="0" tIns="0" rIns="0" bIns="0" anchor="t" anchorCtr="0">
            <a:noAutofit/>
          </a:bodyPr>
          <a:lstStyle/>
          <a:p>
            <a:pPr>
              <a:buClr>
                <a:schemeClr val="accent6"/>
              </a:buClr>
              <a:buSzPts val="4400"/>
            </a:pPr>
            <a:r>
              <a:rPr lang="en-US" sz="4400">
                <a:solidFill>
                  <a:schemeClr val="accent6"/>
                </a:solidFill>
                <a:latin typeface="Calibri"/>
                <a:ea typeface="Calibri"/>
                <a:cs typeface="Calibri"/>
                <a:sym typeface="Calibri"/>
              </a:rPr>
              <a:t>Black</a:t>
            </a:r>
            <a:endParaRPr sz="4400">
              <a:solidFill>
                <a:schemeClr val="dk1"/>
              </a:solidFill>
              <a:latin typeface="Calibri"/>
              <a:ea typeface="Calibri"/>
              <a:cs typeface="Calibri"/>
              <a:sym typeface="Calibri"/>
            </a:endParaRPr>
          </a:p>
        </p:txBody>
      </p:sp>
      <p:sp>
        <p:nvSpPr>
          <p:cNvPr id="381" name="Google Shape;381;p13"/>
          <p:cNvSpPr txBox="1"/>
          <p:nvPr/>
        </p:nvSpPr>
        <p:spPr>
          <a:xfrm>
            <a:off x="731520" y="4892040"/>
            <a:ext cx="5852160" cy="457200"/>
          </a:xfrm>
          <a:prstGeom prst="rect">
            <a:avLst/>
          </a:prstGeom>
          <a:noFill/>
          <a:ln>
            <a:noFill/>
          </a:ln>
        </p:spPr>
        <p:txBody>
          <a:bodyPr spcFirstLastPara="1" wrap="square" lIns="0" tIns="0" rIns="0" bIns="0" anchor="t" anchorCtr="0">
            <a:noAutofit/>
          </a:bodyPr>
          <a:lstStyle/>
          <a:p>
            <a:pPr>
              <a:buClr>
                <a:schemeClr val="accent6"/>
              </a:buClr>
              <a:buSzPts val="2200"/>
            </a:pPr>
            <a:r>
              <a:rPr lang="en-US" sz="2200">
                <a:solidFill>
                  <a:schemeClr val="accent6"/>
                </a:solidFill>
                <a:latin typeface="Calibri"/>
                <a:ea typeface="Calibri"/>
                <a:cs typeface="Calibri"/>
                <a:sym typeface="Calibri"/>
              </a:rPr>
              <a:t>out of 100 balls</a:t>
            </a:r>
            <a:endParaRPr sz="2200">
              <a:solidFill>
                <a:schemeClr val="dk1"/>
              </a:solidFill>
              <a:latin typeface="Calibri"/>
              <a:ea typeface="Calibri"/>
              <a:cs typeface="Calibri"/>
              <a:sym typeface="Calibri"/>
            </a:endParaRPr>
          </a:p>
        </p:txBody>
      </p:sp>
      <p:sp>
        <p:nvSpPr>
          <p:cNvPr id="382" name="Google Shape;382;p13"/>
          <p:cNvSpPr/>
          <p:nvPr/>
        </p:nvSpPr>
        <p:spPr>
          <a:xfrm>
            <a:off x="722376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83" name="Google Shape;383;p13"/>
          <p:cNvSpPr/>
          <p:nvPr/>
        </p:nvSpPr>
        <p:spPr>
          <a:xfrm>
            <a:off x="763524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84" name="Google Shape;384;p13"/>
          <p:cNvSpPr/>
          <p:nvPr/>
        </p:nvSpPr>
        <p:spPr>
          <a:xfrm>
            <a:off x="804672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85" name="Google Shape;385;p13"/>
          <p:cNvSpPr/>
          <p:nvPr/>
        </p:nvSpPr>
        <p:spPr>
          <a:xfrm>
            <a:off x="845820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86" name="Google Shape;386;p13"/>
          <p:cNvSpPr/>
          <p:nvPr/>
        </p:nvSpPr>
        <p:spPr>
          <a:xfrm>
            <a:off x="886968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87" name="Google Shape;387;p13"/>
          <p:cNvSpPr/>
          <p:nvPr/>
        </p:nvSpPr>
        <p:spPr>
          <a:xfrm>
            <a:off x="928116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88" name="Google Shape;388;p13"/>
          <p:cNvSpPr/>
          <p:nvPr/>
        </p:nvSpPr>
        <p:spPr>
          <a:xfrm>
            <a:off x="969264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89" name="Google Shape;389;p13"/>
          <p:cNvSpPr/>
          <p:nvPr/>
        </p:nvSpPr>
        <p:spPr>
          <a:xfrm>
            <a:off x="1010412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90" name="Google Shape;390;p13"/>
          <p:cNvSpPr/>
          <p:nvPr/>
        </p:nvSpPr>
        <p:spPr>
          <a:xfrm>
            <a:off x="1051560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91" name="Google Shape;391;p13"/>
          <p:cNvSpPr/>
          <p:nvPr/>
        </p:nvSpPr>
        <p:spPr>
          <a:xfrm>
            <a:off x="1092708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92" name="Google Shape;392;p13"/>
          <p:cNvSpPr/>
          <p:nvPr/>
        </p:nvSpPr>
        <p:spPr>
          <a:xfrm>
            <a:off x="722376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93" name="Google Shape;393;p13"/>
          <p:cNvSpPr/>
          <p:nvPr/>
        </p:nvSpPr>
        <p:spPr>
          <a:xfrm>
            <a:off x="763524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94" name="Google Shape;394;p13"/>
          <p:cNvSpPr/>
          <p:nvPr/>
        </p:nvSpPr>
        <p:spPr>
          <a:xfrm>
            <a:off x="804672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95" name="Google Shape;395;p13"/>
          <p:cNvSpPr/>
          <p:nvPr/>
        </p:nvSpPr>
        <p:spPr>
          <a:xfrm>
            <a:off x="845820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96" name="Google Shape;396;p13"/>
          <p:cNvSpPr/>
          <p:nvPr/>
        </p:nvSpPr>
        <p:spPr>
          <a:xfrm>
            <a:off x="886968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97" name="Google Shape;397;p13"/>
          <p:cNvSpPr/>
          <p:nvPr/>
        </p:nvSpPr>
        <p:spPr>
          <a:xfrm>
            <a:off x="928116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98" name="Google Shape;398;p13"/>
          <p:cNvSpPr/>
          <p:nvPr/>
        </p:nvSpPr>
        <p:spPr>
          <a:xfrm>
            <a:off x="969264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399" name="Google Shape;399;p13"/>
          <p:cNvSpPr/>
          <p:nvPr/>
        </p:nvSpPr>
        <p:spPr>
          <a:xfrm>
            <a:off x="1010412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00" name="Google Shape;400;p13"/>
          <p:cNvSpPr/>
          <p:nvPr/>
        </p:nvSpPr>
        <p:spPr>
          <a:xfrm>
            <a:off x="1051560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01" name="Google Shape;401;p13"/>
          <p:cNvSpPr/>
          <p:nvPr/>
        </p:nvSpPr>
        <p:spPr>
          <a:xfrm>
            <a:off x="1092708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02" name="Google Shape;402;p13"/>
          <p:cNvSpPr/>
          <p:nvPr/>
        </p:nvSpPr>
        <p:spPr>
          <a:xfrm>
            <a:off x="722376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03" name="Google Shape;403;p13"/>
          <p:cNvSpPr/>
          <p:nvPr/>
        </p:nvSpPr>
        <p:spPr>
          <a:xfrm>
            <a:off x="763524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04" name="Google Shape;404;p13"/>
          <p:cNvSpPr/>
          <p:nvPr/>
        </p:nvSpPr>
        <p:spPr>
          <a:xfrm>
            <a:off x="804672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05" name="Google Shape;405;p13"/>
          <p:cNvSpPr/>
          <p:nvPr/>
        </p:nvSpPr>
        <p:spPr>
          <a:xfrm>
            <a:off x="845820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06" name="Google Shape;406;p13"/>
          <p:cNvSpPr/>
          <p:nvPr/>
        </p:nvSpPr>
        <p:spPr>
          <a:xfrm>
            <a:off x="886968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07" name="Google Shape;407;p13"/>
          <p:cNvSpPr/>
          <p:nvPr/>
        </p:nvSpPr>
        <p:spPr>
          <a:xfrm>
            <a:off x="928116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08" name="Google Shape;408;p13"/>
          <p:cNvSpPr/>
          <p:nvPr/>
        </p:nvSpPr>
        <p:spPr>
          <a:xfrm>
            <a:off x="969264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09" name="Google Shape;409;p13"/>
          <p:cNvSpPr/>
          <p:nvPr/>
        </p:nvSpPr>
        <p:spPr>
          <a:xfrm>
            <a:off x="1010412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10" name="Google Shape;410;p13"/>
          <p:cNvSpPr/>
          <p:nvPr/>
        </p:nvSpPr>
        <p:spPr>
          <a:xfrm>
            <a:off x="1051560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11" name="Google Shape;411;p13"/>
          <p:cNvSpPr/>
          <p:nvPr/>
        </p:nvSpPr>
        <p:spPr>
          <a:xfrm>
            <a:off x="1092708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12" name="Google Shape;412;p13"/>
          <p:cNvSpPr/>
          <p:nvPr/>
        </p:nvSpPr>
        <p:spPr>
          <a:xfrm>
            <a:off x="722376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13" name="Google Shape;413;p13"/>
          <p:cNvSpPr/>
          <p:nvPr/>
        </p:nvSpPr>
        <p:spPr>
          <a:xfrm>
            <a:off x="763524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14" name="Google Shape;414;p13"/>
          <p:cNvSpPr/>
          <p:nvPr/>
        </p:nvSpPr>
        <p:spPr>
          <a:xfrm>
            <a:off x="804672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15" name="Google Shape;415;p13"/>
          <p:cNvSpPr/>
          <p:nvPr/>
        </p:nvSpPr>
        <p:spPr>
          <a:xfrm>
            <a:off x="845820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16" name="Google Shape;416;p13"/>
          <p:cNvSpPr/>
          <p:nvPr/>
        </p:nvSpPr>
        <p:spPr>
          <a:xfrm>
            <a:off x="886968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17" name="Google Shape;417;p13"/>
          <p:cNvSpPr/>
          <p:nvPr/>
        </p:nvSpPr>
        <p:spPr>
          <a:xfrm>
            <a:off x="928116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18" name="Google Shape;418;p13"/>
          <p:cNvSpPr/>
          <p:nvPr/>
        </p:nvSpPr>
        <p:spPr>
          <a:xfrm>
            <a:off x="969264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19" name="Google Shape;419;p13"/>
          <p:cNvSpPr/>
          <p:nvPr/>
        </p:nvSpPr>
        <p:spPr>
          <a:xfrm>
            <a:off x="1010412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20" name="Google Shape;420;p13"/>
          <p:cNvSpPr/>
          <p:nvPr/>
        </p:nvSpPr>
        <p:spPr>
          <a:xfrm>
            <a:off x="1051560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21" name="Google Shape;421;p13"/>
          <p:cNvSpPr/>
          <p:nvPr/>
        </p:nvSpPr>
        <p:spPr>
          <a:xfrm>
            <a:off x="1092708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22" name="Google Shape;422;p13"/>
          <p:cNvSpPr/>
          <p:nvPr/>
        </p:nvSpPr>
        <p:spPr>
          <a:xfrm>
            <a:off x="722376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23" name="Google Shape;423;p13"/>
          <p:cNvSpPr/>
          <p:nvPr/>
        </p:nvSpPr>
        <p:spPr>
          <a:xfrm>
            <a:off x="763524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24" name="Google Shape;424;p13"/>
          <p:cNvSpPr/>
          <p:nvPr/>
        </p:nvSpPr>
        <p:spPr>
          <a:xfrm>
            <a:off x="804672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25" name="Google Shape;425;p13"/>
          <p:cNvSpPr/>
          <p:nvPr/>
        </p:nvSpPr>
        <p:spPr>
          <a:xfrm>
            <a:off x="845820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26" name="Google Shape;426;p13"/>
          <p:cNvSpPr/>
          <p:nvPr/>
        </p:nvSpPr>
        <p:spPr>
          <a:xfrm>
            <a:off x="886968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27" name="Google Shape;427;p13"/>
          <p:cNvSpPr/>
          <p:nvPr/>
        </p:nvSpPr>
        <p:spPr>
          <a:xfrm>
            <a:off x="928116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28" name="Google Shape;428;p13"/>
          <p:cNvSpPr/>
          <p:nvPr/>
        </p:nvSpPr>
        <p:spPr>
          <a:xfrm>
            <a:off x="969264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29" name="Google Shape;429;p13"/>
          <p:cNvSpPr/>
          <p:nvPr/>
        </p:nvSpPr>
        <p:spPr>
          <a:xfrm>
            <a:off x="1010412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30" name="Google Shape;430;p13"/>
          <p:cNvSpPr/>
          <p:nvPr/>
        </p:nvSpPr>
        <p:spPr>
          <a:xfrm>
            <a:off x="1051560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31" name="Google Shape;431;p13"/>
          <p:cNvSpPr/>
          <p:nvPr/>
        </p:nvSpPr>
        <p:spPr>
          <a:xfrm>
            <a:off x="1092708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32" name="Google Shape;432;p13"/>
          <p:cNvSpPr/>
          <p:nvPr/>
        </p:nvSpPr>
        <p:spPr>
          <a:xfrm>
            <a:off x="7223760" y="34701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33" name="Google Shape;433;p13"/>
          <p:cNvSpPr/>
          <p:nvPr/>
        </p:nvSpPr>
        <p:spPr>
          <a:xfrm>
            <a:off x="7635240" y="34701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34" name="Google Shape;434;p13"/>
          <p:cNvSpPr/>
          <p:nvPr/>
        </p:nvSpPr>
        <p:spPr>
          <a:xfrm>
            <a:off x="8046720" y="34701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35" name="Google Shape;435;p13"/>
          <p:cNvSpPr/>
          <p:nvPr/>
        </p:nvSpPr>
        <p:spPr>
          <a:xfrm>
            <a:off x="8458200" y="34701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36" name="Google Shape;436;p13"/>
          <p:cNvSpPr/>
          <p:nvPr/>
        </p:nvSpPr>
        <p:spPr>
          <a:xfrm>
            <a:off x="8869680" y="34701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37" name="Google Shape;437;p13"/>
          <p:cNvSpPr/>
          <p:nvPr/>
        </p:nvSpPr>
        <p:spPr>
          <a:xfrm>
            <a:off x="9281160" y="34701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38" name="Google Shape;438;p13"/>
          <p:cNvSpPr/>
          <p:nvPr/>
        </p:nvSpPr>
        <p:spPr>
          <a:xfrm>
            <a:off x="9692640" y="34701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39" name="Google Shape;439;p13"/>
          <p:cNvSpPr/>
          <p:nvPr/>
        </p:nvSpPr>
        <p:spPr>
          <a:xfrm>
            <a:off x="10104120" y="34701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40" name="Google Shape;440;p13"/>
          <p:cNvSpPr/>
          <p:nvPr/>
        </p:nvSpPr>
        <p:spPr>
          <a:xfrm>
            <a:off x="10515600" y="34701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41" name="Google Shape;441;p13"/>
          <p:cNvSpPr/>
          <p:nvPr/>
        </p:nvSpPr>
        <p:spPr>
          <a:xfrm>
            <a:off x="10927080" y="34701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42" name="Google Shape;442;p13"/>
          <p:cNvSpPr/>
          <p:nvPr/>
        </p:nvSpPr>
        <p:spPr>
          <a:xfrm>
            <a:off x="7223760" y="38816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43" name="Google Shape;443;p13"/>
          <p:cNvSpPr/>
          <p:nvPr/>
        </p:nvSpPr>
        <p:spPr>
          <a:xfrm>
            <a:off x="7635240" y="38816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44" name="Google Shape;444;p13"/>
          <p:cNvSpPr/>
          <p:nvPr/>
        </p:nvSpPr>
        <p:spPr>
          <a:xfrm>
            <a:off x="8046720" y="38816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45" name="Google Shape;445;p13"/>
          <p:cNvSpPr/>
          <p:nvPr/>
        </p:nvSpPr>
        <p:spPr>
          <a:xfrm>
            <a:off x="8458200" y="38816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46" name="Google Shape;446;p13"/>
          <p:cNvSpPr/>
          <p:nvPr/>
        </p:nvSpPr>
        <p:spPr>
          <a:xfrm>
            <a:off x="8869680" y="38816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47" name="Google Shape;447;p13"/>
          <p:cNvSpPr/>
          <p:nvPr/>
        </p:nvSpPr>
        <p:spPr>
          <a:xfrm>
            <a:off x="9281160" y="38816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48" name="Google Shape;448;p13"/>
          <p:cNvSpPr/>
          <p:nvPr/>
        </p:nvSpPr>
        <p:spPr>
          <a:xfrm>
            <a:off x="9692640" y="38816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49" name="Google Shape;449;p13"/>
          <p:cNvSpPr/>
          <p:nvPr/>
        </p:nvSpPr>
        <p:spPr>
          <a:xfrm>
            <a:off x="10104120" y="38816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50" name="Google Shape;450;p13"/>
          <p:cNvSpPr/>
          <p:nvPr/>
        </p:nvSpPr>
        <p:spPr>
          <a:xfrm>
            <a:off x="10515600" y="38816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51" name="Google Shape;451;p13"/>
          <p:cNvSpPr/>
          <p:nvPr/>
        </p:nvSpPr>
        <p:spPr>
          <a:xfrm>
            <a:off x="10927080" y="38816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52" name="Google Shape;452;p13"/>
          <p:cNvSpPr/>
          <p:nvPr/>
        </p:nvSpPr>
        <p:spPr>
          <a:xfrm>
            <a:off x="7223760" y="42931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53" name="Google Shape;453;p13"/>
          <p:cNvSpPr/>
          <p:nvPr/>
        </p:nvSpPr>
        <p:spPr>
          <a:xfrm>
            <a:off x="7635240" y="42931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54" name="Google Shape;454;p13"/>
          <p:cNvSpPr/>
          <p:nvPr/>
        </p:nvSpPr>
        <p:spPr>
          <a:xfrm>
            <a:off x="8046720" y="42931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55" name="Google Shape;455;p13"/>
          <p:cNvSpPr/>
          <p:nvPr/>
        </p:nvSpPr>
        <p:spPr>
          <a:xfrm>
            <a:off x="8458200" y="42931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56" name="Google Shape;456;p13"/>
          <p:cNvSpPr/>
          <p:nvPr/>
        </p:nvSpPr>
        <p:spPr>
          <a:xfrm>
            <a:off x="8869680" y="42931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57" name="Google Shape;457;p13"/>
          <p:cNvSpPr/>
          <p:nvPr/>
        </p:nvSpPr>
        <p:spPr>
          <a:xfrm>
            <a:off x="9281160" y="42931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58" name="Google Shape;458;p13"/>
          <p:cNvSpPr/>
          <p:nvPr/>
        </p:nvSpPr>
        <p:spPr>
          <a:xfrm>
            <a:off x="9692640" y="42931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59" name="Google Shape;459;p13"/>
          <p:cNvSpPr/>
          <p:nvPr/>
        </p:nvSpPr>
        <p:spPr>
          <a:xfrm>
            <a:off x="10104120" y="42931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60" name="Google Shape;460;p13"/>
          <p:cNvSpPr/>
          <p:nvPr/>
        </p:nvSpPr>
        <p:spPr>
          <a:xfrm>
            <a:off x="10515600" y="42931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61" name="Google Shape;461;p13"/>
          <p:cNvSpPr/>
          <p:nvPr/>
        </p:nvSpPr>
        <p:spPr>
          <a:xfrm>
            <a:off x="10927080" y="42931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62" name="Google Shape;462;p13"/>
          <p:cNvSpPr/>
          <p:nvPr/>
        </p:nvSpPr>
        <p:spPr>
          <a:xfrm>
            <a:off x="7223760" y="47045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63" name="Google Shape;463;p13"/>
          <p:cNvSpPr/>
          <p:nvPr/>
        </p:nvSpPr>
        <p:spPr>
          <a:xfrm>
            <a:off x="7635240" y="47045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64" name="Google Shape;464;p13"/>
          <p:cNvSpPr/>
          <p:nvPr/>
        </p:nvSpPr>
        <p:spPr>
          <a:xfrm>
            <a:off x="8046720" y="47045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65" name="Google Shape;465;p13"/>
          <p:cNvSpPr/>
          <p:nvPr/>
        </p:nvSpPr>
        <p:spPr>
          <a:xfrm>
            <a:off x="8458200" y="47045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66" name="Google Shape;466;p13"/>
          <p:cNvSpPr/>
          <p:nvPr/>
        </p:nvSpPr>
        <p:spPr>
          <a:xfrm>
            <a:off x="8869680" y="47045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67" name="Google Shape;467;p13"/>
          <p:cNvSpPr/>
          <p:nvPr/>
        </p:nvSpPr>
        <p:spPr>
          <a:xfrm>
            <a:off x="9281160" y="47045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68" name="Google Shape;468;p13"/>
          <p:cNvSpPr/>
          <p:nvPr/>
        </p:nvSpPr>
        <p:spPr>
          <a:xfrm>
            <a:off x="9692640" y="47045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69" name="Google Shape;469;p13"/>
          <p:cNvSpPr/>
          <p:nvPr/>
        </p:nvSpPr>
        <p:spPr>
          <a:xfrm>
            <a:off x="10104120" y="47045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70" name="Google Shape;470;p13"/>
          <p:cNvSpPr/>
          <p:nvPr/>
        </p:nvSpPr>
        <p:spPr>
          <a:xfrm>
            <a:off x="10515600" y="47045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71" name="Google Shape;471;p13"/>
          <p:cNvSpPr/>
          <p:nvPr/>
        </p:nvSpPr>
        <p:spPr>
          <a:xfrm>
            <a:off x="10927080" y="47045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72" name="Google Shape;472;p13"/>
          <p:cNvSpPr/>
          <p:nvPr/>
        </p:nvSpPr>
        <p:spPr>
          <a:xfrm>
            <a:off x="7223760" y="51160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73" name="Google Shape;473;p13"/>
          <p:cNvSpPr/>
          <p:nvPr/>
        </p:nvSpPr>
        <p:spPr>
          <a:xfrm>
            <a:off x="7635240" y="51160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74" name="Google Shape;474;p13"/>
          <p:cNvSpPr/>
          <p:nvPr/>
        </p:nvSpPr>
        <p:spPr>
          <a:xfrm>
            <a:off x="8046720" y="51160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75" name="Google Shape;475;p13"/>
          <p:cNvSpPr/>
          <p:nvPr/>
        </p:nvSpPr>
        <p:spPr>
          <a:xfrm>
            <a:off x="8458200" y="51160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76" name="Google Shape;476;p13"/>
          <p:cNvSpPr/>
          <p:nvPr/>
        </p:nvSpPr>
        <p:spPr>
          <a:xfrm>
            <a:off x="8869680" y="51160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77" name="Google Shape;477;p13"/>
          <p:cNvSpPr/>
          <p:nvPr/>
        </p:nvSpPr>
        <p:spPr>
          <a:xfrm>
            <a:off x="9281160" y="51160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78" name="Google Shape;478;p13"/>
          <p:cNvSpPr/>
          <p:nvPr/>
        </p:nvSpPr>
        <p:spPr>
          <a:xfrm>
            <a:off x="9692640" y="51160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79" name="Google Shape;479;p13"/>
          <p:cNvSpPr/>
          <p:nvPr/>
        </p:nvSpPr>
        <p:spPr>
          <a:xfrm>
            <a:off x="10104120" y="51160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80" name="Google Shape;480;p13"/>
          <p:cNvSpPr/>
          <p:nvPr/>
        </p:nvSpPr>
        <p:spPr>
          <a:xfrm>
            <a:off x="10515600" y="51160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81" name="Google Shape;481;p13"/>
          <p:cNvSpPr/>
          <p:nvPr/>
        </p:nvSpPr>
        <p:spPr>
          <a:xfrm>
            <a:off x="10927080" y="511606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82" name="Google Shape;482;p13"/>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35</a:t>
            </a:fld>
            <a:endParaRPr sz="1067">
              <a:solidFill>
                <a:schemeClr val="accent5"/>
              </a:solidFill>
              <a:latin typeface="Calibri"/>
              <a:ea typeface="Calibri"/>
              <a:cs typeface="Calibri"/>
              <a:sym typeface="Calibri"/>
            </a:endParaRPr>
          </a:p>
        </p:txBody>
      </p:sp>
    </p:spTree>
    <p:extLst>
      <p:ext uri="{BB962C8B-B14F-4D97-AF65-F5344CB8AC3E}">
        <p14:creationId xmlns:p14="http://schemas.microsoft.com/office/powerpoint/2010/main" val="14241747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592" name="Rectangle 591"/>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88" name="Google Shape;488;p14"/>
          <p:cNvSpPr txBox="1"/>
          <p:nvPr/>
        </p:nvSpPr>
        <p:spPr>
          <a:xfrm>
            <a:off x="731520" y="1463040"/>
            <a:ext cx="5852160" cy="2560320"/>
          </a:xfrm>
          <a:prstGeom prst="rect">
            <a:avLst/>
          </a:prstGeom>
          <a:noFill/>
          <a:ln>
            <a:noFill/>
          </a:ln>
        </p:spPr>
        <p:txBody>
          <a:bodyPr spcFirstLastPara="1" wrap="square" lIns="0" tIns="0" rIns="0" bIns="0" anchor="b" anchorCtr="0">
            <a:noAutofit/>
          </a:bodyPr>
          <a:lstStyle/>
          <a:p>
            <a:pPr>
              <a:buClr>
                <a:schemeClr val="dk1"/>
              </a:buClr>
              <a:buSzPts val="15000"/>
            </a:pPr>
            <a:r>
              <a:rPr lang="en-US" sz="15000" b="1">
                <a:solidFill>
                  <a:schemeClr val="dk1"/>
                </a:solidFill>
                <a:latin typeface="Calibri"/>
                <a:ea typeface="Calibri"/>
                <a:cs typeface="Calibri"/>
                <a:sym typeface="Cambria"/>
              </a:rPr>
              <a:t>99%</a:t>
            </a:r>
            <a:endParaRPr sz="15000">
              <a:solidFill>
                <a:schemeClr val="dk1"/>
              </a:solidFill>
              <a:latin typeface="Calibri"/>
              <a:ea typeface="Calibri"/>
              <a:cs typeface="Calibri"/>
              <a:sym typeface="Calibri"/>
            </a:endParaRPr>
          </a:p>
        </p:txBody>
      </p:sp>
      <p:sp>
        <p:nvSpPr>
          <p:cNvPr id="489" name="Google Shape;489;p14"/>
          <p:cNvSpPr txBox="1"/>
          <p:nvPr/>
        </p:nvSpPr>
        <p:spPr>
          <a:xfrm>
            <a:off x="731520" y="4114800"/>
            <a:ext cx="5852160" cy="822960"/>
          </a:xfrm>
          <a:prstGeom prst="rect">
            <a:avLst/>
          </a:prstGeom>
          <a:noFill/>
          <a:ln>
            <a:noFill/>
          </a:ln>
        </p:spPr>
        <p:txBody>
          <a:bodyPr spcFirstLastPara="1" wrap="square" lIns="0" tIns="0" rIns="0" bIns="0" anchor="t" anchorCtr="0">
            <a:noAutofit/>
          </a:bodyPr>
          <a:lstStyle/>
          <a:p>
            <a:pPr>
              <a:buClr>
                <a:schemeClr val="accent6"/>
              </a:buClr>
              <a:buSzPts val="4400"/>
            </a:pPr>
            <a:r>
              <a:rPr lang="en-US" sz="4400">
                <a:solidFill>
                  <a:schemeClr val="accent6"/>
                </a:solidFill>
                <a:latin typeface="Calibri"/>
                <a:ea typeface="Calibri"/>
                <a:cs typeface="Calibri"/>
                <a:sym typeface="Calibri"/>
              </a:rPr>
              <a:t>Accuracy</a:t>
            </a:r>
            <a:endParaRPr sz="4400">
              <a:solidFill>
                <a:schemeClr val="dk1"/>
              </a:solidFill>
              <a:latin typeface="Calibri"/>
              <a:ea typeface="Calibri"/>
              <a:cs typeface="Calibri"/>
              <a:sym typeface="Calibri"/>
            </a:endParaRPr>
          </a:p>
        </p:txBody>
      </p:sp>
      <p:sp>
        <p:nvSpPr>
          <p:cNvPr id="490" name="Google Shape;490;p14"/>
          <p:cNvSpPr txBox="1"/>
          <p:nvPr/>
        </p:nvSpPr>
        <p:spPr>
          <a:xfrm>
            <a:off x="731520" y="4892040"/>
            <a:ext cx="5852160" cy="457200"/>
          </a:xfrm>
          <a:prstGeom prst="rect">
            <a:avLst/>
          </a:prstGeom>
          <a:noFill/>
          <a:ln>
            <a:noFill/>
          </a:ln>
        </p:spPr>
        <p:txBody>
          <a:bodyPr spcFirstLastPara="1" wrap="square" lIns="0" tIns="0" rIns="0" bIns="0" anchor="t" anchorCtr="0">
            <a:noAutofit/>
          </a:bodyPr>
          <a:lstStyle/>
          <a:p>
            <a:pPr>
              <a:buClr>
                <a:schemeClr val="accent6"/>
              </a:buClr>
              <a:buSzPts val="2200"/>
            </a:pPr>
            <a:r>
              <a:rPr lang="en-US" sz="2200">
                <a:solidFill>
                  <a:schemeClr val="accent6"/>
                </a:solidFill>
                <a:latin typeface="Calibri"/>
                <a:ea typeface="Calibri"/>
                <a:cs typeface="Calibri"/>
                <a:sym typeface="Calibri"/>
              </a:rPr>
              <a:t>if you always guess black</a:t>
            </a:r>
            <a:endParaRPr sz="2200">
              <a:solidFill>
                <a:schemeClr val="dk1"/>
              </a:solidFill>
              <a:latin typeface="Calibri"/>
              <a:ea typeface="Calibri"/>
              <a:cs typeface="Calibri"/>
              <a:sym typeface="Calibri"/>
            </a:endParaRPr>
          </a:p>
        </p:txBody>
      </p:sp>
      <p:sp>
        <p:nvSpPr>
          <p:cNvPr id="491" name="Google Shape;491;p14"/>
          <p:cNvSpPr/>
          <p:nvPr/>
        </p:nvSpPr>
        <p:spPr>
          <a:xfrm>
            <a:off x="722376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92" name="Google Shape;492;p14"/>
          <p:cNvSpPr/>
          <p:nvPr/>
        </p:nvSpPr>
        <p:spPr>
          <a:xfrm>
            <a:off x="763524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93" name="Google Shape;493;p14"/>
          <p:cNvSpPr/>
          <p:nvPr/>
        </p:nvSpPr>
        <p:spPr>
          <a:xfrm>
            <a:off x="804672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94" name="Google Shape;494;p14"/>
          <p:cNvSpPr/>
          <p:nvPr/>
        </p:nvSpPr>
        <p:spPr>
          <a:xfrm>
            <a:off x="845820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95" name="Google Shape;495;p14"/>
          <p:cNvSpPr/>
          <p:nvPr/>
        </p:nvSpPr>
        <p:spPr>
          <a:xfrm>
            <a:off x="886968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96" name="Google Shape;496;p14"/>
          <p:cNvSpPr/>
          <p:nvPr/>
        </p:nvSpPr>
        <p:spPr>
          <a:xfrm>
            <a:off x="928116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97" name="Google Shape;497;p14"/>
          <p:cNvSpPr/>
          <p:nvPr/>
        </p:nvSpPr>
        <p:spPr>
          <a:xfrm>
            <a:off x="969264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98" name="Google Shape;498;p14"/>
          <p:cNvSpPr/>
          <p:nvPr/>
        </p:nvSpPr>
        <p:spPr>
          <a:xfrm>
            <a:off x="1010412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499" name="Google Shape;499;p14"/>
          <p:cNvSpPr/>
          <p:nvPr/>
        </p:nvSpPr>
        <p:spPr>
          <a:xfrm>
            <a:off x="1051560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00" name="Google Shape;500;p14"/>
          <p:cNvSpPr/>
          <p:nvPr/>
        </p:nvSpPr>
        <p:spPr>
          <a:xfrm>
            <a:off x="10927080" y="14127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01" name="Google Shape;501;p14"/>
          <p:cNvSpPr/>
          <p:nvPr/>
        </p:nvSpPr>
        <p:spPr>
          <a:xfrm>
            <a:off x="722376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02" name="Google Shape;502;p14"/>
          <p:cNvSpPr/>
          <p:nvPr/>
        </p:nvSpPr>
        <p:spPr>
          <a:xfrm>
            <a:off x="763524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03" name="Google Shape;503;p14"/>
          <p:cNvSpPr/>
          <p:nvPr/>
        </p:nvSpPr>
        <p:spPr>
          <a:xfrm>
            <a:off x="804672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04" name="Google Shape;504;p14"/>
          <p:cNvSpPr/>
          <p:nvPr/>
        </p:nvSpPr>
        <p:spPr>
          <a:xfrm>
            <a:off x="845820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05" name="Google Shape;505;p14"/>
          <p:cNvSpPr/>
          <p:nvPr/>
        </p:nvSpPr>
        <p:spPr>
          <a:xfrm>
            <a:off x="886968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06" name="Google Shape;506;p14"/>
          <p:cNvSpPr/>
          <p:nvPr/>
        </p:nvSpPr>
        <p:spPr>
          <a:xfrm>
            <a:off x="928116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07" name="Google Shape;507;p14"/>
          <p:cNvSpPr/>
          <p:nvPr/>
        </p:nvSpPr>
        <p:spPr>
          <a:xfrm>
            <a:off x="969264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08" name="Google Shape;508;p14"/>
          <p:cNvSpPr/>
          <p:nvPr/>
        </p:nvSpPr>
        <p:spPr>
          <a:xfrm>
            <a:off x="1010412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09" name="Google Shape;509;p14"/>
          <p:cNvSpPr/>
          <p:nvPr/>
        </p:nvSpPr>
        <p:spPr>
          <a:xfrm>
            <a:off x="1051560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10" name="Google Shape;510;p14"/>
          <p:cNvSpPr/>
          <p:nvPr/>
        </p:nvSpPr>
        <p:spPr>
          <a:xfrm>
            <a:off x="10927080" y="18242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11" name="Google Shape;511;p14"/>
          <p:cNvSpPr/>
          <p:nvPr/>
        </p:nvSpPr>
        <p:spPr>
          <a:xfrm>
            <a:off x="722376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12" name="Google Shape;512;p14"/>
          <p:cNvSpPr/>
          <p:nvPr/>
        </p:nvSpPr>
        <p:spPr>
          <a:xfrm>
            <a:off x="763524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13" name="Google Shape;513;p14"/>
          <p:cNvSpPr/>
          <p:nvPr/>
        </p:nvSpPr>
        <p:spPr>
          <a:xfrm>
            <a:off x="804672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14" name="Google Shape;514;p14"/>
          <p:cNvSpPr/>
          <p:nvPr/>
        </p:nvSpPr>
        <p:spPr>
          <a:xfrm>
            <a:off x="845820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15" name="Google Shape;515;p14"/>
          <p:cNvSpPr/>
          <p:nvPr/>
        </p:nvSpPr>
        <p:spPr>
          <a:xfrm>
            <a:off x="886968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16" name="Google Shape;516;p14"/>
          <p:cNvSpPr/>
          <p:nvPr/>
        </p:nvSpPr>
        <p:spPr>
          <a:xfrm>
            <a:off x="928116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17" name="Google Shape;517;p14"/>
          <p:cNvSpPr/>
          <p:nvPr/>
        </p:nvSpPr>
        <p:spPr>
          <a:xfrm>
            <a:off x="969264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18" name="Google Shape;518;p14"/>
          <p:cNvSpPr/>
          <p:nvPr/>
        </p:nvSpPr>
        <p:spPr>
          <a:xfrm>
            <a:off x="1010412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19" name="Google Shape;519;p14"/>
          <p:cNvSpPr/>
          <p:nvPr/>
        </p:nvSpPr>
        <p:spPr>
          <a:xfrm>
            <a:off x="1051560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20" name="Google Shape;520;p14"/>
          <p:cNvSpPr/>
          <p:nvPr/>
        </p:nvSpPr>
        <p:spPr>
          <a:xfrm>
            <a:off x="10927080" y="22357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21" name="Google Shape;521;p14"/>
          <p:cNvSpPr/>
          <p:nvPr/>
        </p:nvSpPr>
        <p:spPr>
          <a:xfrm>
            <a:off x="722376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22" name="Google Shape;522;p14"/>
          <p:cNvSpPr/>
          <p:nvPr/>
        </p:nvSpPr>
        <p:spPr>
          <a:xfrm>
            <a:off x="763524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23" name="Google Shape;523;p14"/>
          <p:cNvSpPr/>
          <p:nvPr/>
        </p:nvSpPr>
        <p:spPr>
          <a:xfrm>
            <a:off x="804672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24" name="Google Shape;524;p14"/>
          <p:cNvSpPr/>
          <p:nvPr/>
        </p:nvSpPr>
        <p:spPr>
          <a:xfrm>
            <a:off x="845820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25" name="Google Shape;525;p14"/>
          <p:cNvSpPr/>
          <p:nvPr/>
        </p:nvSpPr>
        <p:spPr>
          <a:xfrm>
            <a:off x="886968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26" name="Google Shape;526;p14"/>
          <p:cNvSpPr/>
          <p:nvPr/>
        </p:nvSpPr>
        <p:spPr>
          <a:xfrm>
            <a:off x="928116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27" name="Google Shape;527;p14"/>
          <p:cNvSpPr/>
          <p:nvPr/>
        </p:nvSpPr>
        <p:spPr>
          <a:xfrm>
            <a:off x="969264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28" name="Google Shape;528;p14"/>
          <p:cNvSpPr/>
          <p:nvPr/>
        </p:nvSpPr>
        <p:spPr>
          <a:xfrm>
            <a:off x="1010412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29" name="Google Shape;529;p14"/>
          <p:cNvSpPr/>
          <p:nvPr/>
        </p:nvSpPr>
        <p:spPr>
          <a:xfrm>
            <a:off x="1051560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30" name="Google Shape;530;p14"/>
          <p:cNvSpPr/>
          <p:nvPr/>
        </p:nvSpPr>
        <p:spPr>
          <a:xfrm>
            <a:off x="10927080" y="26471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31" name="Google Shape;531;p14"/>
          <p:cNvSpPr/>
          <p:nvPr/>
        </p:nvSpPr>
        <p:spPr>
          <a:xfrm>
            <a:off x="722376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32" name="Google Shape;532;p14"/>
          <p:cNvSpPr/>
          <p:nvPr/>
        </p:nvSpPr>
        <p:spPr>
          <a:xfrm>
            <a:off x="763524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33" name="Google Shape;533;p14"/>
          <p:cNvSpPr/>
          <p:nvPr/>
        </p:nvSpPr>
        <p:spPr>
          <a:xfrm>
            <a:off x="804672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34" name="Google Shape;534;p14"/>
          <p:cNvSpPr/>
          <p:nvPr/>
        </p:nvSpPr>
        <p:spPr>
          <a:xfrm>
            <a:off x="845820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35" name="Google Shape;535;p14"/>
          <p:cNvSpPr/>
          <p:nvPr/>
        </p:nvSpPr>
        <p:spPr>
          <a:xfrm>
            <a:off x="886968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36" name="Google Shape;536;p14"/>
          <p:cNvSpPr/>
          <p:nvPr/>
        </p:nvSpPr>
        <p:spPr>
          <a:xfrm>
            <a:off x="928116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37" name="Google Shape;537;p14"/>
          <p:cNvSpPr/>
          <p:nvPr/>
        </p:nvSpPr>
        <p:spPr>
          <a:xfrm>
            <a:off x="969264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38" name="Google Shape;538;p14"/>
          <p:cNvSpPr/>
          <p:nvPr/>
        </p:nvSpPr>
        <p:spPr>
          <a:xfrm>
            <a:off x="1010412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39" name="Google Shape;539;p14"/>
          <p:cNvSpPr/>
          <p:nvPr/>
        </p:nvSpPr>
        <p:spPr>
          <a:xfrm>
            <a:off x="1051560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40" name="Google Shape;540;p14"/>
          <p:cNvSpPr/>
          <p:nvPr/>
        </p:nvSpPr>
        <p:spPr>
          <a:xfrm>
            <a:off x="10927080" y="30586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41" name="Google Shape;541;p14"/>
          <p:cNvSpPr/>
          <p:nvPr/>
        </p:nvSpPr>
        <p:spPr>
          <a:xfrm>
            <a:off x="7223760" y="34701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42" name="Google Shape;542;p14"/>
          <p:cNvSpPr/>
          <p:nvPr/>
        </p:nvSpPr>
        <p:spPr>
          <a:xfrm>
            <a:off x="7635240" y="34701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43" name="Google Shape;543;p14"/>
          <p:cNvSpPr/>
          <p:nvPr/>
        </p:nvSpPr>
        <p:spPr>
          <a:xfrm>
            <a:off x="8046720" y="34701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44" name="Google Shape;544;p14"/>
          <p:cNvSpPr/>
          <p:nvPr/>
        </p:nvSpPr>
        <p:spPr>
          <a:xfrm>
            <a:off x="8458200" y="34701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45" name="Google Shape;545;p14"/>
          <p:cNvSpPr/>
          <p:nvPr/>
        </p:nvSpPr>
        <p:spPr>
          <a:xfrm>
            <a:off x="8869680" y="34701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46" name="Google Shape;546;p14"/>
          <p:cNvSpPr/>
          <p:nvPr/>
        </p:nvSpPr>
        <p:spPr>
          <a:xfrm>
            <a:off x="9281160" y="34701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47" name="Google Shape;547;p14"/>
          <p:cNvSpPr/>
          <p:nvPr/>
        </p:nvSpPr>
        <p:spPr>
          <a:xfrm>
            <a:off x="9692640" y="34701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48" name="Google Shape;548;p14"/>
          <p:cNvSpPr/>
          <p:nvPr/>
        </p:nvSpPr>
        <p:spPr>
          <a:xfrm>
            <a:off x="10104120" y="34701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49" name="Google Shape;549;p14"/>
          <p:cNvSpPr/>
          <p:nvPr/>
        </p:nvSpPr>
        <p:spPr>
          <a:xfrm>
            <a:off x="10515600" y="34701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50" name="Google Shape;550;p14"/>
          <p:cNvSpPr/>
          <p:nvPr/>
        </p:nvSpPr>
        <p:spPr>
          <a:xfrm>
            <a:off x="10927080" y="347014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51" name="Google Shape;551;p14"/>
          <p:cNvSpPr/>
          <p:nvPr/>
        </p:nvSpPr>
        <p:spPr>
          <a:xfrm>
            <a:off x="7223760" y="38816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52" name="Google Shape;552;p14"/>
          <p:cNvSpPr/>
          <p:nvPr/>
        </p:nvSpPr>
        <p:spPr>
          <a:xfrm>
            <a:off x="7635240" y="38816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53" name="Google Shape;553;p14"/>
          <p:cNvSpPr/>
          <p:nvPr/>
        </p:nvSpPr>
        <p:spPr>
          <a:xfrm>
            <a:off x="8046720" y="38816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54" name="Google Shape;554;p14"/>
          <p:cNvSpPr/>
          <p:nvPr/>
        </p:nvSpPr>
        <p:spPr>
          <a:xfrm>
            <a:off x="8458200" y="38816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55" name="Google Shape;555;p14"/>
          <p:cNvSpPr/>
          <p:nvPr/>
        </p:nvSpPr>
        <p:spPr>
          <a:xfrm>
            <a:off x="8869680" y="38816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56" name="Google Shape;556;p14"/>
          <p:cNvSpPr/>
          <p:nvPr/>
        </p:nvSpPr>
        <p:spPr>
          <a:xfrm>
            <a:off x="9281160" y="38816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57" name="Google Shape;557;p14"/>
          <p:cNvSpPr/>
          <p:nvPr/>
        </p:nvSpPr>
        <p:spPr>
          <a:xfrm>
            <a:off x="9692640" y="38816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58" name="Google Shape;558;p14"/>
          <p:cNvSpPr/>
          <p:nvPr/>
        </p:nvSpPr>
        <p:spPr>
          <a:xfrm>
            <a:off x="10104120" y="38816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59" name="Google Shape;559;p14"/>
          <p:cNvSpPr/>
          <p:nvPr/>
        </p:nvSpPr>
        <p:spPr>
          <a:xfrm>
            <a:off x="10515600" y="38816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60" name="Google Shape;560;p14"/>
          <p:cNvSpPr/>
          <p:nvPr/>
        </p:nvSpPr>
        <p:spPr>
          <a:xfrm>
            <a:off x="10927080" y="388162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61" name="Google Shape;561;p14"/>
          <p:cNvSpPr/>
          <p:nvPr/>
        </p:nvSpPr>
        <p:spPr>
          <a:xfrm>
            <a:off x="7223760" y="42931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62" name="Google Shape;562;p14"/>
          <p:cNvSpPr/>
          <p:nvPr/>
        </p:nvSpPr>
        <p:spPr>
          <a:xfrm>
            <a:off x="7635240" y="42931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63" name="Google Shape;563;p14"/>
          <p:cNvSpPr/>
          <p:nvPr/>
        </p:nvSpPr>
        <p:spPr>
          <a:xfrm>
            <a:off x="8046720" y="42931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64" name="Google Shape;564;p14"/>
          <p:cNvSpPr/>
          <p:nvPr/>
        </p:nvSpPr>
        <p:spPr>
          <a:xfrm>
            <a:off x="8458200" y="42931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65" name="Google Shape;565;p14"/>
          <p:cNvSpPr/>
          <p:nvPr/>
        </p:nvSpPr>
        <p:spPr>
          <a:xfrm>
            <a:off x="8869680" y="42931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66" name="Google Shape;566;p14"/>
          <p:cNvSpPr/>
          <p:nvPr/>
        </p:nvSpPr>
        <p:spPr>
          <a:xfrm>
            <a:off x="9281160" y="42931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67" name="Google Shape;567;p14"/>
          <p:cNvSpPr/>
          <p:nvPr/>
        </p:nvSpPr>
        <p:spPr>
          <a:xfrm>
            <a:off x="9692640" y="42931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68" name="Google Shape;568;p14"/>
          <p:cNvSpPr/>
          <p:nvPr/>
        </p:nvSpPr>
        <p:spPr>
          <a:xfrm>
            <a:off x="10104120" y="42931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69" name="Google Shape;569;p14"/>
          <p:cNvSpPr/>
          <p:nvPr/>
        </p:nvSpPr>
        <p:spPr>
          <a:xfrm>
            <a:off x="10515600" y="42931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70" name="Google Shape;570;p14"/>
          <p:cNvSpPr/>
          <p:nvPr/>
        </p:nvSpPr>
        <p:spPr>
          <a:xfrm>
            <a:off x="10927080" y="429310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71" name="Google Shape;571;p14"/>
          <p:cNvSpPr/>
          <p:nvPr/>
        </p:nvSpPr>
        <p:spPr>
          <a:xfrm>
            <a:off x="7223760" y="47045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72" name="Google Shape;572;p14"/>
          <p:cNvSpPr/>
          <p:nvPr/>
        </p:nvSpPr>
        <p:spPr>
          <a:xfrm>
            <a:off x="7635240" y="47045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73" name="Google Shape;573;p14"/>
          <p:cNvSpPr/>
          <p:nvPr/>
        </p:nvSpPr>
        <p:spPr>
          <a:xfrm>
            <a:off x="8046720" y="47045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74" name="Google Shape;574;p14"/>
          <p:cNvSpPr/>
          <p:nvPr/>
        </p:nvSpPr>
        <p:spPr>
          <a:xfrm>
            <a:off x="8458200" y="47045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75" name="Google Shape;575;p14"/>
          <p:cNvSpPr/>
          <p:nvPr/>
        </p:nvSpPr>
        <p:spPr>
          <a:xfrm>
            <a:off x="8869680" y="47045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76" name="Google Shape;576;p14"/>
          <p:cNvSpPr/>
          <p:nvPr/>
        </p:nvSpPr>
        <p:spPr>
          <a:xfrm>
            <a:off x="9281160" y="47045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77" name="Google Shape;577;p14"/>
          <p:cNvSpPr/>
          <p:nvPr/>
        </p:nvSpPr>
        <p:spPr>
          <a:xfrm>
            <a:off x="9692640" y="47045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78" name="Google Shape;578;p14"/>
          <p:cNvSpPr/>
          <p:nvPr/>
        </p:nvSpPr>
        <p:spPr>
          <a:xfrm>
            <a:off x="10104120" y="47045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79" name="Google Shape;579;p14"/>
          <p:cNvSpPr/>
          <p:nvPr/>
        </p:nvSpPr>
        <p:spPr>
          <a:xfrm>
            <a:off x="10515600" y="47045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80" name="Google Shape;580;p14"/>
          <p:cNvSpPr/>
          <p:nvPr/>
        </p:nvSpPr>
        <p:spPr>
          <a:xfrm>
            <a:off x="10927080" y="470458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81" name="Google Shape;581;p14"/>
          <p:cNvSpPr/>
          <p:nvPr/>
        </p:nvSpPr>
        <p:spPr>
          <a:xfrm>
            <a:off x="7223760" y="51160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82" name="Google Shape;582;p14"/>
          <p:cNvSpPr/>
          <p:nvPr/>
        </p:nvSpPr>
        <p:spPr>
          <a:xfrm>
            <a:off x="7635240" y="51160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83" name="Google Shape;583;p14"/>
          <p:cNvSpPr/>
          <p:nvPr/>
        </p:nvSpPr>
        <p:spPr>
          <a:xfrm>
            <a:off x="8046720" y="51160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84" name="Google Shape;584;p14"/>
          <p:cNvSpPr/>
          <p:nvPr/>
        </p:nvSpPr>
        <p:spPr>
          <a:xfrm>
            <a:off x="8458200" y="51160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85" name="Google Shape;585;p14"/>
          <p:cNvSpPr/>
          <p:nvPr/>
        </p:nvSpPr>
        <p:spPr>
          <a:xfrm>
            <a:off x="8869680" y="51160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86" name="Google Shape;586;p14"/>
          <p:cNvSpPr/>
          <p:nvPr/>
        </p:nvSpPr>
        <p:spPr>
          <a:xfrm>
            <a:off x="9281160" y="51160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87" name="Google Shape;587;p14"/>
          <p:cNvSpPr/>
          <p:nvPr/>
        </p:nvSpPr>
        <p:spPr>
          <a:xfrm>
            <a:off x="9692640" y="51160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88" name="Google Shape;588;p14"/>
          <p:cNvSpPr/>
          <p:nvPr/>
        </p:nvSpPr>
        <p:spPr>
          <a:xfrm>
            <a:off x="10104120" y="51160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89" name="Google Shape;589;p14"/>
          <p:cNvSpPr/>
          <p:nvPr/>
        </p:nvSpPr>
        <p:spPr>
          <a:xfrm>
            <a:off x="10515600" y="5116068"/>
            <a:ext cx="329184" cy="329184"/>
          </a:xfrm>
          <a:prstGeom prst="ellipse">
            <a:avLst/>
          </a:prstGeom>
          <a:solidFill>
            <a:schemeClr val="dk1"/>
          </a:solidFill>
          <a:ln w="11906"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90" name="Google Shape;590;p14"/>
          <p:cNvSpPr/>
          <p:nvPr/>
        </p:nvSpPr>
        <p:spPr>
          <a:xfrm>
            <a:off x="10927080" y="5116068"/>
            <a:ext cx="329184" cy="329184"/>
          </a:xfrm>
          <a:prstGeom prst="ellipse">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591" name="Google Shape;591;p14"/>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36</a:t>
            </a:fld>
            <a:endParaRPr sz="1067">
              <a:solidFill>
                <a:schemeClr val="accent5"/>
              </a:solidFill>
              <a:latin typeface="Calibri"/>
              <a:ea typeface="Calibri"/>
              <a:cs typeface="Calibri"/>
              <a:sym typeface="Calibri"/>
            </a:endParaRPr>
          </a:p>
        </p:txBody>
      </p:sp>
    </p:spTree>
    <p:extLst>
      <p:ext uri="{BB962C8B-B14F-4D97-AF65-F5344CB8AC3E}">
        <p14:creationId xmlns:p14="http://schemas.microsoft.com/office/powerpoint/2010/main" val="38658041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sp>
        <p:nvSpPr>
          <p:cNvPr id="603" name="Rectangle 602"/>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97" name="Google Shape;597;p15"/>
          <p:cNvSpPr txBox="1">
            <a:spLocks noGrp="1"/>
          </p:cNvSpPr>
          <p:nvPr>
            <p:ph type="title"/>
          </p:nvPr>
        </p:nvSpPr>
        <p:spPr>
          <a:xfrm>
            <a:off x="731520" y="365760"/>
            <a:ext cx="10728960" cy="853440"/>
          </a:xfrm>
          <a:prstGeom prst="rect">
            <a:avLst/>
          </a:prstGeom>
          <a:noFill/>
          <a:ln>
            <a:noFill/>
          </a:ln>
        </p:spPr>
        <p:txBody>
          <a:bodyPr spcFirstLastPara="1" wrap="square" lIns="0" tIns="0" rIns="0" bIns="0" rtlCol="0" anchor="ctr" anchorCtr="0">
            <a:noAutofit/>
          </a:bodyPr>
          <a:lstStyle/>
          <a:p>
            <a:r>
              <a:rPr lang="en-US" sz="3733">
                <a:solidFill>
                  <a:srgbClr val="1B1F3B"/>
                </a:solidFill>
              </a:rPr>
              <a:t>Toy City</a:t>
            </a:r>
            <a:endParaRPr/>
          </a:p>
        </p:txBody>
      </p:sp>
      <p:sp>
        <p:nvSpPr>
          <p:cNvPr id="598" name="Google Shape;598;p15"/>
          <p:cNvSpPr/>
          <p:nvPr/>
        </p:nvSpPr>
        <p:spPr>
          <a:xfrm>
            <a:off x="548640" y="1920240"/>
            <a:ext cx="2560320" cy="3474720"/>
          </a:xfrm>
          <a:prstGeom prst="rect">
            <a:avLst/>
          </a:prstGeom>
          <a:solidFill>
            <a:schemeClr val="dk1"/>
          </a:solidFill>
          <a:ln>
            <a:noFill/>
          </a:ln>
        </p:spPr>
        <p:txBody>
          <a:bodyPr spcFirstLastPara="1" wrap="square" lIns="91425" tIns="45700" rIns="91425" bIns="45700" anchor="ctr" anchorCtr="0">
            <a:noAutofit/>
          </a:bodyPr>
          <a:lstStyle/>
          <a:p>
            <a:pPr algn="ctr">
              <a:buClr>
                <a:schemeClr val="lt1"/>
              </a:buClr>
              <a:buSzPts val="6000"/>
            </a:pPr>
            <a:r>
              <a:rPr lang="en-US" sz="6000" b="1">
                <a:solidFill>
                  <a:schemeClr val="lt1"/>
                </a:solidFill>
                <a:latin typeface="Calibri"/>
                <a:ea typeface="Calibri"/>
                <a:cs typeface="Calibri"/>
                <a:sym typeface="Cambria"/>
              </a:rPr>
              <a:t>1,000</a:t>
            </a:r>
            <a:endParaRPr sz="6000">
              <a:solidFill>
                <a:schemeClr val="dk1"/>
              </a:solidFill>
              <a:latin typeface="Calibri"/>
              <a:ea typeface="Calibri"/>
              <a:cs typeface="Calibri"/>
              <a:sym typeface="Calibri"/>
            </a:endParaRPr>
          </a:p>
          <a:p>
            <a:pPr algn="ctr">
              <a:buClr>
                <a:schemeClr val="lt1"/>
              </a:buClr>
              <a:buSzPts val="2400"/>
            </a:pPr>
            <a:r>
              <a:rPr lang="en-US" sz="2400">
                <a:solidFill>
                  <a:schemeClr val="lt1"/>
                </a:solidFill>
                <a:latin typeface="Calibri"/>
                <a:ea typeface="Calibri"/>
                <a:cs typeface="Calibri"/>
                <a:sym typeface="Calibri"/>
              </a:rPr>
              <a:t>cells in total</a:t>
            </a:r>
            <a:endParaRPr sz="6000">
              <a:solidFill>
                <a:schemeClr val="dk1"/>
              </a:solidFill>
              <a:latin typeface="Calibri"/>
              <a:ea typeface="Calibri"/>
              <a:cs typeface="Calibri"/>
              <a:sym typeface="Calibri"/>
            </a:endParaRPr>
          </a:p>
        </p:txBody>
      </p:sp>
      <p:sp>
        <p:nvSpPr>
          <p:cNvPr id="599" name="Google Shape;599;p15"/>
          <p:cNvSpPr/>
          <p:nvPr/>
        </p:nvSpPr>
        <p:spPr>
          <a:xfrm>
            <a:off x="3383280" y="1920240"/>
            <a:ext cx="2560320" cy="3474720"/>
          </a:xfrm>
          <a:prstGeom prst="rect">
            <a:avLst/>
          </a:prstGeom>
          <a:solidFill>
            <a:schemeClr val="accent1"/>
          </a:solidFill>
          <a:ln>
            <a:noFill/>
          </a:ln>
        </p:spPr>
        <p:txBody>
          <a:bodyPr spcFirstLastPara="1" wrap="square" lIns="91425" tIns="45700" rIns="91425" bIns="45700" anchor="ctr" anchorCtr="0">
            <a:noAutofit/>
          </a:bodyPr>
          <a:lstStyle/>
          <a:p>
            <a:pPr algn="ctr">
              <a:buClr>
                <a:schemeClr val="lt1"/>
              </a:buClr>
              <a:buSzPts val="6000"/>
            </a:pPr>
            <a:r>
              <a:rPr lang="en-US" sz="6000" b="1">
                <a:solidFill>
                  <a:schemeClr val="lt1"/>
                </a:solidFill>
                <a:latin typeface="Calibri"/>
                <a:ea typeface="Calibri"/>
                <a:cs typeface="Calibri"/>
                <a:sym typeface="Cambria"/>
              </a:rPr>
              <a:t>940</a:t>
            </a:r>
            <a:endParaRPr sz="6000">
              <a:solidFill>
                <a:schemeClr val="dk1"/>
              </a:solidFill>
              <a:latin typeface="Calibri"/>
              <a:ea typeface="Calibri"/>
              <a:cs typeface="Calibri"/>
              <a:sym typeface="Calibri"/>
            </a:endParaRPr>
          </a:p>
          <a:p>
            <a:pPr algn="ctr">
              <a:buClr>
                <a:schemeClr val="lt1"/>
              </a:buClr>
              <a:buSzPts val="2400"/>
            </a:pPr>
            <a:r>
              <a:rPr lang="en-US" sz="2400">
                <a:solidFill>
                  <a:schemeClr val="lt1"/>
                </a:solidFill>
                <a:latin typeface="Calibri"/>
                <a:ea typeface="Calibri"/>
                <a:cs typeface="Calibri"/>
                <a:sym typeface="Calibri"/>
              </a:rPr>
              <a:t>free flow</a:t>
            </a:r>
            <a:endParaRPr sz="6000">
              <a:solidFill>
                <a:schemeClr val="dk1"/>
              </a:solidFill>
              <a:latin typeface="Calibri"/>
              <a:ea typeface="Calibri"/>
              <a:cs typeface="Calibri"/>
              <a:sym typeface="Calibri"/>
            </a:endParaRPr>
          </a:p>
        </p:txBody>
      </p:sp>
      <p:sp>
        <p:nvSpPr>
          <p:cNvPr id="600" name="Google Shape;600;p15"/>
          <p:cNvSpPr/>
          <p:nvPr/>
        </p:nvSpPr>
        <p:spPr>
          <a:xfrm>
            <a:off x="6217920" y="1920240"/>
            <a:ext cx="2560320" cy="3474720"/>
          </a:xfrm>
          <a:prstGeom prst="rect">
            <a:avLst/>
          </a:prstGeom>
          <a:solidFill>
            <a:schemeClr val="accent2"/>
          </a:solidFill>
          <a:ln>
            <a:noFill/>
          </a:ln>
        </p:spPr>
        <p:txBody>
          <a:bodyPr spcFirstLastPara="1" wrap="square" lIns="91425" tIns="45700" rIns="91425" bIns="45700" anchor="ctr" anchorCtr="0">
            <a:noAutofit/>
          </a:bodyPr>
          <a:lstStyle/>
          <a:p>
            <a:pPr algn="ctr">
              <a:buClr>
                <a:schemeClr val="dk1"/>
              </a:buClr>
              <a:buSzPts val="6000"/>
            </a:pPr>
            <a:r>
              <a:rPr lang="en-US" sz="6000" b="1">
                <a:solidFill>
                  <a:schemeClr val="dk1"/>
                </a:solidFill>
                <a:latin typeface="Calibri"/>
                <a:ea typeface="Calibri"/>
                <a:cs typeface="Calibri"/>
                <a:sym typeface="Cambria"/>
              </a:rPr>
              <a:t>50</a:t>
            </a:r>
            <a:endParaRPr sz="6000">
              <a:solidFill>
                <a:schemeClr val="dk1"/>
              </a:solidFill>
              <a:latin typeface="Calibri"/>
              <a:ea typeface="Calibri"/>
              <a:cs typeface="Calibri"/>
              <a:sym typeface="Calibri"/>
            </a:endParaRPr>
          </a:p>
          <a:p>
            <a:pPr algn="ctr">
              <a:buClr>
                <a:schemeClr val="dk1"/>
              </a:buClr>
              <a:buSzPts val="2400"/>
            </a:pPr>
            <a:r>
              <a:rPr lang="en-US" sz="2400">
                <a:solidFill>
                  <a:schemeClr val="dk1"/>
                </a:solidFill>
                <a:latin typeface="Calibri"/>
                <a:ea typeface="Calibri"/>
                <a:cs typeface="Calibri"/>
                <a:sym typeface="Calibri"/>
              </a:rPr>
              <a:t>congested</a:t>
            </a:r>
            <a:endParaRPr sz="6000">
              <a:solidFill>
                <a:schemeClr val="dk1"/>
              </a:solidFill>
              <a:latin typeface="Calibri"/>
              <a:ea typeface="Calibri"/>
              <a:cs typeface="Calibri"/>
              <a:sym typeface="Calibri"/>
            </a:endParaRPr>
          </a:p>
        </p:txBody>
      </p:sp>
      <p:sp>
        <p:nvSpPr>
          <p:cNvPr id="601" name="Google Shape;601;p15"/>
          <p:cNvSpPr/>
          <p:nvPr/>
        </p:nvSpPr>
        <p:spPr>
          <a:xfrm>
            <a:off x="9052560" y="1920240"/>
            <a:ext cx="2560320" cy="3474720"/>
          </a:xfrm>
          <a:prstGeom prst="rect">
            <a:avLst/>
          </a:prstGeom>
          <a:solidFill>
            <a:schemeClr val="accent3"/>
          </a:solidFill>
          <a:ln>
            <a:noFill/>
          </a:ln>
        </p:spPr>
        <p:txBody>
          <a:bodyPr spcFirstLastPara="1" wrap="square" lIns="91425" tIns="45700" rIns="91425" bIns="45700" anchor="ctr" anchorCtr="0">
            <a:noAutofit/>
          </a:bodyPr>
          <a:lstStyle/>
          <a:p>
            <a:pPr algn="ctr">
              <a:buClr>
                <a:schemeClr val="lt1"/>
              </a:buClr>
              <a:buSzPts val="6000"/>
            </a:pPr>
            <a:r>
              <a:rPr lang="en-US" sz="6000" b="1">
                <a:solidFill>
                  <a:schemeClr val="lt1"/>
                </a:solidFill>
                <a:latin typeface="Calibri"/>
                <a:ea typeface="Calibri"/>
                <a:cs typeface="Calibri"/>
                <a:sym typeface="Cambria"/>
              </a:rPr>
              <a:t>10</a:t>
            </a:r>
            <a:endParaRPr sz="6000">
              <a:solidFill>
                <a:schemeClr val="dk1"/>
              </a:solidFill>
              <a:latin typeface="Calibri"/>
              <a:ea typeface="Calibri"/>
              <a:cs typeface="Calibri"/>
              <a:sym typeface="Calibri"/>
            </a:endParaRPr>
          </a:p>
          <a:p>
            <a:pPr algn="ctr">
              <a:buClr>
                <a:schemeClr val="lt1"/>
              </a:buClr>
              <a:buSzPts val="2400"/>
            </a:pPr>
            <a:r>
              <a:rPr lang="en-US" sz="2400">
                <a:solidFill>
                  <a:schemeClr val="lt1"/>
                </a:solidFill>
                <a:latin typeface="Calibri"/>
                <a:ea typeface="Calibri"/>
                <a:cs typeface="Calibri"/>
                <a:sym typeface="Calibri"/>
              </a:rPr>
              <a:t>blocked</a:t>
            </a:r>
            <a:endParaRPr sz="6000">
              <a:solidFill>
                <a:schemeClr val="dk1"/>
              </a:solidFill>
              <a:latin typeface="Calibri"/>
              <a:ea typeface="Calibri"/>
              <a:cs typeface="Calibri"/>
              <a:sym typeface="Calibri"/>
            </a:endParaRPr>
          </a:p>
        </p:txBody>
      </p:sp>
      <p:sp>
        <p:nvSpPr>
          <p:cNvPr id="602" name="Google Shape;602;p15"/>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37</a:t>
            </a:fld>
            <a:endParaRPr sz="1067">
              <a:solidFill>
                <a:schemeClr val="accent5"/>
              </a:solidFill>
              <a:latin typeface="Calibri"/>
              <a:ea typeface="Calibri"/>
              <a:cs typeface="Calibri"/>
              <a:sym typeface="Calibri"/>
            </a:endParaRPr>
          </a:p>
        </p:txBody>
      </p:sp>
    </p:spTree>
    <p:extLst>
      <p:ext uri="{BB962C8B-B14F-4D97-AF65-F5344CB8AC3E}">
        <p14:creationId xmlns:p14="http://schemas.microsoft.com/office/powerpoint/2010/main" val="26152558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16" name="Rectangle 615"/>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08" name="Google Shape;608;p16"/>
          <p:cNvSpPr/>
          <p:nvPr/>
        </p:nvSpPr>
        <p:spPr>
          <a:xfrm>
            <a:off x="548640" y="1280160"/>
            <a:ext cx="4937760" cy="301752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09" name="Google Shape;609;p16"/>
          <p:cNvSpPr txBox="1"/>
          <p:nvPr/>
        </p:nvSpPr>
        <p:spPr>
          <a:xfrm>
            <a:off x="932688" y="1143000"/>
            <a:ext cx="4206240" cy="1737360"/>
          </a:xfrm>
          <a:prstGeom prst="rect">
            <a:avLst/>
          </a:prstGeom>
          <a:noFill/>
          <a:ln>
            <a:noFill/>
          </a:ln>
        </p:spPr>
        <p:txBody>
          <a:bodyPr spcFirstLastPara="1" wrap="square" lIns="0" tIns="0" rIns="0" bIns="0" anchor="ctr" anchorCtr="0">
            <a:noAutofit/>
          </a:bodyPr>
          <a:lstStyle/>
          <a:p>
            <a:pPr>
              <a:buClr>
                <a:schemeClr val="accent1"/>
              </a:buClr>
              <a:buSzPts val="10000"/>
            </a:pPr>
            <a:r>
              <a:rPr lang="en-US" sz="10000" b="1" dirty="0">
                <a:solidFill>
                  <a:schemeClr val="accent1"/>
                </a:solidFill>
                <a:latin typeface="Calibri"/>
                <a:ea typeface="Calibri"/>
                <a:cs typeface="Calibri"/>
                <a:sym typeface="Cambria"/>
              </a:rPr>
              <a:t>94%</a:t>
            </a:r>
            <a:endParaRPr sz="10000" dirty="0">
              <a:solidFill>
                <a:schemeClr val="dk1"/>
              </a:solidFill>
              <a:latin typeface="Calibri"/>
              <a:ea typeface="Calibri"/>
              <a:cs typeface="Calibri"/>
              <a:sym typeface="Calibri"/>
            </a:endParaRPr>
          </a:p>
        </p:txBody>
      </p:sp>
      <p:sp>
        <p:nvSpPr>
          <p:cNvPr id="610" name="Google Shape;610;p16"/>
          <p:cNvSpPr txBox="1"/>
          <p:nvPr/>
        </p:nvSpPr>
        <p:spPr>
          <a:xfrm>
            <a:off x="914400" y="2743200"/>
            <a:ext cx="4206240" cy="1371600"/>
          </a:xfrm>
          <a:prstGeom prst="rect">
            <a:avLst/>
          </a:prstGeom>
          <a:noFill/>
          <a:ln>
            <a:noFill/>
          </a:ln>
        </p:spPr>
        <p:txBody>
          <a:bodyPr spcFirstLastPara="1" wrap="square" lIns="0" tIns="0" rIns="0" bIns="0" anchor="t" anchorCtr="0">
            <a:noAutofit/>
          </a:bodyPr>
          <a:lstStyle/>
          <a:p>
            <a:pPr>
              <a:buClr>
                <a:schemeClr val="dk1"/>
              </a:buClr>
              <a:buSzPts val="2000"/>
            </a:pPr>
            <a:r>
              <a:rPr lang="en-US" sz="2000">
                <a:solidFill>
                  <a:schemeClr val="dk1"/>
                </a:solidFill>
                <a:latin typeface="Calibri"/>
                <a:ea typeface="Calibri"/>
                <a:cs typeface="Calibri"/>
                <a:sym typeface="Calibri"/>
              </a:rPr>
              <a:t>Correct: 940 out of 1,000, so </a:t>
            </a:r>
            <a:r>
              <a:rPr lang="en-US" sz="2000" b="1">
                <a:solidFill>
                  <a:schemeClr val="dk1"/>
                </a:solidFill>
                <a:latin typeface="Calibri"/>
                <a:ea typeface="Calibri"/>
                <a:cs typeface="Calibri"/>
                <a:sym typeface="Calibri"/>
              </a:rPr>
              <a:t>accuracy = 94%.</a:t>
            </a:r>
            <a:endParaRPr sz="2000">
              <a:solidFill>
                <a:schemeClr val="dk1"/>
              </a:solidFill>
              <a:latin typeface="Calibri"/>
              <a:ea typeface="Calibri"/>
              <a:cs typeface="Calibri"/>
              <a:sym typeface="Calibri"/>
            </a:endParaRPr>
          </a:p>
          <a:p>
            <a:pPr>
              <a:spcBef>
                <a:spcPts val="800"/>
              </a:spcBef>
              <a:buClr>
                <a:schemeClr val="accent6"/>
              </a:buClr>
              <a:buSzPts val="2000"/>
            </a:pPr>
            <a:r>
              <a:rPr lang="en-US" sz="2000" i="1">
                <a:solidFill>
                  <a:schemeClr val="accent6"/>
                </a:solidFill>
                <a:latin typeface="Calibri"/>
                <a:ea typeface="Calibri"/>
                <a:cs typeface="Calibri"/>
                <a:sym typeface="Calibri"/>
              </a:rPr>
              <a:t>It looks excellent on paper.</a:t>
            </a:r>
            <a:endParaRPr sz="2000">
              <a:solidFill>
                <a:schemeClr val="dk1"/>
              </a:solidFill>
              <a:latin typeface="Calibri"/>
              <a:ea typeface="Calibri"/>
              <a:cs typeface="Calibri"/>
              <a:sym typeface="Calibri"/>
            </a:endParaRPr>
          </a:p>
        </p:txBody>
      </p:sp>
      <p:sp>
        <p:nvSpPr>
          <p:cNvPr id="611" name="Google Shape;611;p16"/>
          <p:cNvSpPr txBox="1"/>
          <p:nvPr/>
        </p:nvSpPr>
        <p:spPr>
          <a:xfrm>
            <a:off x="5852160" y="640080"/>
            <a:ext cx="5760720" cy="457200"/>
          </a:xfrm>
          <a:prstGeom prst="rect">
            <a:avLst/>
          </a:prstGeom>
          <a:noFill/>
          <a:ln>
            <a:noFill/>
          </a:ln>
        </p:spPr>
        <p:txBody>
          <a:bodyPr spcFirstLastPara="1" wrap="square" lIns="0" tIns="0" rIns="0" bIns="0" anchor="ctr" anchorCtr="0">
            <a:noAutofit/>
          </a:bodyPr>
          <a:lstStyle/>
          <a:p>
            <a:pPr>
              <a:buClr>
                <a:schemeClr val="dk1"/>
              </a:buClr>
              <a:buSzPts val="2200"/>
            </a:pPr>
            <a:r>
              <a:rPr lang="en-US" sz="2200" b="1">
                <a:solidFill>
                  <a:schemeClr val="dk1"/>
                </a:solidFill>
                <a:latin typeface="Calibri"/>
                <a:ea typeface="Calibri"/>
                <a:cs typeface="Calibri"/>
                <a:sym typeface="Calibri"/>
              </a:rPr>
              <a:t>But look at what it actually does:</a:t>
            </a:r>
            <a:endParaRPr sz="2200">
              <a:solidFill>
                <a:schemeClr val="dk1"/>
              </a:solidFill>
              <a:latin typeface="Calibri"/>
              <a:ea typeface="Calibri"/>
              <a:cs typeface="Calibri"/>
              <a:sym typeface="Calibri"/>
            </a:endParaRPr>
          </a:p>
        </p:txBody>
      </p:sp>
      <p:sp>
        <p:nvSpPr>
          <p:cNvPr id="612" name="Google Shape;612;p16"/>
          <p:cNvSpPr/>
          <p:nvPr/>
        </p:nvSpPr>
        <p:spPr>
          <a:xfrm>
            <a:off x="579120" y="213360"/>
            <a:ext cx="10728960" cy="853440"/>
          </a:xfrm>
          <a:prstGeom prst="rect">
            <a:avLst/>
          </a:prstGeom>
          <a:solidFill>
            <a:schemeClr val="accent2"/>
          </a:solidFill>
          <a:ln>
            <a:noFill/>
          </a:ln>
        </p:spPr>
        <p:txBody>
          <a:bodyPr spcFirstLastPara="1" wrap="square" lIns="0" tIns="0" rIns="0" bIns="0" anchor="ctr" anchorCtr="0">
            <a:noAutofit/>
          </a:bodyPr>
          <a:lstStyle/>
          <a:p>
            <a:pPr>
              <a:buClr>
                <a:schemeClr val="dk1"/>
              </a:buClr>
              <a:buSzPts val="4800"/>
            </a:pPr>
            <a:r>
              <a:rPr lang="en-US" sz="3733" b="1" dirty="0">
                <a:solidFill>
                  <a:srgbClr val="1B1F3B"/>
                </a:solidFill>
                <a:latin typeface="Calibri"/>
                <a:ea typeface="Calibri"/>
                <a:cs typeface="Calibri"/>
                <a:sym typeface="Cambria"/>
              </a:rPr>
              <a:t> 0 of 50</a:t>
            </a:r>
            <a:r>
              <a:rPr lang="en-US" sz="4800" dirty="0">
                <a:solidFill>
                  <a:schemeClr val="dk1"/>
                </a:solidFill>
                <a:sym typeface="Calibri"/>
              </a:rPr>
              <a:t> </a:t>
            </a:r>
            <a:r>
              <a:rPr lang="en-US" sz="3733" b="1" dirty="0">
                <a:solidFill>
                  <a:srgbClr val="1B1F3B"/>
                </a:solidFill>
                <a:latin typeface="Calibri"/>
                <a:ea typeface="Calibri"/>
                <a:cs typeface="Calibri"/>
                <a:sym typeface="Calibri"/>
              </a:rPr>
              <a:t>Congested cells found</a:t>
            </a:r>
            <a:endParaRPr sz="4800" dirty="0">
              <a:solidFill>
                <a:schemeClr val="dk1"/>
              </a:solidFill>
              <a:latin typeface="Calibri"/>
              <a:ea typeface="Calibri"/>
              <a:cs typeface="Calibri"/>
              <a:sym typeface="Calibri"/>
            </a:endParaRPr>
          </a:p>
        </p:txBody>
      </p:sp>
      <p:sp>
        <p:nvSpPr>
          <p:cNvPr id="613" name="Google Shape;613;p16"/>
          <p:cNvSpPr/>
          <p:nvPr/>
        </p:nvSpPr>
        <p:spPr>
          <a:xfrm>
            <a:off x="8096227" y="1280160"/>
            <a:ext cx="2788920" cy="3017520"/>
          </a:xfrm>
          <a:prstGeom prst="rect">
            <a:avLst/>
          </a:prstGeom>
          <a:solidFill>
            <a:schemeClr val="accent3"/>
          </a:solidFill>
          <a:ln>
            <a:noFill/>
          </a:ln>
        </p:spPr>
        <p:txBody>
          <a:bodyPr spcFirstLastPara="1" wrap="square" lIns="91425" tIns="45700" rIns="91425" bIns="45700" anchor="ctr" anchorCtr="0">
            <a:noAutofit/>
          </a:bodyPr>
          <a:lstStyle/>
          <a:p>
            <a:pPr algn="ctr">
              <a:buClr>
                <a:schemeClr val="lt1"/>
              </a:buClr>
              <a:buSzPts val="4800"/>
            </a:pPr>
            <a:r>
              <a:rPr lang="en-US" sz="4800" b="1">
                <a:solidFill>
                  <a:schemeClr val="lt1"/>
                </a:solidFill>
                <a:latin typeface="Calibri"/>
                <a:ea typeface="Calibri"/>
                <a:cs typeface="Calibri"/>
                <a:sym typeface="Cambria"/>
              </a:rPr>
              <a:t>0 of 10</a:t>
            </a:r>
            <a:endParaRPr sz="4800">
              <a:solidFill>
                <a:schemeClr val="dk1"/>
              </a:solidFill>
              <a:latin typeface="Calibri"/>
              <a:ea typeface="Calibri"/>
              <a:cs typeface="Calibri"/>
              <a:sym typeface="Calibri"/>
            </a:endParaRPr>
          </a:p>
          <a:p>
            <a:pPr algn="ctr">
              <a:buClr>
                <a:schemeClr val="lt1"/>
              </a:buClr>
              <a:buSzPts val="2000"/>
            </a:pPr>
            <a:r>
              <a:rPr lang="en-US" sz="2000">
                <a:solidFill>
                  <a:schemeClr val="lt1"/>
                </a:solidFill>
                <a:latin typeface="Calibri"/>
                <a:ea typeface="Calibri"/>
                <a:cs typeface="Calibri"/>
                <a:sym typeface="Calibri"/>
              </a:rPr>
              <a:t>Blocked cells found</a:t>
            </a:r>
            <a:endParaRPr sz="4800">
              <a:solidFill>
                <a:schemeClr val="dk1"/>
              </a:solidFill>
              <a:latin typeface="Calibri"/>
              <a:ea typeface="Calibri"/>
              <a:cs typeface="Calibri"/>
              <a:sym typeface="Calibri"/>
            </a:endParaRPr>
          </a:p>
        </p:txBody>
      </p:sp>
      <p:sp>
        <p:nvSpPr>
          <p:cNvPr id="614" name="Google Shape;614;p16"/>
          <p:cNvSpPr/>
          <p:nvPr/>
        </p:nvSpPr>
        <p:spPr>
          <a:xfrm>
            <a:off x="548640" y="4663440"/>
            <a:ext cx="11064240" cy="1417320"/>
          </a:xfrm>
          <a:prstGeom prst="rect">
            <a:avLst/>
          </a:prstGeom>
          <a:solidFill>
            <a:schemeClr val="dk1"/>
          </a:solidFill>
          <a:ln>
            <a:noFill/>
          </a:ln>
        </p:spPr>
        <p:txBody>
          <a:bodyPr spcFirstLastPara="1" wrap="square" lIns="355600" tIns="355600" rIns="355600" bIns="355600" anchor="ctr" anchorCtr="0">
            <a:noAutofit/>
          </a:bodyPr>
          <a:lstStyle/>
          <a:p>
            <a:pPr>
              <a:buClr>
                <a:schemeClr val="lt1"/>
              </a:buClr>
              <a:buSzPts val="2600"/>
            </a:pPr>
            <a:r>
              <a:rPr lang="en-US" sz="2600" b="1">
                <a:solidFill>
                  <a:schemeClr val="lt1"/>
                </a:solidFill>
                <a:latin typeface="Calibri"/>
                <a:ea typeface="Calibri"/>
                <a:cs typeface="Calibri"/>
                <a:sym typeface="Calibri"/>
              </a:rPr>
              <a:t>It is useless for the one thing the city cares about,</a:t>
            </a:r>
            <a:endParaRPr sz="2600">
              <a:solidFill>
                <a:schemeClr val="dk1"/>
              </a:solidFill>
              <a:latin typeface="Calibri"/>
              <a:ea typeface="Calibri"/>
              <a:cs typeface="Calibri"/>
              <a:sym typeface="Calibri"/>
            </a:endParaRPr>
          </a:p>
          <a:p>
            <a:pPr>
              <a:buClr>
                <a:schemeClr val="lt1"/>
              </a:buClr>
              <a:buSzPts val="2600"/>
            </a:pPr>
            <a:r>
              <a:rPr lang="en-US" sz="2600" b="1">
                <a:solidFill>
                  <a:schemeClr val="lt1"/>
                </a:solidFill>
                <a:latin typeface="Calibri"/>
                <a:ea typeface="Calibri"/>
                <a:cs typeface="Calibri"/>
                <a:sym typeface="Calibri"/>
              </a:rPr>
              <a:t>which is spotting the bad cells.</a:t>
            </a:r>
            <a:endParaRPr sz="2600">
              <a:solidFill>
                <a:schemeClr val="dk1"/>
              </a:solidFill>
              <a:latin typeface="Calibri"/>
              <a:ea typeface="Calibri"/>
              <a:cs typeface="Calibri"/>
              <a:sym typeface="Calibri"/>
            </a:endParaRPr>
          </a:p>
        </p:txBody>
      </p:sp>
      <p:sp>
        <p:nvSpPr>
          <p:cNvPr id="615" name="Google Shape;615;p16"/>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38</a:t>
            </a:fld>
            <a:endParaRPr sz="1067">
              <a:solidFill>
                <a:schemeClr val="accent5"/>
              </a:solidFill>
              <a:latin typeface="Calibri"/>
              <a:ea typeface="Calibri"/>
              <a:cs typeface="Calibri"/>
              <a:sym typeface="Calibri"/>
            </a:endParaRPr>
          </a:p>
        </p:txBody>
      </p:sp>
    </p:spTree>
    <p:extLst>
      <p:ext uri="{BB962C8B-B14F-4D97-AF65-F5344CB8AC3E}">
        <p14:creationId xmlns:p14="http://schemas.microsoft.com/office/powerpoint/2010/main" val="18830923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17"/>
          <p:cNvSpPr txBox="1"/>
          <p:nvPr/>
        </p:nvSpPr>
        <p:spPr>
          <a:xfrm>
            <a:off x="731520" y="1767840"/>
            <a:ext cx="1828800" cy="487680"/>
          </a:xfrm>
          <a:prstGeom prst="rect">
            <a:avLst/>
          </a:prstGeom>
          <a:noFill/>
          <a:ln>
            <a:noFill/>
          </a:ln>
        </p:spPr>
        <p:txBody>
          <a:bodyPr spcFirstLastPara="1" wrap="square" lIns="0" tIns="0" rIns="0" bIns="0" anchor="ctr" anchorCtr="0">
            <a:noAutofit/>
          </a:bodyPr>
          <a:lstStyle/>
          <a:p>
            <a:pPr>
              <a:buClr>
                <a:schemeClr val="accent5"/>
              </a:buClr>
              <a:buSzPts val="2000"/>
            </a:pPr>
            <a:r>
              <a:rPr lang="en-US" sz="2667" b="1">
                <a:solidFill>
                  <a:srgbClr val="F2A33A"/>
                </a:solidFill>
                <a:latin typeface="Calibri"/>
                <a:ea typeface="Calibri"/>
                <a:cs typeface="Calibri"/>
                <a:sym typeface="Calibri"/>
              </a:rPr>
              <a:t>02</a:t>
            </a:r>
            <a:endParaRPr sz="2000">
              <a:solidFill>
                <a:schemeClr val="dk1"/>
              </a:solidFill>
              <a:latin typeface="Calibri"/>
              <a:ea typeface="Calibri"/>
              <a:cs typeface="Calibri"/>
              <a:sym typeface="Calibri"/>
            </a:endParaRPr>
          </a:p>
        </p:txBody>
      </p:sp>
      <p:sp>
        <p:nvSpPr>
          <p:cNvPr id="622" name="Google Shape;622;p17"/>
          <p:cNvSpPr txBox="1">
            <a:spLocks noGrp="1"/>
          </p:cNvSpPr>
          <p:nvPr>
            <p:ph type="title"/>
          </p:nvPr>
        </p:nvSpPr>
        <p:spPr>
          <a:xfrm>
            <a:off x="731520" y="2560320"/>
            <a:ext cx="6400000" cy="1097280"/>
          </a:xfrm>
          <a:prstGeom prst="rect">
            <a:avLst/>
          </a:prstGeom>
          <a:noFill/>
          <a:ln>
            <a:noFill/>
          </a:ln>
        </p:spPr>
        <p:txBody>
          <a:bodyPr spcFirstLastPara="1" wrap="square" lIns="0" tIns="0" rIns="0" bIns="0" rtlCol="0" anchor="ctr" anchorCtr="0">
            <a:noAutofit/>
          </a:bodyPr>
          <a:lstStyle/>
          <a:p>
            <a:r>
              <a:rPr lang="en-US" sz="5333">
                <a:solidFill>
                  <a:srgbClr val="FFFFFF"/>
                </a:solidFill>
              </a:rPr>
              <a:t>Confusion Matrix</a:t>
            </a:r>
            <a:endParaRPr/>
          </a:p>
        </p:txBody>
      </p:sp>
      <p:sp>
        <p:nvSpPr>
          <p:cNvPr id="623" name="Google Shape;623;p17"/>
          <p:cNvSpPr/>
          <p:nvPr/>
        </p:nvSpPr>
        <p:spPr>
          <a:xfrm>
            <a:off x="7635240"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24" name="Google Shape;624;p17"/>
          <p:cNvSpPr/>
          <p:nvPr/>
        </p:nvSpPr>
        <p:spPr>
          <a:xfrm>
            <a:off x="8202168"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25" name="Google Shape;625;p17"/>
          <p:cNvSpPr/>
          <p:nvPr/>
        </p:nvSpPr>
        <p:spPr>
          <a:xfrm>
            <a:off x="8769096"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26" name="Google Shape;626;p17"/>
          <p:cNvSpPr/>
          <p:nvPr/>
        </p:nvSpPr>
        <p:spPr>
          <a:xfrm>
            <a:off x="9336024"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27" name="Google Shape;627;p17"/>
          <p:cNvSpPr/>
          <p:nvPr/>
        </p:nvSpPr>
        <p:spPr>
          <a:xfrm>
            <a:off x="9902952"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28" name="Google Shape;628;p17"/>
          <p:cNvSpPr/>
          <p:nvPr/>
        </p:nvSpPr>
        <p:spPr>
          <a:xfrm>
            <a:off x="10469880" y="1490472"/>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29" name="Google Shape;629;p17"/>
          <p:cNvSpPr/>
          <p:nvPr/>
        </p:nvSpPr>
        <p:spPr>
          <a:xfrm>
            <a:off x="11036808"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30" name="Google Shape;630;p17"/>
          <p:cNvSpPr/>
          <p:nvPr/>
        </p:nvSpPr>
        <p:spPr>
          <a:xfrm>
            <a:off x="7635240"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31" name="Google Shape;631;p17"/>
          <p:cNvSpPr/>
          <p:nvPr/>
        </p:nvSpPr>
        <p:spPr>
          <a:xfrm>
            <a:off x="8202168"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32" name="Google Shape;632;p17"/>
          <p:cNvSpPr/>
          <p:nvPr/>
        </p:nvSpPr>
        <p:spPr>
          <a:xfrm>
            <a:off x="8769096"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33" name="Google Shape;633;p17"/>
          <p:cNvSpPr/>
          <p:nvPr/>
        </p:nvSpPr>
        <p:spPr>
          <a:xfrm>
            <a:off x="9336024"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34" name="Google Shape;634;p17"/>
          <p:cNvSpPr/>
          <p:nvPr/>
        </p:nvSpPr>
        <p:spPr>
          <a:xfrm>
            <a:off x="9902952"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35" name="Google Shape;635;p17"/>
          <p:cNvSpPr/>
          <p:nvPr/>
        </p:nvSpPr>
        <p:spPr>
          <a:xfrm>
            <a:off x="10469880"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36" name="Google Shape;636;p17"/>
          <p:cNvSpPr/>
          <p:nvPr/>
        </p:nvSpPr>
        <p:spPr>
          <a:xfrm>
            <a:off x="11036808"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37" name="Google Shape;637;p17"/>
          <p:cNvSpPr/>
          <p:nvPr/>
        </p:nvSpPr>
        <p:spPr>
          <a:xfrm>
            <a:off x="7635240" y="2624328"/>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38" name="Google Shape;638;p17"/>
          <p:cNvSpPr/>
          <p:nvPr/>
        </p:nvSpPr>
        <p:spPr>
          <a:xfrm>
            <a:off x="8202168" y="2624328"/>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39" name="Google Shape;639;p17"/>
          <p:cNvSpPr/>
          <p:nvPr/>
        </p:nvSpPr>
        <p:spPr>
          <a:xfrm>
            <a:off x="8769096" y="2624328"/>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40" name="Google Shape;640;p17"/>
          <p:cNvSpPr/>
          <p:nvPr/>
        </p:nvSpPr>
        <p:spPr>
          <a:xfrm>
            <a:off x="9336024" y="2624328"/>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41" name="Google Shape;641;p17"/>
          <p:cNvSpPr/>
          <p:nvPr/>
        </p:nvSpPr>
        <p:spPr>
          <a:xfrm>
            <a:off x="9902952"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42" name="Google Shape;642;p17"/>
          <p:cNvSpPr/>
          <p:nvPr/>
        </p:nvSpPr>
        <p:spPr>
          <a:xfrm>
            <a:off x="10469880"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43" name="Google Shape;643;p17"/>
          <p:cNvSpPr/>
          <p:nvPr/>
        </p:nvSpPr>
        <p:spPr>
          <a:xfrm>
            <a:off x="11036808" y="2624328"/>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44" name="Google Shape;644;p17"/>
          <p:cNvSpPr/>
          <p:nvPr/>
        </p:nvSpPr>
        <p:spPr>
          <a:xfrm>
            <a:off x="7635240" y="3191256"/>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45" name="Google Shape;645;p17"/>
          <p:cNvSpPr/>
          <p:nvPr/>
        </p:nvSpPr>
        <p:spPr>
          <a:xfrm>
            <a:off x="8202168"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46" name="Google Shape;646;p17"/>
          <p:cNvSpPr/>
          <p:nvPr/>
        </p:nvSpPr>
        <p:spPr>
          <a:xfrm>
            <a:off x="8769096"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47" name="Google Shape;647;p17"/>
          <p:cNvSpPr/>
          <p:nvPr/>
        </p:nvSpPr>
        <p:spPr>
          <a:xfrm>
            <a:off x="9336024"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48" name="Google Shape;648;p17"/>
          <p:cNvSpPr/>
          <p:nvPr/>
        </p:nvSpPr>
        <p:spPr>
          <a:xfrm>
            <a:off x="9902952" y="3191256"/>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49" name="Google Shape;649;p17"/>
          <p:cNvSpPr/>
          <p:nvPr/>
        </p:nvSpPr>
        <p:spPr>
          <a:xfrm>
            <a:off x="10469880"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50" name="Google Shape;650;p17"/>
          <p:cNvSpPr/>
          <p:nvPr/>
        </p:nvSpPr>
        <p:spPr>
          <a:xfrm>
            <a:off x="11036808"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51" name="Google Shape;651;p17"/>
          <p:cNvSpPr/>
          <p:nvPr/>
        </p:nvSpPr>
        <p:spPr>
          <a:xfrm>
            <a:off x="7635240"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52" name="Google Shape;652;p17"/>
          <p:cNvSpPr/>
          <p:nvPr/>
        </p:nvSpPr>
        <p:spPr>
          <a:xfrm>
            <a:off x="8202168" y="3758184"/>
            <a:ext cx="475488" cy="475488"/>
          </a:xfrm>
          <a:prstGeom prst="rect">
            <a:avLst/>
          </a:pr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53" name="Google Shape;653;p17"/>
          <p:cNvSpPr/>
          <p:nvPr/>
        </p:nvSpPr>
        <p:spPr>
          <a:xfrm>
            <a:off x="8769096" y="3758184"/>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54" name="Google Shape;654;p17"/>
          <p:cNvSpPr/>
          <p:nvPr/>
        </p:nvSpPr>
        <p:spPr>
          <a:xfrm>
            <a:off x="9336024"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55" name="Google Shape;655;p17"/>
          <p:cNvSpPr/>
          <p:nvPr/>
        </p:nvSpPr>
        <p:spPr>
          <a:xfrm>
            <a:off x="9902952"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56" name="Google Shape;656;p17"/>
          <p:cNvSpPr/>
          <p:nvPr/>
        </p:nvSpPr>
        <p:spPr>
          <a:xfrm>
            <a:off x="10469880"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57" name="Google Shape;657;p17"/>
          <p:cNvSpPr/>
          <p:nvPr/>
        </p:nvSpPr>
        <p:spPr>
          <a:xfrm>
            <a:off x="11036808"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58" name="Google Shape;658;p17"/>
          <p:cNvSpPr/>
          <p:nvPr/>
        </p:nvSpPr>
        <p:spPr>
          <a:xfrm>
            <a:off x="7635240" y="4325112"/>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59" name="Google Shape;659;p17"/>
          <p:cNvSpPr/>
          <p:nvPr/>
        </p:nvSpPr>
        <p:spPr>
          <a:xfrm>
            <a:off x="8202168"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60" name="Google Shape;660;p17"/>
          <p:cNvSpPr/>
          <p:nvPr/>
        </p:nvSpPr>
        <p:spPr>
          <a:xfrm>
            <a:off x="8769096"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61" name="Google Shape;661;p17"/>
          <p:cNvSpPr/>
          <p:nvPr/>
        </p:nvSpPr>
        <p:spPr>
          <a:xfrm>
            <a:off x="9336024"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62" name="Google Shape;662;p17"/>
          <p:cNvSpPr/>
          <p:nvPr/>
        </p:nvSpPr>
        <p:spPr>
          <a:xfrm>
            <a:off x="9902952"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63" name="Google Shape;663;p17"/>
          <p:cNvSpPr/>
          <p:nvPr/>
        </p:nvSpPr>
        <p:spPr>
          <a:xfrm>
            <a:off x="10469880"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64" name="Google Shape;664;p17"/>
          <p:cNvSpPr/>
          <p:nvPr/>
        </p:nvSpPr>
        <p:spPr>
          <a:xfrm>
            <a:off x="11036808" y="4325112"/>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65" name="Google Shape;665;p17"/>
          <p:cNvSpPr/>
          <p:nvPr/>
        </p:nvSpPr>
        <p:spPr>
          <a:xfrm>
            <a:off x="7635240"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66" name="Google Shape;666;p17"/>
          <p:cNvSpPr/>
          <p:nvPr/>
        </p:nvSpPr>
        <p:spPr>
          <a:xfrm>
            <a:off x="8202168"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67" name="Google Shape;667;p17"/>
          <p:cNvSpPr/>
          <p:nvPr/>
        </p:nvSpPr>
        <p:spPr>
          <a:xfrm>
            <a:off x="8769096"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68" name="Google Shape;668;p17"/>
          <p:cNvSpPr/>
          <p:nvPr/>
        </p:nvSpPr>
        <p:spPr>
          <a:xfrm>
            <a:off x="9336024"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69" name="Google Shape;669;p17"/>
          <p:cNvSpPr/>
          <p:nvPr/>
        </p:nvSpPr>
        <p:spPr>
          <a:xfrm>
            <a:off x="9902952"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70" name="Google Shape;670;p17"/>
          <p:cNvSpPr/>
          <p:nvPr/>
        </p:nvSpPr>
        <p:spPr>
          <a:xfrm>
            <a:off x="10469880"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71" name="Google Shape;671;p17"/>
          <p:cNvSpPr/>
          <p:nvPr/>
        </p:nvSpPr>
        <p:spPr>
          <a:xfrm>
            <a:off x="11036808" y="4892040"/>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72" name="Google Shape;672;p17"/>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39</a:t>
            </a:fld>
            <a:endParaRPr sz="1067">
              <a:solidFill>
                <a:schemeClr val="accent5"/>
              </a:solidFill>
              <a:latin typeface="Calibri"/>
              <a:ea typeface="Calibri"/>
              <a:cs typeface="Calibri"/>
              <a:sym typeface="Calibri"/>
            </a:endParaRPr>
          </a:p>
        </p:txBody>
      </p:sp>
      <p:sp>
        <p:nvSpPr>
          <p:cNvPr id="673" name="Rectangle 672"/>
          <p:cNvSpPr/>
          <p:nvPr/>
        </p:nvSpPr>
        <p:spPr>
          <a:xfrm>
            <a:off x="731520" y="2377440"/>
            <a:ext cx="1097280" cy="85344"/>
          </a:xfrm>
          <a:prstGeom prst="rect">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Tree>
    <p:extLst>
      <p:ext uri="{BB962C8B-B14F-4D97-AF65-F5344CB8AC3E}">
        <p14:creationId xmlns:p14="http://schemas.microsoft.com/office/powerpoint/2010/main" val="27300660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82" name="Rectangle 681"/>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graphicFrame>
        <p:nvGraphicFramePr>
          <p:cNvPr id="678" name="Google Shape;678;p18"/>
          <p:cNvGraphicFramePr/>
          <p:nvPr/>
        </p:nvGraphicFramePr>
        <p:xfrm>
          <a:off x="2514600" y="1600200"/>
          <a:ext cx="8138177" cy="4572001"/>
        </p:xfrm>
        <a:graphic>
          <a:graphicData uri="http://schemas.openxmlformats.org/drawingml/2006/table">
            <a:tbl>
              <a:tblPr>
                <a:noFill/>
              </a:tblPr>
              <a:tblGrid>
                <a:gridCol w="1554475">
                  <a:extLst>
                    <a:ext uri="{9D8B030D-6E8A-4147-A177-3AD203B41FA5}">
                      <a16:colId xmlns:a16="http://schemas.microsoft.com/office/drawing/2014/main" val="20000"/>
                    </a:ext>
                  </a:extLst>
                </a:gridCol>
                <a:gridCol w="3291851">
                  <a:extLst>
                    <a:ext uri="{9D8B030D-6E8A-4147-A177-3AD203B41FA5}">
                      <a16:colId xmlns:a16="http://schemas.microsoft.com/office/drawing/2014/main" val="20001"/>
                    </a:ext>
                  </a:extLst>
                </a:gridCol>
                <a:gridCol w="3291851">
                  <a:extLst>
                    <a:ext uri="{9D8B030D-6E8A-4147-A177-3AD203B41FA5}">
                      <a16:colId xmlns:a16="http://schemas.microsoft.com/office/drawing/2014/main" val="20002"/>
                    </a:ext>
                  </a:extLst>
                </a:gridCol>
              </a:tblGrid>
              <a:tr h="548651">
                <a:tc>
                  <a:txBody>
                    <a:bodyPr/>
                    <a:lstStyle/>
                    <a:p>
                      <a:pPr marL="0" marR="0" lvl="0" indent="0" algn="l" rtl="0">
                        <a:spcBef>
                          <a:spcPts val="0"/>
                        </a:spcBef>
                        <a:spcAft>
                          <a:spcPts val="0"/>
                        </a:spcAft>
                        <a:buClr>
                          <a:schemeClr val="dk1"/>
                        </a:buClr>
                        <a:buSzPts val="1200"/>
                        <a:buFont typeface="Calibri"/>
                        <a:buNone/>
                      </a:pPr>
                      <a:endParaRPr sz="1200" u="none" strike="noStrike" cap="none"/>
                    </a:p>
                  </a:txBody>
                  <a:tcPr marL="91451" marR="91451" marT="45725" marB="457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lt1"/>
                        </a:buClr>
                        <a:buSzPts val="2000"/>
                        <a:buFont typeface="Calibri"/>
                        <a:buNone/>
                      </a:pPr>
                      <a:r>
                        <a:rPr lang="en-US" sz="2000" b="1" u="none" strike="noStrike" cap="none">
                          <a:solidFill>
                            <a:schemeClr val="lt1"/>
                          </a:solidFill>
                        </a:rPr>
                        <a:t>Positive</a:t>
                      </a:r>
                      <a:endParaRPr sz="20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Clr>
                          <a:schemeClr val="lt1"/>
                        </a:buClr>
                        <a:buSzPts val="2000"/>
                        <a:buFont typeface="Calibri"/>
                        <a:buNone/>
                      </a:pPr>
                      <a:r>
                        <a:rPr lang="en-US" sz="2000" b="1" u="none" strike="noStrike" cap="none">
                          <a:solidFill>
                            <a:schemeClr val="lt1"/>
                          </a:solidFill>
                        </a:rPr>
                        <a:t>Negative</a:t>
                      </a:r>
                      <a:endParaRPr sz="20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2011675">
                <a:tc>
                  <a:txBody>
                    <a:bodyPr/>
                    <a:lstStyle/>
                    <a:p>
                      <a:pPr marL="0" marR="0" lvl="0" indent="0" algn="ctr" rtl="0">
                        <a:spcBef>
                          <a:spcPts val="0"/>
                        </a:spcBef>
                        <a:spcAft>
                          <a:spcPts val="0"/>
                        </a:spcAft>
                        <a:buClr>
                          <a:schemeClr val="lt1"/>
                        </a:buClr>
                        <a:buSzPts val="2000"/>
                        <a:buFont typeface="Calibri"/>
                        <a:buNone/>
                      </a:pPr>
                      <a:r>
                        <a:rPr lang="en-US" sz="2000" b="1" u="none" strike="noStrike" cap="none">
                          <a:solidFill>
                            <a:schemeClr val="lt1"/>
                          </a:solidFill>
                        </a:rPr>
                        <a:t>Positive</a:t>
                      </a:r>
                      <a:endParaRPr sz="20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Clr>
                          <a:schemeClr val="lt1"/>
                        </a:buClr>
                        <a:buSzPts val="2600"/>
                        <a:buFont typeface="Calibri"/>
                        <a:buNone/>
                      </a:pPr>
                      <a:r>
                        <a:rPr lang="en-US" sz="2600" b="1" u="none" strike="noStrike" cap="none">
                          <a:solidFill>
                            <a:schemeClr val="lt1"/>
                          </a:solidFill>
                        </a:rPr>
                        <a:t>True Positive (TP)</a:t>
                      </a:r>
                      <a:endParaRPr sz="1200" u="none" strike="noStrike" cap="none"/>
                    </a:p>
                    <a:p>
                      <a:pPr marL="0" marR="0" lvl="0" indent="0" algn="ctr" rtl="0">
                        <a:spcBef>
                          <a:spcPts val="0"/>
                        </a:spcBef>
                        <a:spcAft>
                          <a:spcPts val="0"/>
                        </a:spcAft>
                        <a:buClr>
                          <a:schemeClr val="lt1"/>
                        </a:buClr>
                        <a:buSzPts val="1800"/>
                        <a:buFont typeface="Calibri"/>
                        <a:buNone/>
                      </a:pPr>
                      <a:r>
                        <a:rPr lang="en-US" sz="1800" u="none" strike="noStrike" cap="none">
                          <a:solidFill>
                            <a:schemeClr val="lt1"/>
                          </a:solidFill>
                        </a:rPr>
                        <a:t>Correctly predicted positive</a:t>
                      </a:r>
                      <a:endParaRPr sz="12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1"/>
                    </a:solidFill>
                  </a:tcPr>
                </a:tc>
                <a:tc>
                  <a:txBody>
                    <a:bodyPr/>
                    <a:lstStyle/>
                    <a:p>
                      <a:pPr marL="0" marR="0" lvl="0" indent="0" algn="ctr" rtl="0">
                        <a:spcBef>
                          <a:spcPts val="0"/>
                        </a:spcBef>
                        <a:spcAft>
                          <a:spcPts val="0"/>
                        </a:spcAft>
                        <a:buClr>
                          <a:schemeClr val="lt1"/>
                        </a:buClr>
                        <a:buSzPts val="2600"/>
                        <a:buFont typeface="Calibri"/>
                        <a:buNone/>
                      </a:pPr>
                      <a:r>
                        <a:rPr lang="en-US" sz="2600" b="1" u="none" strike="noStrike" cap="none">
                          <a:solidFill>
                            <a:schemeClr val="lt1"/>
                          </a:solidFill>
                        </a:rPr>
                        <a:t>False Negative (FN)</a:t>
                      </a:r>
                      <a:endParaRPr sz="1200" u="none" strike="noStrike" cap="none"/>
                    </a:p>
                    <a:p>
                      <a:pPr marL="0" marR="0" lvl="0" indent="0" algn="ctr" rtl="0">
                        <a:spcBef>
                          <a:spcPts val="0"/>
                        </a:spcBef>
                        <a:spcAft>
                          <a:spcPts val="0"/>
                        </a:spcAft>
                        <a:buClr>
                          <a:schemeClr val="lt1"/>
                        </a:buClr>
                        <a:buSzPts val="1800"/>
                        <a:buFont typeface="Calibri"/>
                        <a:buNone/>
                      </a:pPr>
                      <a:r>
                        <a:rPr lang="en-US" sz="1800" u="none" strike="noStrike" cap="none">
                          <a:solidFill>
                            <a:schemeClr val="lt1"/>
                          </a:solidFill>
                        </a:rPr>
                        <a:t>Actually positive but predicted negative</a:t>
                      </a:r>
                      <a:endParaRPr sz="12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3"/>
                    </a:solidFill>
                  </a:tcPr>
                </a:tc>
                <a:extLst>
                  <a:ext uri="{0D108BD9-81ED-4DB2-BD59-A6C34878D82A}">
                    <a16:rowId xmlns:a16="http://schemas.microsoft.com/office/drawing/2014/main" val="10001"/>
                  </a:ext>
                </a:extLst>
              </a:tr>
              <a:tr h="2011675">
                <a:tc>
                  <a:txBody>
                    <a:bodyPr/>
                    <a:lstStyle/>
                    <a:p>
                      <a:pPr marL="0" marR="0" lvl="0" indent="0" algn="ctr" rtl="0">
                        <a:spcBef>
                          <a:spcPts val="0"/>
                        </a:spcBef>
                        <a:spcAft>
                          <a:spcPts val="0"/>
                        </a:spcAft>
                        <a:buClr>
                          <a:schemeClr val="lt1"/>
                        </a:buClr>
                        <a:buSzPts val="2000"/>
                        <a:buFont typeface="Calibri"/>
                        <a:buNone/>
                      </a:pPr>
                      <a:r>
                        <a:rPr lang="en-US" sz="2000" b="1" u="none" strike="noStrike" cap="none">
                          <a:solidFill>
                            <a:schemeClr val="lt1"/>
                          </a:solidFill>
                        </a:rPr>
                        <a:t>Negative</a:t>
                      </a:r>
                      <a:endParaRPr sz="20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Clr>
                          <a:schemeClr val="dk1"/>
                        </a:buClr>
                        <a:buSzPts val="2600"/>
                        <a:buFont typeface="Calibri"/>
                        <a:buNone/>
                      </a:pPr>
                      <a:r>
                        <a:rPr lang="en-US" sz="2600" b="1" u="none" strike="noStrike" cap="none">
                          <a:solidFill>
                            <a:schemeClr val="dk1"/>
                          </a:solidFill>
                        </a:rPr>
                        <a:t>False Positive (FP)</a:t>
                      </a:r>
                      <a:endParaRPr sz="1200" u="none" strike="noStrike" cap="none"/>
                    </a:p>
                    <a:p>
                      <a:pPr marL="0" marR="0" lvl="0" indent="0" algn="ctr" rtl="0">
                        <a:spcBef>
                          <a:spcPts val="0"/>
                        </a:spcBef>
                        <a:spcAft>
                          <a:spcPts val="0"/>
                        </a:spcAft>
                        <a:buClr>
                          <a:schemeClr val="dk1"/>
                        </a:buClr>
                        <a:buSzPts val="1800"/>
                        <a:buFont typeface="Calibri"/>
                        <a:buNone/>
                      </a:pPr>
                      <a:r>
                        <a:rPr lang="en-US" sz="1800" u="none" strike="noStrike" cap="none">
                          <a:solidFill>
                            <a:schemeClr val="dk1"/>
                          </a:solidFill>
                        </a:rPr>
                        <a:t>Actually negative but predicted positive</a:t>
                      </a:r>
                      <a:endParaRPr sz="12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2"/>
                    </a:solidFill>
                  </a:tcPr>
                </a:tc>
                <a:tc>
                  <a:txBody>
                    <a:bodyPr/>
                    <a:lstStyle/>
                    <a:p>
                      <a:pPr marL="0" marR="0" lvl="0" indent="0" algn="ctr" rtl="0">
                        <a:spcBef>
                          <a:spcPts val="0"/>
                        </a:spcBef>
                        <a:spcAft>
                          <a:spcPts val="0"/>
                        </a:spcAft>
                        <a:buClr>
                          <a:schemeClr val="dk1"/>
                        </a:buClr>
                        <a:buSzPts val="2600"/>
                        <a:buFont typeface="Calibri"/>
                        <a:buNone/>
                      </a:pPr>
                      <a:r>
                        <a:rPr lang="en-US" sz="2600" b="1" u="none" strike="noStrike" cap="none">
                          <a:solidFill>
                            <a:schemeClr val="dk1"/>
                          </a:solidFill>
                        </a:rPr>
                        <a:t>True Negative (TN)</a:t>
                      </a:r>
                      <a:endParaRPr sz="1200" u="none" strike="noStrike" cap="none"/>
                    </a:p>
                    <a:p>
                      <a:pPr marL="0" marR="0" lvl="0" indent="0" algn="ctr" rtl="0">
                        <a:spcBef>
                          <a:spcPts val="0"/>
                        </a:spcBef>
                        <a:spcAft>
                          <a:spcPts val="0"/>
                        </a:spcAft>
                        <a:buClr>
                          <a:schemeClr val="dk1"/>
                        </a:buClr>
                        <a:buSzPts val="1800"/>
                        <a:buFont typeface="Calibri"/>
                        <a:buNone/>
                      </a:pPr>
                      <a:r>
                        <a:rPr lang="en-US" sz="1800" u="none" strike="noStrike" cap="none">
                          <a:solidFill>
                            <a:schemeClr val="dk1"/>
                          </a:solidFill>
                        </a:rPr>
                        <a:t>Correctly predicted negative</a:t>
                      </a:r>
                      <a:endParaRPr sz="12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2"/>
                    </a:solidFill>
                  </a:tcPr>
                </a:tc>
                <a:extLst>
                  <a:ext uri="{0D108BD9-81ED-4DB2-BD59-A6C34878D82A}">
                    <a16:rowId xmlns:a16="http://schemas.microsoft.com/office/drawing/2014/main" val="10002"/>
                  </a:ext>
                </a:extLst>
              </a:tr>
            </a:tbl>
          </a:graphicData>
        </a:graphic>
      </p:graphicFrame>
      <p:sp>
        <p:nvSpPr>
          <p:cNvPr id="679" name="Google Shape;679;p18"/>
          <p:cNvSpPr txBox="1"/>
          <p:nvPr/>
        </p:nvSpPr>
        <p:spPr>
          <a:xfrm>
            <a:off x="4069080" y="1051560"/>
            <a:ext cx="6583680" cy="411480"/>
          </a:xfrm>
          <a:prstGeom prst="rect">
            <a:avLst/>
          </a:prstGeom>
          <a:noFill/>
          <a:ln>
            <a:noFill/>
          </a:ln>
        </p:spPr>
        <p:txBody>
          <a:bodyPr spcFirstLastPara="1" wrap="square" lIns="0" tIns="0" rIns="0" bIns="0" anchor="ctr" anchorCtr="0">
            <a:noAutofit/>
          </a:bodyPr>
          <a:lstStyle/>
          <a:p>
            <a:pPr algn="ctr">
              <a:buClr>
                <a:schemeClr val="accent6"/>
              </a:buClr>
              <a:buSzPts val="2000"/>
            </a:pPr>
            <a:r>
              <a:rPr lang="en-US" sz="2000" b="1">
                <a:solidFill>
                  <a:schemeClr val="accent6"/>
                </a:solidFill>
                <a:latin typeface="Calibri"/>
                <a:ea typeface="Calibri"/>
                <a:cs typeface="Calibri"/>
                <a:sym typeface="Calibri"/>
              </a:rPr>
              <a:t>Predicted class</a:t>
            </a:r>
            <a:endParaRPr sz="2000">
              <a:solidFill>
                <a:schemeClr val="dk1"/>
              </a:solidFill>
              <a:latin typeface="Calibri"/>
              <a:ea typeface="Calibri"/>
              <a:cs typeface="Calibri"/>
              <a:sym typeface="Calibri"/>
            </a:endParaRPr>
          </a:p>
        </p:txBody>
      </p:sp>
      <p:sp>
        <p:nvSpPr>
          <p:cNvPr id="680" name="Google Shape;680;p18"/>
          <p:cNvSpPr txBox="1"/>
          <p:nvPr/>
        </p:nvSpPr>
        <p:spPr>
          <a:xfrm rot="-5400000">
            <a:off x="45720" y="3931920"/>
            <a:ext cx="4023360" cy="457200"/>
          </a:xfrm>
          <a:prstGeom prst="rect">
            <a:avLst/>
          </a:prstGeom>
          <a:noFill/>
          <a:ln>
            <a:noFill/>
          </a:ln>
        </p:spPr>
        <p:txBody>
          <a:bodyPr spcFirstLastPara="1" wrap="square" lIns="0" tIns="0" rIns="0" bIns="0" anchor="ctr" anchorCtr="0">
            <a:noAutofit/>
          </a:bodyPr>
          <a:lstStyle/>
          <a:p>
            <a:pPr algn="ctr">
              <a:buClr>
                <a:schemeClr val="accent6"/>
              </a:buClr>
              <a:buSzPts val="2000"/>
            </a:pPr>
            <a:r>
              <a:rPr lang="en-US" sz="2000" b="1">
                <a:solidFill>
                  <a:schemeClr val="accent6"/>
                </a:solidFill>
                <a:latin typeface="Calibri"/>
                <a:ea typeface="Calibri"/>
                <a:cs typeface="Calibri"/>
                <a:sym typeface="Calibri"/>
              </a:rPr>
              <a:t>Actual class</a:t>
            </a:r>
            <a:endParaRPr sz="2000">
              <a:solidFill>
                <a:schemeClr val="dk1"/>
              </a:solidFill>
              <a:latin typeface="Calibri"/>
              <a:ea typeface="Calibri"/>
              <a:cs typeface="Calibri"/>
              <a:sym typeface="Calibri"/>
            </a:endParaRPr>
          </a:p>
        </p:txBody>
      </p:sp>
      <p:sp>
        <p:nvSpPr>
          <p:cNvPr id="681" name="Google Shape;681;p18"/>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40</a:t>
            </a:fld>
            <a:endParaRPr sz="1067">
              <a:solidFill>
                <a:schemeClr val="accent5"/>
              </a:solidFill>
              <a:latin typeface="Calibri"/>
              <a:ea typeface="Calibri"/>
              <a:cs typeface="Calibri"/>
              <a:sym typeface="Calibri"/>
            </a:endParaRPr>
          </a:p>
        </p:txBody>
      </p:sp>
    </p:spTree>
    <p:extLst>
      <p:ext uri="{BB962C8B-B14F-4D97-AF65-F5344CB8AC3E}">
        <p14:creationId xmlns:p14="http://schemas.microsoft.com/office/powerpoint/2010/main" val="1594670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98" name="Rectangle 697"/>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87" name="Google Shape;687;p19"/>
          <p:cNvSpPr txBox="1">
            <a:spLocks noGrp="1"/>
          </p:cNvSpPr>
          <p:nvPr>
            <p:ph type="title"/>
          </p:nvPr>
        </p:nvSpPr>
        <p:spPr>
          <a:xfrm>
            <a:off x="731520" y="365760"/>
            <a:ext cx="10728960" cy="853440"/>
          </a:xfrm>
          <a:prstGeom prst="rect">
            <a:avLst/>
          </a:prstGeom>
          <a:noFill/>
          <a:ln>
            <a:noFill/>
          </a:ln>
        </p:spPr>
        <p:txBody>
          <a:bodyPr spcFirstLastPara="1" wrap="square" lIns="0" tIns="0" rIns="0" bIns="0" rtlCol="0" anchor="ctr" anchorCtr="0">
            <a:noAutofit/>
          </a:bodyPr>
          <a:lstStyle/>
          <a:p>
            <a:r>
              <a:rPr lang="en-US" sz="3733">
                <a:solidFill>
                  <a:srgbClr val="1B1F3B"/>
                </a:solidFill>
              </a:rPr>
              <a:t>Toy city — Lazy model</a:t>
            </a:r>
            <a:endParaRPr/>
          </a:p>
        </p:txBody>
      </p:sp>
      <p:graphicFrame>
        <p:nvGraphicFramePr>
          <p:cNvPr id="688" name="Google Shape;688;p19"/>
          <p:cNvGraphicFramePr/>
          <p:nvPr/>
        </p:nvGraphicFramePr>
        <p:xfrm>
          <a:off x="1188720" y="1965960"/>
          <a:ext cx="6035025" cy="3703298"/>
        </p:xfrm>
        <a:graphic>
          <a:graphicData uri="http://schemas.openxmlformats.org/drawingml/2006/table">
            <a:tbl>
              <a:tblPr>
                <a:noFill/>
              </a:tblPr>
              <a:tblGrid>
                <a:gridCol w="1371600">
                  <a:extLst>
                    <a:ext uri="{9D8B030D-6E8A-4147-A177-3AD203B41FA5}">
                      <a16:colId xmlns:a16="http://schemas.microsoft.com/office/drawing/2014/main" val="20000"/>
                    </a:ext>
                  </a:extLst>
                </a:gridCol>
                <a:gridCol w="1554475">
                  <a:extLst>
                    <a:ext uri="{9D8B030D-6E8A-4147-A177-3AD203B41FA5}">
                      <a16:colId xmlns:a16="http://schemas.microsoft.com/office/drawing/2014/main" val="20001"/>
                    </a:ext>
                  </a:extLst>
                </a:gridCol>
                <a:gridCol w="1554475">
                  <a:extLst>
                    <a:ext uri="{9D8B030D-6E8A-4147-A177-3AD203B41FA5}">
                      <a16:colId xmlns:a16="http://schemas.microsoft.com/office/drawing/2014/main" val="20002"/>
                    </a:ext>
                  </a:extLst>
                </a:gridCol>
                <a:gridCol w="1554475">
                  <a:extLst>
                    <a:ext uri="{9D8B030D-6E8A-4147-A177-3AD203B41FA5}">
                      <a16:colId xmlns:a16="http://schemas.microsoft.com/office/drawing/2014/main" val="20003"/>
                    </a:ext>
                  </a:extLst>
                </a:gridCol>
              </a:tblGrid>
              <a:tr h="548651">
                <a:tc>
                  <a:txBody>
                    <a:bodyPr/>
                    <a:lstStyle/>
                    <a:p>
                      <a:pPr marL="0" marR="0" lvl="0" indent="0" algn="l" rtl="0">
                        <a:spcBef>
                          <a:spcPts val="0"/>
                        </a:spcBef>
                        <a:spcAft>
                          <a:spcPts val="0"/>
                        </a:spcAft>
                        <a:buClr>
                          <a:schemeClr val="dk1"/>
                        </a:buClr>
                        <a:buSzPts val="1200"/>
                        <a:buFont typeface="Calibri"/>
                        <a:buNone/>
                      </a:pPr>
                      <a:endParaRPr sz="1200" u="none" strike="noStrike" cap="none"/>
                    </a:p>
                  </a:txBody>
                  <a:tcPr marL="91451" marR="91451" marT="45725" marB="457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lt1"/>
                        </a:buClr>
                        <a:buSzPts val="1800"/>
                        <a:buFont typeface="Calibri"/>
                        <a:buNone/>
                      </a:pPr>
                      <a:r>
                        <a:rPr lang="en-US" sz="1800" b="1" u="none" strike="noStrike" cap="none">
                          <a:solidFill>
                            <a:schemeClr val="lt1"/>
                          </a:solidFill>
                        </a:rPr>
                        <a:t>Free</a:t>
                      </a:r>
                      <a:endParaRPr sz="18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Clr>
                          <a:schemeClr val="lt1"/>
                        </a:buClr>
                        <a:buSzPts val="1800"/>
                        <a:buFont typeface="Calibri"/>
                        <a:buNone/>
                      </a:pPr>
                      <a:r>
                        <a:rPr lang="en-US" sz="1800" b="1" u="none" strike="noStrike" cap="none">
                          <a:solidFill>
                            <a:schemeClr val="lt1"/>
                          </a:solidFill>
                        </a:rPr>
                        <a:t>Congested</a:t>
                      </a:r>
                      <a:endParaRPr sz="18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Clr>
                          <a:schemeClr val="lt1"/>
                        </a:buClr>
                        <a:buSzPts val="1800"/>
                        <a:buFont typeface="Calibri"/>
                        <a:buNone/>
                      </a:pPr>
                      <a:r>
                        <a:rPr lang="en-US" sz="1800" b="1" u="none" strike="noStrike" cap="none">
                          <a:solidFill>
                            <a:schemeClr val="lt1"/>
                          </a:solidFill>
                        </a:rPr>
                        <a:t>Blocked</a:t>
                      </a:r>
                      <a:endParaRPr sz="18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1051549">
                <a:tc>
                  <a:txBody>
                    <a:bodyPr/>
                    <a:lstStyle/>
                    <a:p>
                      <a:pPr marL="0" marR="0" lvl="0" indent="0" algn="ctr" rtl="0">
                        <a:spcBef>
                          <a:spcPts val="0"/>
                        </a:spcBef>
                        <a:spcAft>
                          <a:spcPts val="0"/>
                        </a:spcAft>
                        <a:buClr>
                          <a:schemeClr val="lt1"/>
                        </a:buClr>
                        <a:buSzPts val="1800"/>
                        <a:buFont typeface="Calibri"/>
                        <a:buNone/>
                      </a:pPr>
                      <a:r>
                        <a:rPr lang="en-US" sz="1800" b="1" u="none" strike="noStrike" cap="none">
                          <a:solidFill>
                            <a:schemeClr val="lt1"/>
                          </a:solidFill>
                        </a:rPr>
                        <a:t>Free</a:t>
                      </a:r>
                      <a:endParaRPr sz="18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Clr>
                          <a:schemeClr val="lt1"/>
                        </a:buClr>
                        <a:buSzPts val="3000"/>
                        <a:buFont typeface="Calibri"/>
                        <a:buNone/>
                      </a:pPr>
                      <a:r>
                        <a:rPr lang="en-US" sz="3000" b="1" u="none" strike="noStrike" cap="none">
                          <a:solidFill>
                            <a:schemeClr val="lt1"/>
                          </a:solidFill>
                        </a:rPr>
                        <a:t>940</a:t>
                      </a:r>
                      <a:endParaRPr sz="30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1"/>
                    </a:solidFill>
                  </a:tcPr>
                </a:tc>
                <a:tc>
                  <a:txBody>
                    <a:bodyPr/>
                    <a:lstStyle/>
                    <a:p>
                      <a:pPr marL="0" marR="0" lvl="0" indent="0" algn="ctr" rtl="0">
                        <a:spcBef>
                          <a:spcPts val="0"/>
                        </a:spcBef>
                        <a:spcAft>
                          <a:spcPts val="0"/>
                        </a:spcAft>
                        <a:buClr>
                          <a:schemeClr val="accent6"/>
                        </a:buClr>
                        <a:buSzPts val="3000"/>
                        <a:buFont typeface="Calibri"/>
                        <a:buNone/>
                      </a:pPr>
                      <a:r>
                        <a:rPr lang="en-US" sz="3000" b="1" u="none" strike="noStrike" cap="none">
                          <a:solidFill>
                            <a:schemeClr val="accent6"/>
                          </a:solidFill>
                        </a:rPr>
                        <a:t>0</a:t>
                      </a:r>
                      <a:endParaRPr sz="30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2"/>
                    </a:solidFill>
                  </a:tcPr>
                </a:tc>
                <a:tc>
                  <a:txBody>
                    <a:bodyPr/>
                    <a:lstStyle/>
                    <a:p>
                      <a:pPr marL="0" marR="0" lvl="0" indent="0" algn="ctr" rtl="0">
                        <a:spcBef>
                          <a:spcPts val="0"/>
                        </a:spcBef>
                        <a:spcAft>
                          <a:spcPts val="0"/>
                        </a:spcAft>
                        <a:buClr>
                          <a:schemeClr val="accent6"/>
                        </a:buClr>
                        <a:buSzPts val="3000"/>
                        <a:buFont typeface="Calibri"/>
                        <a:buNone/>
                      </a:pPr>
                      <a:r>
                        <a:rPr lang="en-US" sz="3000" b="1" u="none" strike="noStrike" cap="none">
                          <a:solidFill>
                            <a:schemeClr val="accent6"/>
                          </a:solidFill>
                        </a:rPr>
                        <a:t>0</a:t>
                      </a:r>
                      <a:endParaRPr sz="30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2"/>
                    </a:solidFill>
                  </a:tcPr>
                </a:tc>
                <a:extLst>
                  <a:ext uri="{0D108BD9-81ED-4DB2-BD59-A6C34878D82A}">
                    <a16:rowId xmlns:a16="http://schemas.microsoft.com/office/drawing/2014/main" val="10001"/>
                  </a:ext>
                </a:extLst>
              </a:tr>
              <a:tr h="1051549">
                <a:tc>
                  <a:txBody>
                    <a:bodyPr/>
                    <a:lstStyle/>
                    <a:p>
                      <a:pPr marL="0" marR="0" lvl="0" indent="0" algn="ctr" rtl="0">
                        <a:spcBef>
                          <a:spcPts val="0"/>
                        </a:spcBef>
                        <a:spcAft>
                          <a:spcPts val="0"/>
                        </a:spcAft>
                        <a:buClr>
                          <a:schemeClr val="lt1"/>
                        </a:buClr>
                        <a:buSzPts val="1800"/>
                        <a:buFont typeface="Calibri"/>
                        <a:buNone/>
                      </a:pPr>
                      <a:r>
                        <a:rPr lang="en-US" sz="1800" b="1" u="none" strike="noStrike" cap="none">
                          <a:solidFill>
                            <a:schemeClr val="lt1"/>
                          </a:solidFill>
                        </a:rPr>
                        <a:t>Congested</a:t>
                      </a:r>
                      <a:endParaRPr sz="18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Clr>
                          <a:schemeClr val="dk1"/>
                        </a:buClr>
                        <a:buSzPts val="3000"/>
                        <a:buFont typeface="Calibri"/>
                        <a:buNone/>
                      </a:pPr>
                      <a:r>
                        <a:rPr lang="en-US" sz="3000" b="1" u="none" strike="noStrike" cap="none">
                          <a:solidFill>
                            <a:schemeClr val="dk1"/>
                          </a:solidFill>
                        </a:rPr>
                        <a:t>50</a:t>
                      </a:r>
                      <a:endParaRPr sz="30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3">
                        <a:alpha val="21961"/>
                      </a:schemeClr>
                    </a:solidFill>
                  </a:tcPr>
                </a:tc>
                <a:tc>
                  <a:txBody>
                    <a:bodyPr/>
                    <a:lstStyle/>
                    <a:p>
                      <a:pPr marL="0" marR="0" lvl="0" indent="0" algn="ctr" rtl="0">
                        <a:spcBef>
                          <a:spcPts val="0"/>
                        </a:spcBef>
                        <a:spcAft>
                          <a:spcPts val="0"/>
                        </a:spcAft>
                        <a:buClr>
                          <a:schemeClr val="accent6"/>
                        </a:buClr>
                        <a:buSzPts val="3000"/>
                        <a:buFont typeface="Calibri"/>
                        <a:buNone/>
                      </a:pPr>
                      <a:r>
                        <a:rPr lang="en-US" sz="3000" b="1" u="none" strike="noStrike" cap="none">
                          <a:solidFill>
                            <a:schemeClr val="accent6"/>
                          </a:solidFill>
                        </a:rPr>
                        <a:t>0</a:t>
                      </a:r>
                      <a:endParaRPr sz="30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2"/>
                    </a:solidFill>
                  </a:tcPr>
                </a:tc>
                <a:tc>
                  <a:txBody>
                    <a:bodyPr/>
                    <a:lstStyle/>
                    <a:p>
                      <a:pPr marL="0" marR="0" lvl="0" indent="0" algn="ctr" rtl="0">
                        <a:spcBef>
                          <a:spcPts val="0"/>
                        </a:spcBef>
                        <a:spcAft>
                          <a:spcPts val="0"/>
                        </a:spcAft>
                        <a:buClr>
                          <a:schemeClr val="accent6"/>
                        </a:buClr>
                        <a:buSzPts val="3000"/>
                        <a:buFont typeface="Calibri"/>
                        <a:buNone/>
                      </a:pPr>
                      <a:r>
                        <a:rPr lang="en-US" sz="3000" b="1" u="none" strike="noStrike" cap="none">
                          <a:solidFill>
                            <a:schemeClr val="accent6"/>
                          </a:solidFill>
                        </a:rPr>
                        <a:t>0</a:t>
                      </a:r>
                      <a:endParaRPr sz="30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2"/>
                    </a:solidFill>
                  </a:tcPr>
                </a:tc>
                <a:extLst>
                  <a:ext uri="{0D108BD9-81ED-4DB2-BD59-A6C34878D82A}">
                    <a16:rowId xmlns:a16="http://schemas.microsoft.com/office/drawing/2014/main" val="10002"/>
                  </a:ext>
                </a:extLst>
              </a:tr>
              <a:tr h="1051549">
                <a:tc>
                  <a:txBody>
                    <a:bodyPr/>
                    <a:lstStyle/>
                    <a:p>
                      <a:pPr marL="0" marR="0" lvl="0" indent="0" algn="ctr" rtl="0">
                        <a:spcBef>
                          <a:spcPts val="0"/>
                        </a:spcBef>
                        <a:spcAft>
                          <a:spcPts val="0"/>
                        </a:spcAft>
                        <a:buClr>
                          <a:schemeClr val="lt1"/>
                        </a:buClr>
                        <a:buSzPts val="1800"/>
                        <a:buFont typeface="Calibri"/>
                        <a:buNone/>
                      </a:pPr>
                      <a:r>
                        <a:rPr lang="en-US" sz="1800" b="1" u="none" strike="noStrike" cap="none">
                          <a:solidFill>
                            <a:schemeClr val="lt1"/>
                          </a:solidFill>
                        </a:rPr>
                        <a:t>Blocked</a:t>
                      </a:r>
                      <a:endParaRPr sz="18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Clr>
                          <a:schemeClr val="dk1"/>
                        </a:buClr>
                        <a:buSzPts val="3000"/>
                        <a:buFont typeface="Calibri"/>
                        <a:buNone/>
                      </a:pPr>
                      <a:r>
                        <a:rPr lang="en-US" sz="3000" b="1" u="none" strike="noStrike" cap="none">
                          <a:solidFill>
                            <a:schemeClr val="dk1"/>
                          </a:solidFill>
                        </a:rPr>
                        <a:t>10</a:t>
                      </a:r>
                      <a:endParaRPr sz="30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3">
                        <a:alpha val="21961"/>
                      </a:schemeClr>
                    </a:solidFill>
                  </a:tcPr>
                </a:tc>
                <a:tc>
                  <a:txBody>
                    <a:bodyPr/>
                    <a:lstStyle/>
                    <a:p>
                      <a:pPr marL="0" marR="0" lvl="0" indent="0" algn="ctr" rtl="0">
                        <a:spcBef>
                          <a:spcPts val="0"/>
                        </a:spcBef>
                        <a:spcAft>
                          <a:spcPts val="0"/>
                        </a:spcAft>
                        <a:buClr>
                          <a:schemeClr val="accent6"/>
                        </a:buClr>
                        <a:buSzPts val="3000"/>
                        <a:buFont typeface="Calibri"/>
                        <a:buNone/>
                      </a:pPr>
                      <a:r>
                        <a:rPr lang="en-US" sz="3000" b="1" u="none" strike="noStrike" cap="none">
                          <a:solidFill>
                            <a:schemeClr val="accent6"/>
                          </a:solidFill>
                        </a:rPr>
                        <a:t>0</a:t>
                      </a:r>
                      <a:endParaRPr sz="30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2"/>
                    </a:solidFill>
                  </a:tcPr>
                </a:tc>
                <a:tc>
                  <a:txBody>
                    <a:bodyPr/>
                    <a:lstStyle/>
                    <a:p>
                      <a:pPr marL="0" marR="0" lvl="0" indent="0" algn="ctr" rtl="0">
                        <a:spcBef>
                          <a:spcPts val="0"/>
                        </a:spcBef>
                        <a:spcAft>
                          <a:spcPts val="0"/>
                        </a:spcAft>
                        <a:buClr>
                          <a:schemeClr val="accent6"/>
                        </a:buClr>
                        <a:buSzPts val="3000"/>
                        <a:buFont typeface="Calibri"/>
                        <a:buNone/>
                      </a:pPr>
                      <a:r>
                        <a:rPr lang="en-US" sz="3000" b="1" u="none" strike="noStrike" cap="none">
                          <a:solidFill>
                            <a:schemeClr val="accent6"/>
                          </a:solidFill>
                        </a:rPr>
                        <a:t>0</a:t>
                      </a:r>
                      <a:endParaRPr sz="30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2"/>
                    </a:solidFill>
                  </a:tcPr>
                </a:tc>
                <a:extLst>
                  <a:ext uri="{0D108BD9-81ED-4DB2-BD59-A6C34878D82A}">
                    <a16:rowId xmlns:a16="http://schemas.microsoft.com/office/drawing/2014/main" val="10003"/>
                  </a:ext>
                </a:extLst>
              </a:tr>
            </a:tbl>
          </a:graphicData>
        </a:graphic>
      </p:graphicFrame>
      <p:sp>
        <p:nvSpPr>
          <p:cNvPr id="689" name="Google Shape;689;p19"/>
          <p:cNvSpPr txBox="1"/>
          <p:nvPr/>
        </p:nvSpPr>
        <p:spPr>
          <a:xfrm>
            <a:off x="2560320" y="1508760"/>
            <a:ext cx="4663440" cy="365760"/>
          </a:xfrm>
          <a:prstGeom prst="rect">
            <a:avLst/>
          </a:prstGeom>
          <a:noFill/>
          <a:ln>
            <a:noFill/>
          </a:ln>
        </p:spPr>
        <p:txBody>
          <a:bodyPr spcFirstLastPara="1" wrap="square" lIns="0" tIns="0" rIns="0" bIns="0" anchor="ctr" anchorCtr="0">
            <a:noAutofit/>
          </a:bodyPr>
          <a:lstStyle/>
          <a:p>
            <a:pPr algn="ctr">
              <a:buClr>
                <a:schemeClr val="accent6"/>
              </a:buClr>
              <a:buSzPts val="1800"/>
            </a:pPr>
            <a:r>
              <a:rPr lang="en-US" b="1">
                <a:solidFill>
                  <a:schemeClr val="accent6"/>
                </a:solidFill>
                <a:latin typeface="Calibri"/>
                <a:ea typeface="Calibri"/>
                <a:cs typeface="Calibri"/>
                <a:sym typeface="Calibri"/>
              </a:rPr>
              <a:t>Predicted class</a:t>
            </a:r>
            <a:endParaRPr>
              <a:solidFill>
                <a:schemeClr val="dk1"/>
              </a:solidFill>
              <a:latin typeface="Calibri"/>
              <a:ea typeface="Calibri"/>
              <a:cs typeface="Calibri"/>
              <a:sym typeface="Calibri"/>
            </a:endParaRPr>
          </a:p>
        </p:txBody>
      </p:sp>
      <p:sp>
        <p:nvSpPr>
          <p:cNvPr id="690" name="Google Shape;690;p19"/>
          <p:cNvSpPr txBox="1"/>
          <p:nvPr/>
        </p:nvSpPr>
        <p:spPr>
          <a:xfrm rot="-5400000">
            <a:off x="-800100" y="3890772"/>
            <a:ext cx="3154680" cy="402336"/>
          </a:xfrm>
          <a:prstGeom prst="rect">
            <a:avLst/>
          </a:prstGeom>
          <a:noFill/>
          <a:ln>
            <a:noFill/>
          </a:ln>
        </p:spPr>
        <p:txBody>
          <a:bodyPr spcFirstLastPara="1" wrap="square" lIns="0" tIns="0" rIns="0" bIns="0" anchor="ctr" anchorCtr="0">
            <a:noAutofit/>
          </a:bodyPr>
          <a:lstStyle/>
          <a:p>
            <a:pPr algn="ctr">
              <a:buClr>
                <a:schemeClr val="accent6"/>
              </a:buClr>
              <a:buSzPts val="1800"/>
            </a:pPr>
            <a:r>
              <a:rPr lang="en-US" b="1">
                <a:solidFill>
                  <a:schemeClr val="accent6"/>
                </a:solidFill>
                <a:latin typeface="Calibri"/>
                <a:ea typeface="Calibri"/>
                <a:cs typeface="Calibri"/>
                <a:sym typeface="Calibri"/>
              </a:rPr>
              <a:t>Actual class</a:t>
            </a:r>
            <a:endParaRPr>
              <a:solidFill>
                <a:schemeClr val="dk1"/>
              </a:solidFill>
              <a:latin typeface="Calibri"/>
              <a:ea typeface="Calibri"/>
              <a:cs typeface="Calibri"/>
              <a:sym typeface="Calibri"/>
            </a:endParaRPr>
          </a:p>
        </p:txBody>
      </p:sp>
      <p:sp>
        <p:nvSpPr>
          <p:cNvPr id="691" name="Google Shape;691;p19"/>
          <p:cNvSpPr/>
          <p:nvPr/>
        </p:nvSpPr>
        <p:spPr>
          <a:xfrm>
            <a:off x="7680960" y="1965960"/>
            <a:ext cx="3931920" cy="115824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92" name="Google Shape;692;p19"/>
          <p:cNvSpPr txBox="1"/>
          <p:nvPr/>
        </p:nvSpPr>
        <p:spPr>
          <a:xfrm>
            <a:off x="7955280" y="2057400"/>
            <a:ext cx="3383280" cy="975360"/>
          </a:xfrm>
          <a:prstGeom prst="rect">
            <a:avLst/>
          </a:prstGeom>
          <a:noFill/>
          <a:ln>
            <a:noFill/>
          </a:ln>
        </p:spPr>
        <p:txBody>
          <a:bodyPr spcFirstLastPara="1" wrap="square" lIns="0" tIns="0" rIns="0" bIns="0" anchor="ctr" anchorCtr="0">
            <a:noAutofit/>
          </a:bodyPr>
          <a:lstStyle/>
          <a:p>
            <a:pPr>
              <a:buClr>
                <a:schemeClr val="dk1"/>
              </a:buClr>
              <a:buSzPts val="1600"/>
            </a:pPr>
            <a:r>
              <a:rPr lang="en-US" sz="1600">
                <a:solidFill>
                  <a:schemeClr val="dk1"/>
                </a:solidFill>
                <a:latin typeface="Calibri"/>
                <a:ea typeface="Calibri"/>
                <a:cs typeface="Calibri"/>
                <a:sym typeface="Calibri"/>
              </a:rPr>
              <a:t>Correct predictions (diagonal): 940 / 1,000 = 94% accuracy</a:t>
            </a:r>
            <a:endParaRPr sz="1600">
              <a:solidFill>
                <a:schemeClr val="dk1"/>
              </a:solidFill>
              <a:latin typeface="Calibri"/>
              <a:ea typeface="Calibri"/>
              <a:cs typeface="Calibri"/>
              <a:sym typeface="Calibri"/>
            </a:endParaRPr>
          </a:p>
        </p:txBody>
      </p:sp>
      <p:sp>
        <p:nvSpPr>
          <p:cNvPr id="693" name="Google Shape;693;p19"/>
          <p:cNvSpPr/>
          <p:nvPr/>
        </p:nvSpPr>
        <p:spPr>
          <a:xfrm>
            <a:off x="7680960" y="3238500"/>
            <a:ext cx="3931920" cy="115824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94" name="Google Shape;694;p19"/>
          <p:cNvSpPr txBox="1"/>
          <p:nvPr/>
        </p:nvSpPr>
        <p:spPr>
          <a:xfrm>
            <a:off x="7955280" y="3329940"/>
            <a:ext cx="3383280" cy="975360"/>
          </a:xfrm>
          <a:prstGeom prst="rect">
            <a:avLst/>
          </a:prstGeom>
          <a:noFill/>
          <a:ln>
            <a:noFill/>
          </a:ln>
        </p:spPr>
        <p:txBody>
          <a:bodyPr spcFirstLastPara="1" wrap="square" lIns="0" tIns="0" rIns="0" bIns="0" anchor="ctr" anchorCtr="0">
            <a:noAutofit/>
          </a:bodyPr>
          <a:lstStyle/>
          <a:p>
            <a:pPr>
              <a:buClr>
                <a:schemeClr val="dk1"/>
              </a:buClr>
              <a:buSzPts val="1600"/>
            </a:pPr>
            <a:r>
              <a:rPr lang="en-US" sz="1600">
                <a:solidFill>
                  <a:schemeClr val="dk1"/>
                </a:solidFill>
                <a:latin typeface="Calibri"/>
                <a:ea typeface="Calibri"/>
                <a:cs typeface="Calibri"/>
                <a:sym typeface="Calibri"/>
              </a:rPr>
              <a:t>The Predicted Blocked column is empty: the model never predicts Blocked</a:t>
            </a:r>
            <a:endParaRPr sz="1600">
              <a:solidFill>
                <a:schemeClr val="dk1"/>
              </a:solidFill>
              <a:latin typeface="Calibri"/>
              <a:ea typeface="Calibri"/>
              <a:cs typeface="Calibri"/>
              <a:sym typeface="Calibri"/>
            </a:endParaRPr>
          </a:p>
        </p:txBody>
      </p:sp>
      <p:sp>
        <p:nvSpPr>
          <p:cNvPr id="695" name="Google Shape;695;p19"/>
          <p:cNvSpPr/>
          <p:nvPr/>
        </p:nvSpPr>
        <p:spPr>
          <a:xfrm>
            <a:off x="7680960" y="4511040"/>
            <a:ext cx="3931920" cy="115824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696" name="Google Shape;696;p19"/>
          <p:cNvSpPr txBox="1"/>
          <p:nvPr/>
        </p:nvSpPr>
        <p:spPr>
          <a:xfrm>
            <a:off x="7955280" y="4602480"/>
            <a:ext cx="3383280" cy="975360"/>
          </a:xfrm>
          <a:prstGeom prst="rect">
            <a:avLst/>
          </a:prstGeom>
          <a:noFill/>
          <a:ln>
            <a:noFill/>
          </a:ln>
        </p:spPr>
        <p:txBody>
          <a:bodyPr spcFirstLastPara="1" wrap="square" lIns="0" tIns="0" rIns="0" bIns="0" anchor="ctr" anchorCtr="0">
            <a:noAutofit/>
          </a:bodyPr>
          <a:lstStyle/>
          <a:p>
            <a:pPr>
              <a:buClr>
                <a:schemeClr val="dk1"/>
              </a:buClr>
              <a:buSzPts val="1600"/>
            </a:pPr>
            <a:r>
              <a:rPr lang="en-US" sz="1600">
                <a:solidFill>
                  <a:schemeClr val="dk1"/>
                </a:solidFill>
                <a:latin typeface="Calibri"/>
                <a:ea typeface="Calibri"/>
                <a:cs typeface="Calibri"/>
                <a:sym typeface="Calibri"/>
              </a:rPr>
              <a:t>All 50 congested and 10 blocked cases are misclassified as Free</a:t>
            </a:r>
            <a:endParaRPr sz="1600">
              <a:solidFill>
                <a:schemeClr val="dk1"/>
              </a:solidFill>
              <a:latin typeface="Calibri"/>
              <a:ea typeface="Calibri"/>
              <a:cs typeface="Calibri"/>
              <a:sym typeface="Calibri"/>
            </a:endParaRPr>
          </a:p>
        </p:txBody>
      </p:sp>
      <p:sp>
        <p:nvSpPr>
          <p:cNvPr id="697" name="Google Shape;697;p19"/>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41</a:t>
            </a:fld>
            <a:endParaRPr sz="1067">
              <a:solidFill>
                <a:schemeClr val="accent5"/>
              </a:solidFill>
              <a:latin typeface="Calibri"/>
              <a:ea typeface="Calibri"/>
              <a:cs typeface="Calibri"/>
              <a:sym typeface="Calibri"/>
            </a:endParaRPr>
          </a:p>
        </p:txBody>
      </p:sp>
    </p:spTree>
    <p:extLst>
      <p:ext uri="{BB962C8B-B14F-4D97-AF65-F5344CB8AC3E}">
        <p14:creationId xmlns:p14="http://schemas.microsoft.com/office/powerpoint/2010/main" val="13110304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sp>
        <p:nvSpPr>
          <p:cNvPr id="714" name="Rectangle 713"/>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03" name="Google Shape;703;p20"/>
          <p:cNvSpPr txBox="1">
            <a:spLocks noGrp="1"/>
          </p:cNvSpPr>
          <p:nvPr>
            <p:ph type="title"/>
          </p:nvPr>
        </p:nvSpPr>
        <p:spPr>
          <a:xfrm>
            <a:off x="731520" y="365760"/>
            <a:ext cx="10728960" cy="853440"/>
          </a:xfrm>
          <a:prstGeom prst="rect">
            <a:avLst/>
          </a:prstGeom>
          <a:noFill/>
          <a:ln>
            <a:noFill/>
          </a:ln>
        </p:spPr>
        <p:txBody>
          <a:bodyPr spcFirstLastPara="1" wrap="square" lIns="0" tIns="0" rIns="0" bIns="0" rtlCol="0" anchor="ctr" anchorCtr="0">
            <a:noAutofit/>
          </a:bodyPr>
          <a:lstStyle/>
          <a:p>
            <a:r>
              <a:rPr lang="en-US" sz="3733">
                <a:solidFill>
                  <a:srgbClr val="1B1F3B"/>
                </a:solidFill>
              </a:rPr>
              <a:t>Toy city — Smarter model</a:t>
            </a:r>
            <a:endParaRPr/>
          </a:p>
        </p:txBody>
      </p:sp>
      <p:graphicFrame>
        <p:nvGraphicFramePr>
          <p:cNvPr id="704" name="Google Shape;704;p20"/>
          <p:cNvGraphicFramePr/>
          <p:nvPr/>
        </p:nvGraphicFramePr>
        <p:xfrm>
          <a:off x="1188720" y="1965960"/>
          <a:ext cx="6035025" cy="3703298"/>
        </p:xfrm>
        <a:graphic>
          <a:graphicData uri="http://schemas.openxmlformats.org/drawingml/2006/table">
            <a:tbl>
              <a:tblPr>
                <a:noFill/>
              </a:tblPr>
              <a:tblGrid>
                <a:gridCol w="1371600">
                  <a:extLst>
                    <a:ext uri="{9D8B030D-6E8A-4147-A177-3AD203B41FA5}">
                      <a16:colId xmlns:a16="http://schemas.microsoft.com/office/drawing/2014/main" val="20000"/>
                    </a:ext>
                  </a:extLst>
                </a:gridCol>
                <a:gridCol w="1554475">
                  <a:extLst>
                    <a:ext uri="{9D8B030D-6E8A-4147-A177-3AD203B41FA5}">
                      <a16:colId xmlns:a16="http://schemas.microsoft.com/office/drawing/2014/main" val="20001"/>
                    </a:ext>
                  </a:extLst>
                </a:gridCol>
                <a:gridCol w="1554475">
                  <a:extLst>
                    <a:ext uri="{9D8B030D-6E8A-4147-A177-3AD203B41FA5}">
                      <a16:colId xmlns:a16="http://schemas.microsoft.com/office/drawing/2014/main" val="20002"/>
                    </a:ext>
                  </a:extLst>
                </a:gridCol>
                <a:gridCol w="1554475">
                  <a:extLst>
                    <a:ext uri="{9D8B030D-6E8A-4147-A177-3AD203B41FA5}">
                      <a16:colId xmlns:a16="http://schemas.microsoft.com/office/drawing/2014/main" val="20003"/>
                    </a:ext>
                  </a:extLst>
                </a:gridCol>
              </a:tblGrid>
              <a:tr h="548651">
                <a:tc>
                  <a:txBody>
                    <a:bodyPr/>
                    <a:lstStyle/>
                    <a:p>
                      <a:pPr marL="0" marR="0" lvl="0" indent="0" algn="l" rtl="0">
                        <a:spcBef>
                          <a:spcPts val="0"/>
                        </a:spcBef>
                        <a:spcAft>
                          <a:spcPts val="0"/>
                        </a:spcAft>
                        <a:buClr>
                          <a:schemeClr val="dk1"/>
                        </a:buClr>
                        <a:buSzPts val="1200"/>
                        <a:buFont typeface="Calibri"/>
                        <a:buNone/>
                      </a:pPr>
                      <a:endParaRPr sz="1200" u="none" strike="noStrike" cap="none"/>
                    </a:p>
                  </a:txBody>
                  <a:tcPr marL="91451" marR="91451" marT="45725" marB="457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lt1"/>
                        </a:buClr>
                        <a:buSzPts val="1800"/>
                        <a:buFont typeface="Calibri"/>
                        <a:buNone/>
                      </a:pPr>
                      <a:r>
                        <a:rPr lang="en-US" sz="1800" b="1" u="none" strike="noStrike" cap="none">
                          <a:solidFill>
                            <a:schemeClr val="lt1"/>
                          </a:solidFill>
                        </a:rPr>
                        <a:t>Free</a:t>
                      </a:r>
                      <a:endParaRPr sz="18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Clr>
                          <a:schemeClr val="lt1"/>
                        </a:buClr>
                        <a:buSzPts val="1800"/>
                        <a:buFont typeface="Calibri"/>
                        <a:buNone/>
                      </a:pPr>
                      <a:r>
                        <a:rPr lang="en-US" sz="1800" b="1" u="none" strike="noStrike" cap="none">
                          <a:solidFill>
                            <a:schemeClr val="lt1"/>
                          </a:solidFill>
                        </a:rPr>
                        <a:t>Congested</a:t>
                      </a:r>
                      <a:endParaRPr sz="18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Clr>
                          <a:schemeClr val="lt1"/>
                        </a:buClr>
                        <a:buSzPts val="1800"/>
                        <a:buFont typeface="Calibri"/>
                        <a:buNone/>
                      </a:pPr>
                      <a:r>
                        <a:rPr lang="en-US" sz="1800" b="1" u="none" strike="noStrike" cap="none">
                          <a:solidFill>
                            <a:schemeClr val="lt1"/>
                          </a:solidFill>
                        </a:rPr>
                        <a:t>Blocked</a:t>
                      </a:r>
                      <a:endParaRPr sz="18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1051549">
                <a:tc>
                  <a:txBody>
                    <a:bodyPr/>
                    <a:lstStyle/>
                    <a:p>
                      <a:pPr marL="0" marR="0" lvl="0" indent="0" algn="ctr" rtl="0">
                        <a:spcBef>
                          <a:spcPts val="0"/>
                        </a:spcBef>
                        <a:spcAft>
                          <a:spcPts val="0"/>
                        </a:spcAft>
                        <a:buClr>
                          <a:schemeClr val="lt1"/>
                        </a:buClr>
                        <a:buSzPts val="1800"/>
                        <a:buFont typeface="Calibri"/>
                        <a:buNone/>
                      </a:pPr>
                      <a:r>
                        <a:rPr lang="en-US" sz="1800" b="1" u="none" strike="noStrike" cap="none">
                          <a:solidFill>
                            <a:schemeClr val="lt1"/>
                          </a:solidFill>
                        </a:rPr>
                        <a:t>Free</a:t>
                      </a:r>
                      <a:endParaRPr sz="18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Clr>
                          <a:schemeClr val="lt1"/>
                        </a:buClr>
                        <a:buSzPts val="3000"/>
                        <a:buFont typeface="Calibri"/>
                        <a:buNone/>
                      </a:pPr>
                      <a:r>
                        <a:rPr lang="en-US" sz="3000" b="1" u="none" strike="noStrike" cap="none">
                          <a:solidFill>
                            <a:schemeClr val="lt1"/>
                          </a:solidFill>
                        </a:rPr>
                        <a:t>920</a:t>
                      </a:r>
                      <a:endParaRPr sz="30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1"/>
                    </a:solidFill>
                  </a:tcPr>
                </a:tc>
                <a:tc>
                  <a:txBody>
                    <a:bodyPr/>
                    <a:lstStyle/>
                    <a:p>
                      <a:pPr marL="0" marR="0" lvl="0" indent="0" algn="ctr" rtl="0">
                        <a:spcBef>
                          <a:spcPts val="0"/>
                        </a:spcBef>
                        <a:spcAft>
                          <a:spcPts val="0"/>
                        </a:spcAft>
                        <a:buClr>
                          <a:schemeClr val="dk1"/>
                        </a:buClr>
                        <a:buSzPts val="3000"/>
                        <a:buFont typeface="Calibri"/>
                        <a:buNone/>
                      </a:pPr>
                      <a:r>
                        <a:rPr lang="en-US" sz="3000" b="1" u="none" strike="noStrike" cap="none">
                          <a:solidFill>
                            <a:schemeClr val="dk1"/>
                          </a:solidFill>
                        </a:rPr>
                        <a:t>15</a:t>
                      </a:r>
                      <a:endParaRPr sz="30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3">
                        <a:alpha val="21961"/>
                      </a:schemeClr>
                    </a:solidFill>
                  </a:tcPr>
                </a:tc>
                <a:tc>
                  <a:txBody>
                    <a:bodyPr/>
                    <a:lstStyle/>
                    <a:p>
                      <a:pPr marL="0" marR="0" lvl="0" indent="0" algn="ctr" rtl="0">
                        <a:spcBef>
                          <a:spcPts val="0"/>
                        </a:spcBef>
                        <a:spcAft>
                          <a:spcPts val="0"/>
                        </a:spcAft>
                        <a:buClr>
                          <a:schemeClr val="dk1"/>
                        </a:buClr>
                        <a:buSzPts val="3000"/>
                        <a:buFont typeface="Calibri"/>
                        <a:buNone/>
                      </a:pPr>
                      <a:r>
                        <a:rPr lang="en-US" sz="3000" b="1" u="none" strike="noStrike" cap="none">
                          <a:solidFill>
                            <a:schemeClr val="dk1"/>
                          </a:solidFill>
                        </a:rPr>
                        <a:t>5</a:t>
                      </a:r>
                      <a:endParaRPr sz="30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3">
                        <a:alpha val="21961"/>
                      </a:schemeClr>
                    </a:solidFill>
                  </a:tcPr>
                </a:tc>
                <a:extLst>
                  <a:ext uri="{0D108BD9-81ED-4DB2-BD59-A6C34878D82A}">
                    <a16:rowId xmlns:a16="http://schemas.microsoft.com/office/drawing/2014/main" val="10001"/>
                  </a:ext>
                </a:extLst>
              </a:tr>
              <a:tr h="1051549">
                <a:tc>
                  <a:txBody>
                    <a:bodyPr/>
                    <a:lstStyle/>
                    <a:p>
                      <a:pPr marL="0" marR="0" lvl="0" indent="0" algn="ctr" rtl="0">
                        <a:spcBef>
                          <a:spcPts val="0"/>
                        </a:spcBef>
                        <a:spcAft>
                          <a:spcPts val="0"/>
                        </a:spcAft>
                        <a:buClr>
                          <a:schemeClr val="lt1"/>
                        </a:buClr>
                        <a:buSzPts val="1800"/>
                        <a:buFont typeface="Calibri"/>
                        <a:buNone/>
                      </a:pPr>
                      <a:r>
                        <a:rPr lang="en-US" sz="1800" b="1" u="none" strike="noStrike" cap="none">
                          <a:solidFill>
                            <a:schemeClr val="lt1"/>
                          </a:solidFill>
                        </a:rPr>
                        <a:t>Congested</a:t>
                      </a:r>
                      <a:endParaRPr sz="18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Clr>
                          <a:schemeClr val="dk1"/>
                        </a:buClr>
                        <a:buSzPts val="3000"/>
                        <a:buFont typeface="Calibri"/>
                        <a:buNone/>
                      </a:pPr>
                      <a:r>
                        <a:rPr lang="en-US" sz="3000" b="1" u="none" strike="noStrike" cap="none">
                          <a:solidFill>
                            <a:schemeClr val="dk1"/>
                          </a:solidFill>
                        </a:rPr>
                        <a:t>10</a:t>
                      </a:r>
                      <a:endParaRPr sz="30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3">
                        <a:alpha val="21961"/>
                      </a:schemeClr>
                    </a:solidFill>
                  </a:tcPr>
                </a:tc>
                <a:tc>
                  <a:txBody>
                    <a:bodyPr/>
                    <a:lstStyle/>
                    <a:p>
                      <a:pPr marL="0" marR="0" lvl="0" indent="0" algn="ctr" rtl="0">
                        <a:spcBef>
                          <a:spcPts val="0"/>
                        </a:spcBef>
                        <a:spcAft>
                          <a:spcPts val="0"/>
                        </a:spcAft>
                        <a:buClr>
                          <a:schemeClr val="lt1"/>
                        </a:buClr>
                        <a:buSzPts val="3000"/>
                        <a:buFont typeface="Calibri"/>
                        <a:buNone/>
                      </a:pPr>
                      <a:r>
                        <a:rPr lang="en-US" sz="3000" b="1" u="none" strike="noStrike" cap="none">
                          <a:solidFill>
                            <a:schemeClr val="lt1"/>
                          </a:solidFill>
                        </a:rPr>
                        <a:t>35</a:t>
                      </a:r>
                      <a:endParaRPr sz="30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1"/>
                    </a:solidFill>
                  </a:tcPr>
                </a:tc>
                <a:tc>
                  <a:txBody>
                    <a:bodyPr/>
                    <a:lstStyle/>
                    <a:p>
                      <a:pPr marL="0" marR="0" lvl="0" indent="0" algn="ctr" rtl="0">
                        <a:spcBef>
                          <a:spcPts val="0"/>
                        </a:spcBef>
                        <a:spcAft>
                          <a:spcPts val="0"/>
                        </a:spcAft>
                        <a:buClr>
                          <a:schemeClr val="dk1"/>
                        </a:buClr>
                        <a:buSzPts val="3000"/>
                        <a:buFont typeface="Calibri"/>
                        <a:buNone/>
                      </a:pPr>
                      <a:r>
                        <a:rPr lang="en-US" sz="3000" b="1" u="none" strike="noStrike" cap="none">
                          <a:solidFill>
                            <a:schemeClr val="dk1"/>
                          </a:solidFill>
                        </a:rPr>
                        <a:t>5</a:t>
                      </a:r>
                      <a:endParaRPr sz="30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3">
                        <a:alpha val="21961"/>
                      </a:schemeClr>
                    </a:solidFill>
                  </a:tcPr>
                </a:tc>
                <a:extLst>
                  <a:ext uri="{0D108BD9-81ED-4DB2-BD59-A6C34878D82A}">
                    <a16:rowId xmlns:a16="http://schemas.microsoft.com/office/drawing/2014/main" val="10002"/>
                  </a:ext>
                </a:extLst>
              </a:tr>
              <a:tr h="1051549">
                <a:tc>
                  <a:txBody>
                    <a:bodyPr/>
                    <a:lstStyle/>
                    <a:p>
                      <a:pPr marL="0" marR="0" lvl="0" indent="0" algn="ctr" rtl="0">
                        <a:spcBef>
                          <a:spcPts val="0"/>
                        </a:spcBef>
                        <a:spcAft>
                          <a:spcPts val="0"/>
                        </a:spcAft>
                        <a:buClr>
                          <a:schemeClr val="lt1"/>
                        </a:buClr>
                        <a:buSzPts val="1800"/>
                        <a:buFont typeface="Calibri"/>
                        <a:buNone/>
                      </a:pPr>
                      <a:r>
                        <a:rPr lang="en-US" sz="1800" b="1" u="none" strike="noStrike" cap="none">
                          <a:solidFill>
                            <a:schemeClr val="lt1"/>
                          </a:solidFill>
                        </a:rPr>
                        <a:t>Blocked</a:t>
                      </a:r>
                      <a:endParaRPr sz="18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Clr>
                          <a:schemeClr val="dk1"/>
                        </a:buClr>
                        <a:buSzPts val="3000"/>
                        <a:buFont typeface="Calibri"/>
                        <a:buNone/>
                      </a:pPr>
                      <a:r>
                        <a:rPr lang="en-US" sz="3000" b="1" u="none" strike="noStrike" cap="none">
                          <a:solidFill>
                            <a:schemeClr val="dk1"/>
                          </a:solidFill>
                        </a:rPr>
                        <a:t>3</a:t>
                      </a:r>
                      <a:endParaRPr sz="30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3">
                        <a:alpha val="21961"/>
                      </a:schemeClr>
                    </a:solidFill>
                  </a:tcPr>
                </a:tc>
                <a:tc>
                  <a:txBody>
                    <a:bodyPr/>
                    <a:lstStyle/>
                    <a:p>
                      <a:pPr marL="0" marR="0" lvl="0" indent="0" algn="ctr" rtl="0">
                        <a:spcBef>
                          <a:spcPts val="0"/>
                        </a:spcBef>
                        <a:spcAft>
                          <a:spcPts val="0"/>
                        </a:spcAft>
                        <a:buClr>
                          <a:schemeClr val="dk1"/>
                        </a:buClr>
                        <a:buSzPts val="3000"/>
                        <a:buFont typeface="Calibri"/>
                        <a:buNone/>
                      </a:pPr>
                      <a:r>
                        <a:rPr lang="en-US" sz="3000" b="1" u="none" strike="noStrike" cap="none">
                          <a:solidFill>
                            <a:schemeClr val="dk1"/>
                          </a:solidFill>
                        </a:rPr>
                        <a:t>2</a:t>
                      </a:r>
                      <a:endParaRPr sz="30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3">
                        <a:alpha val="21961"/>
                      </a:schemeClr>
                    </a:solidFill>
                  </a:tcPr>
                </a:tc>
                <a:tc>
                  <a:txBody>
                    <a:bodyPr/>
                    <a:lstStyle/>
                    <a:p>
                      <a:pPr marL="0" marR="0" lvl="0" indent="0" algn="ctr" rtl="0">
                        <a:spcBef>
                          <a:spcPts val="0"/>
                        </a:spcBef>
                        <a:spcAft>
                          <a:spcPts val="0"/>
                        </a:spcAft>
                        <a:buClr>
                          <a:schemeClr val="lt1"/>
                        </a:buClr>
                        <a:buSzPts val="3000"/>
                        <a:buFont typeface="Calibri"/>
                        <a:buNone/>
                      </a:pPr>
                      <a:r>
                        <a:rPr lang="en-US" sz="3000" b="1" u="none" strike="noStrike" cap="none">
                          <a:solidFill>
                            <a:schemeClr val="lt1"/>
                          </a:solidFill>
                        </a:rPr>
                        <a:t>5</a:t>
                      </a:r>
                      <a:endParaRPr sz="30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1"/>
                    </a:solidFill>
                  </a:tcPr>
                </a:tc>
                <a:extLst>
                  <a:ext uri="{0D108BD9-81ED-4DB2-BD59-A6C34878D82A}">
                    <a16:rowId xmlns:a16="http://schemas.microsoft.com/office/drawing/2014/main" val="10003"/>
                  </a:ext>
                </a:extLst>
              </a:tr>
            </a:tbl>
          </a:graphicData>
        </a:graphic>
      </p:graphicFrame>
      <p:sp>
        <p:nvSpPr>
          <p:cNvPr id="705" name="Google Shape;705;p20"/>
          <p:cNvSpPr txBox="1"/>
          <p:nvPr/>
        </p:nvSpPr>
        <p:spPr>
          <a:xfrm>
            <a:off x="2560320" y="1508760"/>
            <a:ext cx="4663440" cy="365760"/>
          </a:xfrm>
          <a:prstGeom prst="rect">
            <a:avLst/>
          </a:prstGeom>
          <a:noFill/>
          <a:ln>
            <a:noFill/>
          </a:ln>
        </p:spPr>
        <p:txBody>
          <a:bodyPr spcFirstLastPara="1" wrap="square" lIns="0" tIns="0" rIns="0" bIns="0" anchor="ctr" anchorCtr="0">
            <a:noAutofit/>
          </a:bodyPr>
          <a:lstStyle/>
          <a:p>
            <a:pPr algn="ctr">
              <a:buClr>
                <a:schemeClr val="accent6"/>
              </a:buClr>
              <a:buSzPts val="1800"/>
            </a:pPr>
            <a:r>
              <a:rPr lang="en-US" b="1">
                <a:solidFill>
                  <a:schemeClr val="accent6"/>
                </a:solidFill>
                <a:latin typeface="Calibri"/>
                <a:ea typeface="Calibri"/>
                <a:cs typeface="Calibri"/>
                <a:sym typeface="Calibri"/>
              </a:rPr>
              <a:t>Predicted class</a:t>
            </a:r>
            <a:endParaRPr>
              <a:solidFill>
                <a:schemeClr val="dk1"/>
              </a:solidFill>
              <a:latin typeface="Calibri"/>
              <a:ea typeface="Calibri"/>
              <a:cs typeface="Calibri"/>
              <a:sym typeface="Calibri"/>
            </a:endParaRPr>
          </a:p>
        </p:txBody>
      </p:sp>
      <p:sp>
        <p:nvSpPr>
          <p:cNvPr id="706" name="Google Shape;706;p20"/>
          <p:cNvSpPr txBox="1"/>
          <p:nvPr/>
        </p:nvSpPr>
        <p:spPr>
          <a:xfrm rot="-5400000">
            <a:off x="-800100" y="3890772"/>
            <a:ext cx="3154680" cy="402336"/>
          </a:xfrm>
          <a:prstGeom prst="rect">
            <a:avLst/>
          </a:prstGeom>
          <a:noFill/>
          <a:ln>
            <a:noFill/>
          </a:ln>
        </p:spPr>
        <p:txBody>
          <a:bodyPr spcFirstLastPara="1" wrap="square" lIns="0" tIns="0" rIns="0" bIns="0" anchor="ctr" anchorCtr="0">
            <a:noAutofit/>
          </a:bodyPr>
          <a:lstStyle/>
          <a:p>
            <a:pPr algn="ctr">
              <a:buClr>
                <a:schemeClr val="accent6"/>
              </a:buClr>
              <a:buSzPts val="1800"/>
            </a:pPr>
            <a:r>
              <a:rPr lang="en-US" b="1">
                <a:solidFill>
                  <a:schemeClr val="accent6"/>
                </a:solidFill>
                <a:latin typeface="Calibri"/>
                <a:ea typeface="Calibri"/>
                <a:cs typeface="Calibri"/>
                <a:sym typeface="Calibri"/>
              </a:rPr>
              <a:t>Actual class</a:t>
            </a:r>
            <a:endParaRPr>
              <a:solidFill>
                <a:schemeClr val="dk1"/>
              </a:solidFill>
              <a:latin typeface="Calibri"/>
              <a:ea typeface="Calibri"/>
              <a:cs typeface="Calibri"/>
              <a:sym typeface="Calibri"/>
            </a:endParaRPr>
          </a:p>
        </p:txBody>
      </p:sp>
      <p:sp>
        <p:nvSpPr>
          <p:cNvPr id="707" name="Google Shape;707;p20"/>
          <p:cNvSpPr/>
          <p:nvPr/>
        </p:nvSpPr>
        <p:spPr>
          <a:xfrm>
            <a:off x="7680960" y="1965960"/>
            <a:ext cx="3931920" cy="115824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08" name="Google Shape;708;p20"/>
          <p:cNvSpPr txBox="1"/>
          <p:nvPr/>
        </p:nvSpPr>
        <p:spPr>
          <a:xfrm>
            <a:off x="7955280" y="2057400"/>
            <a:ext cx="3383280" cy="975360"/>
          </a:xfrm>
          <a:prstGeom prst="rect">
            <a:avLst/>
          </a:prstGeom>
          <a:noFill/>
          <a:ln>
            <a:noFill/>
          </a:ln>
        </p:spPr>
        <p:txBody>
          <a:bodyPr spcFirstLastPara="1" wrap="square" lIns="0" tIns="0" rIns="0" bIns="0" anchor="ctr" anchorCtr="0">
            <a:noAutofit/>
          </a:bodyPr>
          <a:lstStyle/>
          <a:p>
            <a:pPr>
              <a:buClr>
                <a:schemeClr val="dk1"/>
              </a:buClr>
              <a:buSzPts val="1600"/>
            </a:pPr>
            <a:r>
              <a:rPr lang="en-US" sz="1600">
                <a:solidFill>
                  <a:schemeClr val="dk1"/>
                </a:solidFill>
                <a:latin typeface="Calibri"/>
                <a:ea typeface="Calibri"/>
                <a:cs typeface="Calibri"/>
                <a:sym typeface="Calibri"/>
              </a:rPr>
              <a:t>Correct predictions (diagonal): 920 + 35 + 5 = 960 → 96% accuracy</a:t>
            </a:r>
            <a:endParaRPr sz="1600">
              <a:solidFill>
                <a:schemeClr val="dk1"/>
              </a:solidFill>
              <a:latin typeface="Calibri"/>
              <a:ea typeface="Calibri"/>
              <a:cs typeface="Calibri"/>
              <a:sym typeface="Calibri"/>
            </a:endParaRPr>
          </a:p>
        </p:txBody>
      </p:sp>
      <p:sp>
        <p:nvSpPr>
          <p:cNvPr id="709" name="Google Shape;709;p20"/>
          <p:cNvSpPr/>
          <p:nvPr/>
        </p:nvSpPr>
        <p:spPr>
          <a:xfrm>
            <a:off x="7680960" y="3238500"/>
            <a:ext cx="3931920" cy="115824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10" name="Google Shape;710;p20"/>
          <p:cNvSpPr txBox="1"/>
          <p:nvPr/>
        </p:nvSpPr>
        <p:spPr>
          <a:xfrm>
            <a:off x="7955280" y="3329940"/>
            <a:ext cx="3383280" cy="975360"/>
          </a:xfrm>
          <a:prstGeom prst="rect">
            <a:avLst/>
          </a:prstGeom>
          <a:noFill/>
          <a:ln>
            <a:noFill/>
          </a:ln>
        </p:spPr>
        <p:txBody>
          <a:bodyPr spcFirstLastPara="1" wrap="square" lIns="0" tIns="0" rIns="0" bIns="0" anchor="ctr" anchorCtr="0">
            <a:noAutofit/>
          </a:bodyPr>
          <a:lstStyle/>
          <a:p>
            <a:pPr>
              <a:buClr>
                <a:schemeClr val="dk1"/>
              </a:buClr>
              <a:buSzPts val="1600"/>
            </a:pPr>
            <a:r>
              <a:rPr lang="en-US" sz="1600">
                <a:solidFill>
                  <a:schemeClr val="dk1"/>
                </a:solidFill>
                <a:latin typeface="Calibri"/>
                <a:ea typeface="Calibri"/>
                <a:cs typeface="Calibri"/>
                <a:sym typeface="Calibri"/>
              </a:rPr>
              <a:t>For true blocked (10 cases): 5 correctly predicted as blocked, 3 misclassified as free, 2 misclassified as congested.</a:t>
            </a:r>
            <a:endParaRPr sz="1600">
              <a:solidFill>
                <a:schemeClr val="dk1"/>
              </a:solidFill>
              <a:latin typeface="Calibri"/>
              <a:ea typeface="Calibri"/>
              <a:cs typeface="Calibri"/>
              <a:sym typeface="Calibri"/>
            </a:endParaRPr>
          </a:p>
        </p:txBody>
      </p:sp>
      <p:sp>
        <p:nvSpPr>
          <p:cNvPr id="711" name="Google Shape;711;p20"/>
          <p:cNvSpPr/>
          <p:nvPr/>
        </p:nvSpPr>
        <p:spPr>
          <a:xfrm>
            <a:off x="7680960" y="4511040"/>
            <a:ext cx="3931920" cy="115824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12" name="Google Shape;712;p20"/>
          <p:cNvSpPr txBox="1"/>
          <p:nvPr/>
        </p:nvSpPr>
        <p:spPr>
          <a:xfrm>
            <a:off x="7955280" y="4602480"/>
            <a:ext cx="3383280" cy="975360"/>
          </a:xfrm>
          <a:prstGeom prst="rect">
            <a:avLst/>
          </a:prstGeom>
          <a:noFill/>
          <a:ln>
            <a:noFill/>
          </a:ln>
        </p:spPr>
        <p:txBody>
          <a:bodyPr spcFirstLastPara="1" wrap="square" lIns="0" tIns="0" rIns="0" bIns="0" anchor="ctr" anchorCtr="0">
            <a:noAutofit/>
          </a:bodyPr>
          <a:lstStyle/>
          <a:p>
            <a:pPr>
              <a:buClr>
                <a:schemeClr val="dk1"/>
              </a:buClr>
              <a:buSzPts val="1600"/>
            </a:pPr>
            <a:r>
              <a:rPr lang="en-US" sz="1600">
                <a:solidFill>
                  <a:schemeClr val="dk1"/>
                </a:solidFill>
                <a:latin typeface="Calibri"/>
                <a:ea typeface="Calibri"/>
                <a:cs typeface="Calibri"/>
                <a:sym typeface="Calibri"/>
              </a:rPr>
              <a:t>The model now predicts all three classes (unlike the lazy model).</a:t>
            </a:r>
            <a:endParaRPr sz="1600">
              <a:solidFill>
                <a:schemeClr val="dk1"/>
              </a:solidFill>
              <a:latin typeface="Calibri"/>
              <a:ea typeface="Calibri"/>
              <a:cs typeface="Calibri"/>
              <a:sym typeface="Calibri"/>
            </a:endParaRPr>
          </a:p>
        </p:txBody>
      </p:sp>
      <p:sp>
        <p:nvSpPr>
          <p:cNvPr id="713" name="Google Shape;713;p20"/>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42</a:t>
            </a:fld>
            <a:endParaRPr sz="1067">
              <a:solidFill>
                <a:schemeClr val="accent5"/>
              </a:solidFill>
              <a:latin typeface="Calibri"/>
              <a:ea typeface="Calibri"/>
              <a:cs typeface="Calibri"/>
              <a:sym typeface="Calibri"/>
            </a:endParaRPr>
          </a:p>
        </p:txBody>
      </p:sp>
    </p:spTree>
    <p:extLst>
      <p:ext uri="{BB962C8B-B14F-4D97-AF65-F5344CB8AC3E}">
        <p14:creationId xmlns:p14="http://schemas.microsoft.com/office/powerpoint/2010/main" val="13751414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51" name="Rectangle 750"/>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graphicFrame>
        <p:nvGraphicFramePr>
          <p:cNvPr id="719" name="Google Shape;719;p21"/>
          <p:cNvGraphicFramePr/>
          <p:nvPr/>
        </p:nvGraphicFramePr>
        <p:xfrm>
          <a:off x="3108960" y="914400"/>
          <a:ext cx="6309375" cy="2157975"/>
        </p:xfrm>
        <a:graphic>
          <a:graphicData uri="http://schemas.openxmlformats.org/drawingml/2006/table">
            <a:tbl>
              <a:tblPr>
                <a:noFill/>
              </a:tblPr>
              <a:tblGrid>
                <a:gridCol w="1371600">
                  <a:extLst>
                    <a:ext uri="{9D8B030D-6E8A-4147-A177-3AD203B41FA5}">
                      <a16:colId xmlns:a16="http://schemas.microsoft.com/office/drawing/2014/main" val="20000"/>
                    </a:ext>
                  </a:extLst>
                </a:gridCol>
                <a:gridCol w="1645925">
                  <a:extLst>
                    <a:ext uri="{9D8B030D-6E8A-4147-A177-3AD203B41FA5}">
                      <a16:colId xmlns:a16="http://schemas.microsoft.com/office/drawing/2014/main" val="20001"/>
                    </a:ext>
                  </a:extLst>
                </a:gridCol>
                <a:gridCol w="1645925">
                  <a:extLst>
                    <a:ext uri="{9D8B030D-6E8A-4147-A177-3AD203B41FA5}">
                      <a16:colId xmlns:a16="http://schemas.microsoft.com/office/drawing/2014/main" val="20002"/>
                    </a:ext>
                  </a:extLst>
                </a:gridCol>
                <a:gridCol w="1645925">
                  <a:extLst>
                    <a:ext uri="{9D8B030D-6E8A-4147-A177-3AD203B41FA5}">
                      <a16:colId xmlns:a16="http://schemas.microsoft.com/office/drawing/2014/main" val="20003"/>
                    </a:ext>
                  </a:extLst>
                </a:gridCol>
              </a:tblGrid>
              <a:tr h="457200">
                <a:tc>
                  <a:txBody>
                    <a:bodyPr/>
                    <a:lstStyle/>
                    <a:p>
                      <a:pPr marL="0" marR="0" lvl="0" indent="0" algn="l" rtl="0">
                        <a:spcBef>
                          <a:spcPts val="0"/>
                        </a:spcBef>
                        <a:spcAft>
                          <a:spcPts val="0"/>
                        </a:spcAft>
                        <a:buClr>
                          <a:schemeClr val="dk1"/>
                        </a:buClr>
                        <a:buSzPts val="1200"/>
                        <a:buFont typeface="Calibri"/>
                        <a:buNone/>
                      </a:pPr>
                      <a:endParaRPr sz="1200" u="none" strike="noStrike" cap="none"/>
                    </a:p>
                  </a:txBody>
                  <a:tcPr marL="91451" marR="91451" marT="45725" marB="457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lt1"/>
                        </a:buClr>
                        <a:buSzPts val="1800"/>
                        <a:buFont typeface="Calibri"/>
                        <a:buNone/>
                      </a:pPr>
                      <a:r>
                        <a:rPr lang="en-US" sz="1800" b="1" u="none" strike="noStrike" cap="none">
                          <a:solidFill>
                            <a:schemeClr val="lt1"/>
                          </a:solidFill>
                        </a:rPr>
                        <a:t>Free</a:t>
                      </a:r>
                      <a:endParaRPr sz="18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Clr>
                          <a:schemeClr val="lt1"/>
                        </a:buClr>
                        <a:buSzPts val="1800"/>
                        <a:buFont typeface="Calibri"/>
                        <a:buNone/>
                      </a:pPr>
                      <a:r>
                        <a:rPr lang="en-US" sz="1800" b="1" u="none" strike="noStrike" cap="none">
                          <a:solidFill>
                            <a:schemeClr val="lt1"/>
                          </a:solidFill>
                        </a:rPr>
                        <a:t>Congested</a:t>
                      </a:r>
                      <a:endParaRPr sz="18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Clr>
                          <a:schemeClr val="lt1"/>
                        </a:buClr>
                        <a:buSzPts val="1800"/>
                        <a:buFont typeface="Calibri"/>
                        <a:buNone/>
                      </a:pPr>
                      <a:r>
                        <a:rPr lang="en-US" sz="1800" b="1" u="none" strike="noStrike" cap="none">
                          <a:solidFill>
                            <a:schemeClr val="lt1"/>
                          </a:solidFill>
                        </a:rPr>
                        <a:t>Blocked</a:t>
                      </a:r>
                      <a:endParaRPr sz="18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566925">
                <a:tc>
                  <a:txBody>
                    <a:bodyPr/>
                    <a:lstStyle/>
                    <a:p>
                      <a:pPr marL="0" marR="0" lvl="0" indent="0" algn="ctr" rtl="0">
                        <a:spcBef>
                          <a:spcPts val="0"/>
                        </a:spcBef>
                        <a:spcAft>
                          <a:spcPts val="0"/>
                        </a:spcAft>
                        <a:buClr>
                          <a:schemeClr val="lt1"/>
                        </a:buClr>
                        <a:buSzPts val="1800"/>
                        <a:buFont typeface="Calibri"/>
                        <a:buNone/>
                      </a:pPr>
                      <a:r>
                        <a:rPr lang="en-US" sz="1800" b="1" u="none" strike="noStrike" cap="none">
                          <a:solidFill>
                            <a:schemeClr val="lt1"/>
                          </a:solidFill>
                        </a:rPr>
                        <a:t>Free</a:t>
                      </a:r>
                      <a:endParaRPr sz="18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Clr>
                          <a:schemeClr val="dk1"/>
                        </a:buClr>
                        <a:buSzPts val="2400"/>
                        <a:buFont typeface="Calibri"/>
                        <a:buNone/>
                      </a:pPr>
                      <a:r>
                        <a:rPr lang="en-US" sz="2400" b="1" u="none" strike="noStrike" cap="none">
                          <a:solidFill>
                            <a:schemeClr val="dk1"/>
                          </a:solidFill>
                        </a:rPr>
                        <a:t>920</a:t>
                      </a:r>
                      <a:endParaRPr sz="24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2"/>
                    </a:solidFill>
                  </a:tcPr>
                </a:tc>
                <a:tc>
                  <a:txBody>
                    <a:bodyPr/>
                    <a:lstStyle/>
                    <a:p>
                      <a:pPr marL="0" marR="0" lvl="0" indent="0" algn="ctr" rtl="0">
                        <a:spcBef>
                          <a:spcPts val="0"/>
                        </a:spcBef>
                        <a:spcAft>
                          <a:spcPts val="0"/>
                        </a:spcAft>
                        <a:buClr>
                          <a:schemeClr val="dk1"/>
                        </a:buClr>
                        <a:buSzPts val="2400"/>
                        <a:buFont typeface="Calibri"/>
                        <a:buNone/>
                      </a:pPr>
                      <a:r>
                        <a:rPr lang="en-US" sz="2400" b="1" u="none" strike="noStrike" cap="none">
                          <a:solidFill>
                            <a:schemeClr val="dk1"/>
                          </a:solidFill>
                        </a:rPr>
                        <a:t>15</a:t>
                      </a:r>
                      <a:endParaRPr sz="24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2"/>
                    </a:solidFill>
                  </a:tcPr>
                </a:tc>
                <a:tc>
                  <a:txBody>
                    <a:bodyPr/>
                    <a:lstStyle/>
                    <a:p>
                      <a:pPr marL="0" marR="0" lvl="0" indent="0" algn="ctr" rtl="0">
                        <a:spcBef>
                          <a:spcPts val="0"/>
                        </a:spcBef>
                        <a:spcAft>
                          <a:spcPts val="0"/>
                        </a:spcAft>
                        <a:buClr>
                          <a:schemeClr val="dk1"/>
                        </a:buClr>
                        <a:buSzPts val="2400"/>
                        <a:buFont typeface="Calibri"/>
                        <a:buNone/>
                      </a:pPr>
                      <a:r>
                        <a:rPr lang="en-US" sz="2400" b="1" u="none" strike="noStrike" cap="none">
                          <a:solidFill>
                            <a:schemeClr val="dk1"/>
                          </a:solidFill>
                        </a:rPr>
                        <a:t>5</a:t>
                      </a:r>
                      <a:endParaRPr sz="24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2"/>
                    </a:solidFill>
                  </a:tcPr>
                </a:tc>
                <a:extLst>
                  <a:ext uri="{0D108BD9-81ED-4DB2-BD59-A6C34878D82A}">
                    <a16:rowId xmlns:a16="http://schemas.microsoft.com/office/drawing/2014/main" val="10001"/>
                  </a:ext>
                </a:extLst>
              </a:tr>
              <a:tr h="566925">
                <a:tc>
                  <a:txBody>
                    <a:bodyPr/>
                    <a:lstStyle/>
                    <a:p>
                      <a:pPr marL="0" marR="0" lvl="0" indent="0" algn="ctr" rtl="0">
                        <a:spcBef>
                          <a:spcPts val="0"/>
                        </a:spcBef>
                        <a:spcAft>
                          <a:spcPts val="0"/>
                        </a:spcAft>
                        <a:buClr>
                          <a:schemeClr val="lt1"/>
                        </a:buClr>
                        <a:buSzPts val="1800"/>
                        <a:buFont typeface="Calibri"/>
                        <a:buNone/>
                      </a:pPr>
                      <a:r>
                        <a:rPr lang="en-US" sz="1800" b="1" u="none" strike="noStrike" cap="none">
                          <a:solidFill>
                            <a:schemeClr val="lt1"/>
                          </a:solidFill>
                        </a:rPr>
                        <a:t>Congested</a:t>
                      </a:r>
                      <a:endParaRPr sz="18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Clr>
                          <a:schemeClr val="dk1"/>
                        </a:buClr>
                        <a:buSzPts val="2400"/>
                        <a:buFont typeface="Calibri"/>
                        <a:buNone/>
                      </a:pPr>
                      <a:r>
                        <a:rPr lang="en-US" sz="2400" b="1" u="none" strike="noStrike" cap="none">
                          <a:solidFill>
                            <a:schemeClr val="dk1"/>
                          </a:solidFill>
                        </a:rPr>
                        <a:t>10</a:t>
                      </a:r>
                      <a:endParaRPr sz="24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2"/>
                    </a:solidFill>
                  </a:tcPr>
                </a:tc>
                <a:tc>
                  <a:txBody>
                    <a:bodyPr/>
                    <a:lstStyle/>
                    <a:p>
                      <a:pPr marL="0" marR="0" lvl="0" indent="0" algn="ctr" rtl="0">
                        <a:spcBef>
                          <a:spcPts val="0"/>
                        </a:spcBef>
                        <a:spcAft>
                          <a:spcPts val="0"/>
                        </a:spcAft>
                        <a:buClr>
                          <a:schemeClr val="dk1"/>
                        </a:buClr>
                        <a:buSzPts val="2400"/>
                        <a:buFont typeface="Calibri"/>
                        <a:buNone/>
                      </a:pPr>
                      <a:r>
                        <a:rPr lang="en-US" sz="2400" b="1" u="none" strike="noStrike" cap="none">
                          <a:solidFill>
                            <a:schemeClr val="dk1"/>
                          </a:solidFill>
                        </a:rPr>
                        <a:t>35</a:t>
                      </a:r>
                      <a:endParaRPr sz="24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2"/>
                    </a:solidFill>
                  </a:tcPr>
                </a:tc>
                <a:tc>
                  <a:txBody>
                    <a:bodyPr/>
                    <a:lstStyle/>
                    <a:p>
                      <a:pPr marL="0" marR="0" lvl="0" indent="0" algn="ctr" rtl="0">
                        <a:spcBef>
                          <a:spcPts val="0"/>
                        </a:spcBef>
                        <a:spcAft>
                          <a:spcPts val="0"/>
                        </a:spcAft>
                        <a:buClr>
                          <a:schemeClr val="dk1"/>
                        </a:buClr>
                        <a:buSzPts val="2400"/>
                        <a:buFont typeface="Calibri"/>
                        <a:buNone/>
                      </a:pPr>
                      <a:r>
                        <a:rPr lang="en-US" sz="2400" b="1" u="none" strike="noStrike" cap="none">
                          <a:solidFill>
                            <a:schemeClr val="dk1"/>
                          </a:solidFill>
                        </a:rPr>
                        <a:t>5</a:t>
                      </a:r>
                      <a:endParaRPr sz="24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2"/>
                    </a:solidFill>
                  </a:tcPr>
                </a:tc>
                <a:extLst>
                  <a:ext uri="{0D108BD9-81ED-4DB2-BD59-A6C34878D82A}">
                    <a16:rowId xmlns:a16="http://schemas.microsoft.com/office/drawing/2014/main" val="10002"/>
                  </a:ext>
                </a:extLst>
              </a:tr>
              <a:tr h="566925">
                <a:tc>
                  <a:txBody>
                    <a:bodyPr/>
                    <a:lstStyle/>
                    <a:p>
                      <a:pPr marL="0" marR="0" lvl="0" indent="0" algn="ctr" rtl="0">
                        <a:spcBef>
                          <a:spcPts val="0"/>
                        </a:spcBef>
                        <a:spcAft>
                          <a:spcPts val="0"/>
                        </a:spcAft>
                        <a:buClr>
                          <a:schemeClr val="lt1"/>
                        </a:buClr>
                        <a:buSzPts val="1800"/>
                        <a:buFont typeface="Calibri"/>
                        <a:buNone/>
                      </a:pPr>
                      <a:r>
                        <a:rPr lang="en-US" sz="1800" b="1" u="none" strike="noStrike" cap="none">
                          <a:solidFill>
                            <a:schemeClr val="lt1"/>
                          </a:solidFill>
                        </a:rPr>
                        <a:t>Blocked</a:t>
                      </a:r>
                      <a:endParaRPr sz="18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Clr>
                          <a:schemeClr val="lt1"/>
                        </a:buClr>
                        <a:buSzPts val="2400"/>
                        <a:buFont typeface="Calibri"/>
                        <a:buNone/>
                      </a:pPr>
                      <a:r>
                        <a:rPr lang="en-US" sz="2400" b="1" u="none" strike="noStrike" cap="none">
                          <a:solidFill>
                            <a:schemeClr val="lt1"/>
                          </a:solidFill>
                        </a:rPr>
                        <a:t>3</a:t>
                      </a:r>
                      <a:endParaRPr sz="24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3"/>
                    </a:solidFill>
                  </a:tcPr>
                </a:tc>
                <a:tc>
                  <a:txBody>
                    <a:bodyPr/>
                    <a:lstStyle/>
                    <a:p>
                      <a:pPr marL="0" marR="0" lvl="0" indent="0" algn="ctr" rtl="0">
                        <a:spcBef>
                          <a:spcPts val="0"/>
                        </a:spcBef>
                        <a:spcAft>
                          <a:spcPts val="0"/>
                        </a:spcAft>
                        <a:buClr>
                          <a:schemeClr val="lt1"/>
                        </a:buClr>
                        <a:buSzPts val="2400"/>
                        <a:buFont typeface="Calibri"/>
                        <a:buNone/>
                      </a:pPr>
                      <a:r>
                        <a:rPr lang="en-US" sz="2400" b="1" u="none" strike="noStrike" cap="none">
                          <a:solidFill>
                            <a:schemeClr val="lt1"/>
                          </a:solidFill>
                        </a:rPr>
                        <a:t>2</a:t>
                      </a:r>
                      <a:endParaRPr sz="24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3"/>
                    </a:solidFill>
                  </a:tcPr>
                </a:tc>
                <a:tc>
                  <a:txBody>
                    <a:bodyPr/>
                    <a:lstStyle/>
                    <a:p>
                      <a:pPr marL="0" marR="0" lvl="0" indent="0" algn="ctr" rtl="0">
                        <a:spcBef>
                          <a:spcPts val="0"/>
                        </a:spcBef>
                        <a:spcAft>
                          <a:spcPts val="0"/>
                        </a:spcAft>
                        <a:buClr>
                          <a:schemeClr val="lt1"/>
                        </a:buClr>
                        <a:buSzPts val="2400"/>
                        <a:buFont typeface="Calibri"/>
                        <a:buNone/>
                      </a:pPr>
                      <a:r>
                        <a:rPr lang="en-US" sz="2400" b="1" u="none" strike="noStrike" cap="none">
                          <a:solidFill>
                            <a:schemeClr val="lt1"/>
                          </a:solidFill>
                        </a:rPr>
                        <a:t>5</a:t>
                      </a:r>
                      <a:endParaRPr sz="24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1"/>
                    </a:solidFill>
                  </a:tcPr>
                </a:tc>
                <a:extLst>
                  <a:ext uri="{0D108BD9-81ED-4DB2-BD59-A6C34878D82A}">
                    <a16:rowId xmlns:a16="http://schemas.microsoft.com/office/drawing/2014/main" val="10003"/>
                  </a:ext>
                </a:extLst>
              </a:tr>
            </a:tbl>
          </a:graphicData>
        </a:graphic>
      </p:graphicFrame>
      <p:sp>
        <p:nvSpPr>
          <p:cNvPr id="720" name="Google Shape;720;p21"/>
          <p:cNvSpPr txBox="1"/>
          <p:nvPr/>
        </p:nvSpPr>
        <p:spPr>
          <a:xfrm>
            <a:off x="4480560" y="457200"/>
            <a:ext cx="4937760" cy="365760"/>
          </a:xfrm>
          <a:prstGeom prst="rect">
            <a:avLst/>
          </a:prstGeom>
          <a:noFill/>
          <a:ln>
            <a:noFill/>
          </a:ln>
        </p:spPr>
        <p:txBody>
          <a:bodyPr spcFirstLastPara="1" wrap="square" lIns="0" tIns="0" rIns="0" bIns="0" anchor="ctr" anchorCtr="0">
            <a:noAutofit/>
          </a:bodyPr>
          <a:lstStyle/>
          <a:p>
            <a:pPr algn="ctr">
              <a:buClr>
                <a:schemeClr val="accent6"/>
              </a:buClr>
              <a:buSzPts val="1800"/>
            </a:pPr>
            <a:r>
              <a:rPr lang="en-US" b="1">
                <a:solidFill>
                  <a:schemeClr val="accent6"/>
                </a:solidFill>
                <a:latin typeface="Calibri"/>
                <a:ea typeface="Calibri"/>
                <a:cs typeface="Calibri"/>
                <a:sym typeface="Calibri"/>
              </a:rPr>
              <a:t>Predicted class</a:t>
            </a:r>
            <a:endParaRPr>
              <a:solidFill>
                <a:schemeClr val="dk1"/>
              </a:solidFill>
              <a:latin typeface="Calibri"/>
              <a:ea typeface="Calibri"/>
              <a:cs typeface="Calibri"/>
              <a:sym typeface="Calibri"/>
            </a:endParaRPr>
          </a:p>
        </p:txBody>
      </p:sp>
      <p:sp>
        <p:nvSpPr>
          <p:cNvPr id="721" name="Google Shape;721;p21"/>
          <p:cNvSpPr txBox="1"/>
          <p:nvPr/>
        </p:nvSpPr>
        <p:spPr>
          <a:xfrm rot="-5400000">
            <a:off x="1847088" y="2020824"/>
            <a:ext cx="1700784" cy="402336"/>
          </a:xfrm>
          <a:prstGeom prst="rect">
            <a:avLst/>
          </a:prstGeom>
          <a:noFill/>
          <a:ln>
            <a:noFill/>
          </a:ln>
        </p:spPr>
        <p:txBody>
          <a:bodyPr spcFirstLastPara="1" wrap="square" lIns="0" tIns="0" rIns="0" bIns="0" anchor="ctr" anchorCtr="0">
            <a:noAutofit/>
          </a:bodyPr>
          <a:lstStyle/>
          <a:p>
            <a:pPr algn="ctr">
              <a:buClr>
                <a:schemeClr val="accent6"/>
              </a:buClr>
              <a:buSzPts val="1800"/>
            </a:pPr>
            <a:r>
              <a:rPr lang="en-US" b="1">
                <a:solidFill>
                  <a:schemeClr val="accent6"/>
                </a:solidFill>
                <a:latin typeface="Calibri"/>
                <a:ea typeface="Calibri"/>
                <a:cs typeface="Calibri"/>
                <a:sym typeface="Calibri"/>
              </a:rPr>
              <a:t>Actual class</a:t>
            </a:r>
            <a:endParaRPr>
              <a:solidFill>
                <a:schemeClr val="dk1"/>
              </a:solidFill>
              <a:latin typeface="Calibri"/>
              <a:ea typeface="Calibri"/>
              <a:cs typeface="Calibri"/>
              <a:sym typeface="Calibri"/>
            </a:endParaRPr>
          </a:p>
        </p:txBody>
      </p:sp>
      <p:sp>
        <p:nvSpPr>
          <p:cNvPr id="722" name="Google Shape;722;p21"/>
          <p:cNvSpPr txBox="1"/>
          <p:nvPr/>
        </p:nvSpPr>
        <p:spPr>
          <a:xfrm>
            <a:off x="548640" y="914400"/>
            <a:ext cx="1874520" cy="1280160"/>
          </a:xfrm>
          <a:prstGeom prst="rect">
            <a:avLst/>
          </a:prstGeom>
          <a:noFill/>
          <a:ln>
            <a:noFill/>
          </a:ln>
        </p:spPr>
        <p:txBody>
          <a:bodyPr spcFirstLastPara="1" wrap="square" lIns="0" tIns="0" rIns="0" bIns="0" anchor="t" anchorCtr="0">
            <a:noAutofit/>
          </a:bodyPr>
          <a:lstStyle/>
          <a:p>
            <a:pPr>
              <a:buClr>
                <a:schemeClr val="accent6"/>
              </a:buClr>
              <a:buSzPts val="1400"/>
            </a:pPr>
            <a:r>
              <a:rPr lang="en-US" sz="1400">
                <a:solidFill>
                  <a:schemeClr val="accent6"/>
                </a:solidFill>
                <a:latin typeface="Calibri"/>
                <a:ea typeface="Calibri"/>
                <a:cs typeface="Calibri"/>
                <a:sym typeface="Calibri"/>
              </a:rPr>
              <a:t>Blocked is the positive class; all other cells count as negative (one vs rest).</a:t>
            </a:r>
            <a:endParaRPr sz="1400">
              <a:solidFill>
                <a:schemeClr val="dk1"/>
              </a:solidFill>
              <a:latin typeface="Calibri"/>
              <a:ea typeface="Calibri"/>
              <a:cs typeface="Calibri"/>
              <a:sym typeface="Calibri"/>
            </a:endParaRPr>
          </a:p>
        </p:txBody>
      </p:sp>
      <p:sp>
        <p:nvSpPr>
          <p:cNvPr id="723" name="Google Shape;723;p21"/>
          <p:cNvSpPr/>
          <p:nvPr/>
        </p:nvSpPr>
        <p:spPr>
          <a:xfrm>
            <a:off x="548640" y="3429000"/>
            <a:ext cx="2606040" cy="2743200"/>
          </a:xfrm>
          <a:prstGeom prst="rect">
            <a:avLst/>
          </a:prstGeom>
          <a:solidFill>
            <a:schemeClr val="accent1">
              <a:alpha val="16078"/>
            </a:scheme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24" name="Google Shape;724;p21"/>
          <p:cNvSpPr/>
          <p:nvPr/>
        </p:nvSpPr>
        <p:spPr>
          <a:xfrm>
            <a:off x="731520" y="3648456"/>
            <a:ext cx="201168" cy="20116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25" name="Google Shape;725;p21"/>
          <p:cNvSpPr txBox="1"/>
          <p:nvPr/>
        </p:nvSpPr>
        <p:spPr>
          <a:xfrm>
            <a:off x="1024128" y="3575304"/>
            <a:ext cx="2057400" cy="347472"/>
          </a:xfrm>
          <a:prstGeom prst="rect">
            <a:avLst/>
          </a:prstGeom>
          <a:noFill/>
          <a:ln>
            <a:noFill/>
          </a:ln>
        </p:spPr>
        <p:txBody>
          <a:bodyPr spcFirstLastPara="1" wrap="square" lIns="0" tIns="0" rIns="0" bIns="0" anchor="ctr" anchorCtr="0">
            <a:noAutofit/>
          </a:bodyPr>
          <a:lstStyle/>
          <a:p>
            <a:pPr>
              <a:buClr>
                <a:schemeClr val="dk1"/>
              </a:buClr>
              <a:buSzPts val="1700"/>
            </a:pPr>
            <a:r>
              <a:rPr lang="en-US" sz="1733" b="1">
                <a:solidFill>
                  <a:schemeClr val="dk1"/>
                </a:solidFill>
                <a:latin typeface="Calibri"/>
                <a:ea typeface="Calibri"/>
                <a:cs typeface="Calibri"/>
                <a:sym typeface="Calibri"/>
              </a:rPr>
              <a:t>True positive (TP)</a:t>
            </a:r>
            <a:endParaRPr sz="1733">
              <a:solidFill>
                <a:schemeClr val="dk1"/>
              </a:solidFill>
              <a:latin typeface="Calibri"/>
              <a:ea typeface="Calibri"/>
              <a:cs typeface="Calibri"/>
              <a:sym typeface="Calibri"/>
            </a:endParaRPr>
          </a:p>
        </p:txBody>
      </p:sp>
      <p:sp>
        <p:nvSpPr>
          <p:cNvPr id="726" name="Google Shape;726;p21"/>
          <p:cNvSpPr txBox="1"/>
          <p:nvPr/>
        </p:nvSpPr>
        <p:spPr>
          <a:xfrm>
            <a:off x="731520" y="4050792"/>
            <a:ext cx="2240280" cy="566928"/>
          </a:xfrm>
          <a:prstGeom prst="rect">
            <a:avLst/>
          </a:prstGeom>
          <a:noFill/>
          <a:ln>
            <a:noFill/>
          </a:ln>
        </p:spPr>
        <p:txBody>
          <a:bodyPr spcFirstLastPara="1" wrap="square" lIns="0" tIns="0" rIns="0" bIns="0" anchor="t" anchorCtr="0">
            <a:noAutofit/>
          </a:bodyPr>
          <a:lstStyle/>
          <a:p>
            <a:pPr>
              <a:buClr>
                <a:schemeClr val="dk1"/>
              </a:buClr>
              <a:buSzPts val="1600"/>
            </a:pPr>
            <a:r>
              <a:rPr lang="en-US" sz="1600">
                <a:solidFill>
                  <a:schemeClr val="dk1"/>
                </a:solidFill>
                <a:latin typeface="Calibri"/>
                <a:ea typeface="Calibri"/>
                <a:cs typeface="Calibri"/>
                <a:sym typeface="Calibri"/>
              </a:rPr>
              <a:t>Truly blocked, predicted blocked.</a:t>
            </a:r>
            <a:endParaRPr sz="1600">
              <a:solidFill>
                <a:schemeClr val="dk1"/>
              </a:solidFill>
              <a:latin typeface="Calibri"/>
              <a:ea typeface="Calibri"/>
              <a:cs typeface="Calibri"/>
              <a:sym typeface="Calibri"/>
            </a:endParaRPr>
          </a:p>
        </p:txBody>
      </p:sp>
      <p:sp>
        <p:nvSpPr>
          <p:cNvPr id="727" name="Google Shape;727;p21"/>
          <p:cNvSpPr txBox="1"/>
          <p:nvPr/>
        </p:nvSpPr>
        <p:spPr>
          <a:xfrm>
            <a:off x="731520" y="4636008"/>
            <a:ext cx="2240280" cy="457200"/>
          </a:xfrm>
          <a:prstGeom prst="rect">
            <a:avLst/>
          </a:prstGeom>
          <a:noFill/>
          <a:ln>
            <a:noFill/>
          </a:ln>
        </p:spPr>
        <p:txBody>
          <a:bodyPr spcFirstLastPara="1" wrap="square" lIns="0" tIns="0" rIns="0" bIns="0" anchor="t" anchorCtr="0">
            <a:noAutofit/>
          </a:bodyPr>
          <a:lstStyle/>
          <a:p>
            <a:pPr>
              <a:buClr>
                <a:schemeClr val="accent6"/>
              </a:buClr>
              <a:buSzPts val="1400"/>
            </a:pPr>
            <a:r>
              <a:rPr lang="en-US" sz="1400">
                <a:solidFill>
                  <a:schemeClr val="accent6"/>
                </a:solidFill>
                <a:latin typeface="Calibri"/>
                <a:ea typeface="Calibri"/>
                <a:cs typeface="Calibri"/>
                <a:sym typeface="Calibri"/>
              </a:rPr>
              <a:t>(blocked row, blocked column)</a:t>
            </a:r>
            <a:endParaRPr sz="1400">
              <a:solidFill>
                <a:schemeClr val="dk1"/>
              </a:solidFill>
              <a:latin typeface="Calibri"/>
              <a:ea typeface="Calibri"/>
              <a:cs typeface="Calibri"/>
              <a:sym typeface="Calibri"/>
            </a:endParaRPr>
          </a:p>
        </p:txBody>
      </p:sp>
      <p:sp>
        <p:nvSpPr>
          <p:cNvPr id="728" name="Google Shape;728;p21"/>
          <p:cNvSpPr txBox="1"/>
          <p:nvPr/>
        </p:nvSpPr>
        <p:spPr>
          <a:xfrm>
            <a:off x="731520" y="5532120"/>
            <a:ext cx="2240280" cy="548640"/>
          </a:xfrm>
          <a:prstGeom prst="rect">
            <a:avLst/>
          </a:prstGeom>
          <a:noFill/>
          <a:ln>
            <a:noFill/>
          </a:ln>
        </p:spPr>
        <p:txBody>
          <a:bodyPr spcFirstLastPara="1" wrap="square" lIns="0" tIns="0" rIns="0" bIns="0" anchor="ctr" anchorCtr="0">
            <a:noAutofit/>
          </a:bodyPr>
          <a:lstStyle/>
          <a:p>
            <a:pPr>
              <a:buClr>
                <a:schemeClr val="dk1"/>
              </a:buClr>
              <a:buSzPts val="3600"/>
            </a:pPr>
            <a:r>
              <a:rPr lang="en-US" sz="3600" b="1">
                <a:solidFill>
                  <a:schemeClr val="dk1"/>
                </a:solidFill>
                <a:latin typeface="Calibri"/>
                <a:ea typeface="Calibri"/>
                <a:cs typeface="Calibri"/>
                <a:sym typeface="Cambria"/>
              </a:rPr>
              <a:t>= 5</a:t>
            </a:r>
            <a:endParaRPr sz="3600">
              <a:solidFill>
                <a:schemeClr val="dk1"/>
              </a:solidFill>
              <a:latin typeface="Calibri"/>
              <a:ea typeface="Calibri"/>
              <a:cs typeface="Calibri"/>
              <a:sym typeface="Calibri"/>
            </a:endParaRPr>
          </a:p>
        </p:txBody>
      </p:sp>
      <p:sp>
        <p:nvSpPr>
          <p:cNvPr id="729" name="Google Shape;729;p21"/>
          <p:cNvSpPr/>
          <p:nvPr/>
        </p:nvSpPr>
        <p:spPr>
          <a:xfrm>
            <a:off x="3374136" y="3429000"/>
            <a:ext cx="2606040" cy="2743200"/>
          </a:xfrm>
          <a:prstGeom prst="rect">
            <a:avLst/>
          </a:prstGeom>
          <a:solidFill>
            <a:schemeClr val="accent3">
              <a:alpha val="14118"/>
            </a:scheme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30" name="Google Shape;730;p21"/>
          <p:cNvSpPr/>
          <p:nvPr/>
        </p:nvSpPr>
        <p:spPr>
          <a:xfrm>
            <a:off x="3557016" y="3648456"/>
            <a:ext cx="201168" cy="201168"/>
          </a:xfrm>
          <a:prstGeom prst="rect">
            <a:avLst/>
          </a:pr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31" name="Google Shape;731;p21"/>
          <p:cNvSpPr txBox="1"/>
          <p:nvPr/>
        </p:nvSpPr>
        <p:spPr>
          <a:xfrm>
            <a:off x="3849624" y="3575304"/>
            <a:ext cx="2057400" cy="347472"/>
          </a:xfrm>
          <a:prstGeom prst="rect">
            <a:avLst/>
          </a:prstGeom>
          <a:noFill/>
          <a:ln>
            <a:noFill/>
          </a:ln>
        </p:spPr>
        <p:txBody>
          <a:bodyPr spcFirstLastPara="1" wrap="square" lIns="0" tIns="0" rIns="0" bIns="0" anchor="ctr" anchorCtr="0">
            <a:noAutofit/>
          </a:bodyPr>
          <a:lstStyle/>
          <a:p>
            <a:pPr>
              <a:buClr>
                <a:schemeClr val="dk1"/>
              </a:buClr>
              <a:buSzPts val="1700"/>
            </a:pPr>
            <a:r>
              <a:rPr lang="en-US" sz="1733" b="1">
                <a:solidFill>
                  <a:schemeClr val="dk1"/>
                </a:solidFill>
                <a:latin typeface="Calibri"/>
                <a:ea typeface="Calibri"/>
                <a:cs typeface="Calibri"/>
                <a:sym typeface="Calibri"/>
              </a:rPr>
              <a:t>False negative (FN)</a:t>
            </a:r>
            <a:endParaRPr sz="1733">
              <a:solidFill>
                <a:schemeClr val="dk1"/>
              </a:solidFill>
              <a:latin typeface="Calibri"/>
              <a:ea typeface="Calibri"/>
              <a:cs typeface="Calibri"/>
              <a:sym typeface="Calibri"/>
            </a:endParaRPr>
          </a:p>
        </p:txBody>
      </p:sp>
      <p:sp>
        <p:nvSpPr>
          <p:cNvPr id="732" name="Google Shape;732;p21"/>
          <p:cNvSpPr txBox="1"/>
          <p:nvPr/>
        </p:nvSpPr>
        <p:spPr>
          <a:xfrm>
            <a:off x="3557016" y="4050792"/>
            <a:ext cx="2240280" cy="566928"/>
          </a:xfrm>
          <a:prstGeom prst="rect">
            <a:avLst/>
          </a:prstGeom>
          <a:noFill/>
          <a:ln>
            <a:noFill/>
          </a:ln>
        </p:spPr>
        <p:txBody>
          <a:bodyPr spcFirstLastPara="1" wrap="square" lIns="0" tIns="0" rIns="0" bIns="0" anchor="t" anchorCtr="0">
            <a:noAutofit/>
          </a:bodyPr>
          <a:lstStyle/>
          <a:p>
            <a:pPr>
              <a:buClr>
                <a:schemeClr val="dk1"/>
              </a:buClr>
              <a:buSzPts val="1600"/>
            </a:pPr>
            <a:r>
              <a:rPr lang="en-US" sz="1600">
                <a:solidFill>
                  <a:schemeClr val="dk1"/>
                </a:solidFill>
                <a:latin typeface="Calibri"/>
                <a:ea typeface="Calibri"/>
                <a:cs typeface="Calibri"/>
                <a:sym typeface="Calibri"/>
              </a:rPr>
              <a:t>Truly blocked, predicted something else.</a:t>
            </a:r>
            <a:endParaRPr sz="1600">
              <a:solidFill>
                <a:schemeClr val="dk1"/>
              </a:solidFill>
              <a:latin typeface="Calibri"/>
              <a:ea typeface="Calibri"/>
              <a:cs typeface="Calibri"/>
              <a:sym typeface="Calibri"/>
            </a:endParaRPr>
          </a:p>
        </p:txBody>
      </p:sp>
      <p:sp>
        <p:nvSpPr>
          <p:cNvPr id="733" name="Google Shape;733;p21"/>
          <p:cNvSpPr txBox="1"/>
          <p:nvPr/>
        </p:nvSpPr>
        <p:spPr>
          <a:xfrm>
            <a:off x="3557016" y="4636008"/>
            <a:ext cx="2240280" cy="457200"/>
          </a:xfrm>
          <a:prstGeom prst="rect">
            <a:avLst/>
          </a:prstGeom>
          <a:noFill/>
          <a:ln>
            <a:noFill/>
          </a:ln>
        </p:spPr>
        <p:txBody>
          <a:bodyPr spcFirstLastPara="1" wrap="square" lIns="0" tIns="0" rIns="0" bIns="0" anchor="t" anchorCtr="0">
            <a:noAutofit/>
          </a:bodyPr>
          <a:lstStyle/>
          <a:p>
            <a:pPr>
              <a:buClr>
                <a:schemeClr val="accent6"/>
              </a:buClr>
              <a:buSzPts val="1400"/>
            </a:pPr>
            <a:r>
              <a:rPr lang="en-US" sz="1400">
                <a:solidFill>
                  <a:schemeClr val="accent6"/>
                </a:solidFill>
                <a:latin typeface="Calibri"/>
                <a:ea typeface="Calibri"/>
                <a:cs typeface="Calibri"/>
                <a:sym typeface="Calibri"/>
              </a:rPr>
              <a:t>(blocked row, not in blocked column)</a:t>
            </a:r>
            <a:endParaRPr sz="1400">
              <a:solidFill>
                <a:schemeClr val="dk1"/>
              </a:solidFill>
              <a:latin typeface="Calibri"/>
              <a:ea typeface="Calibri"/>
              <a:cs typeface="Calibri"/>
              <a:sym typeface="Calibri"/>
            </a:endParaRPr>
          </a:p>
        </p:txBody>
      </p:sp>
      <p:sp>
        <p:nvSpPr>
          <p:cNvPr id="734" name="Google Shape;734;p21"/>
          <p:cNvSpPr txBox="1"/>
          <p:nvPr/>
        </p:nvSpPr>
        <p:spPr>
          <a:xfrm>
            <a:off x="3557016" y="5257800"/>
            <a:ext cx="2240280" cy="274320"/>
          </a:xfrm>
          <a:prstGeom prst="rect">
            <a:avLst/>
          </a:prstGeom>
          <a:noFill/>
          <a:ln>
            <a:noFill/>
          </a:ln>
        </p:spPr>
        <p:txBody>
          <a:bodyPr spcFirstLastPara="1" wrap="square" lIns="0" tIns="0" rIns="0" bIns="0" anchor="ctr" anchorCtr="0">
            <a:noAutofit/>
          </a:bodyPr>
          <a:lstStyle/>
          <a:p>
            <a:pPr>
              <a:buClr>
                <a:schemeClr val="accent6"/>
              </a:buClr>
              <a:buSzPts val="1600"/>
            </a:pPr>
            <a:r>
              <a:rPr lang="en-US" sz="1600">
                <a:solidFill>
                  <a:schemeClr val="accent6"/>
                </a:solidFill>
                <a:latin typeface="Calibri"/>
                <a:ea typeface="Calibri"/>
                <a:cs typeface="Calibri"/>
                <a:sym typeface="Calibri"/>
              </a:rPr>
              <a:t>= 3 + 2</a:t>
            </a:r>
            <a:endParaRPr sz="1600">
              <a:solidFill>
                <a:schemeClr val="dk1"/>
              </a:solidFill>
              <a:latin typeface="Calibri"/>
              <a:ea typeface="Calibri"/>
              <a:cs typeface="Calibri"/>
              <a:sym typeface="Calibri"/>
            </a:endParaRPr>
          </a:p>
        </p:txBody>
      </p:sp>
      <p:sp>
        <p:nvSpPr>
          <p:cNvPr id="735" name="Google Shape;735;p21"/>
          <p:cNvSpPr txBox="1"/>
          <p:nvPr/>
        </p:nvSpPr>
        <p:spPr>
          <a:xfrm>
            <a:off x="3557016" y="5532120"/>
            <a:ext cx="2240280" cy="548640"/>
          </a:xfrm>
          <a:prstGeom prst="rect">
            <a:avLst/>
          </a:prstGeom>
          <a:noFill/>
          <a:ln>
            <a:noFill/>
          </a:ln>
        </p:spPr>
        <p:txBody>
          <a:bodyPr spcFirstLastPara="1" wrap="square" lIns="0" tIns="0" rIns="0" bIns="0" anchor="ctr" anchorCtr="0">
            <a:noAutofit/>
          </a:bodyPr>
          <a:lstStyle/>
          <a:p>
            <a:pPr>
              <a:buClr>
                <a:schemeClr val="dk1"/>
              </a:buClr>
              <a:buSzPts val="3600"/>
            </a:pPr>
            <a:r>
              <a:rPr lang="en-US" sz="3600" b="1">
                <a:solidFill>
                  <a:schemeClr val="dk1"/>
                </a:solidFill>
                <a:latin typeface="Calibri"/>
                <a:ea typeface="Calibri"/>
                <a:cs typeface="Calibri"/>
                <a:sym typeface="Cambria"/>
              </a:rPr>
              <a:t>= 5</a:t>
            </a:r>
            <a:endParaRPr sz="3600">
              <a:solidFill>
                <a:schemeClr val="dk1"/>
              </a:solidFill>
              <a:latin typeface="Calibri"/>
              <a:ea typeface="Calibri"/>
              <a:cs typeface="Calibri"/>
              <a:sym typeface="Calibri"/>
            </a:endParaRPr>
          </a:p>
        </p:txBody>
      </p:sp>
      <p:sp>
        <p:nvSpPr>
          <p:cNvPr id="736" name="Google Shape;736;p21"/>
          <p:cNvSpPr/>
          <p:nvPr/>
        </p:nvSpPr>
        <p:spPr>
          <a:xfrm>
            <a:off x="6199632" y="3429000"/>
            <a:ext cx="2606040" cy="2743200"/>
          </a:xfrm>
          <a:prstGeom prst="rect">
            <a:avLst/>
          </a:prstGeom>
          <a:solidFill>
            <a:schemeClr val="accent2">
              <a:alpha val="20000"/>
            </a:scheme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37" name="Google Shape;737;p21"/>
          <p:cNvSpPr/>
          <p:nvPr/>
        </p:nvSpPr>
        <p:spPr>
          <a:xfrm>
            <a:off x="6382512" y="3648456"/>
            <a:ext cx="201168" cy="20116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38" name="Google Shape;738;p21"/>
          <p:cNvSpPr txBox="1"/>
          <p:nvPr/>
        </p:nvSpPr>
        <p:spPr>
          <a:xfrm>
            <a:off x="6675120" y="3575304"/>
            <a:ext cx="2057400" cy="347472"/>
          </a:xfrm>
          <a:prstGeom prst="rect">
            <a:avLst/>
          </a:prstGeom>
          <a:noFill/>
          <a:ln>
            <a:noFill/>
          </a:ln>
        </p:spPr>
        <p:txBody>
          <a:bodyPr spcFirstLastPara="1" wrap="square" lIns="0" tIns="0" rIns="0" bIns="0" anchor="ctr" anchorCtr="0">
            <a:noAutofit/>
          </a:bodyPr>
          <a:lstStyle/>
          <a:p>
            <a:pPr>
              <a:buClr>
                <a:schemeClr val="dk1"/>
              </a:buClr>
              <a:buSzPts val="1700"/>
            </a:pPr>
            <a:r>
              <a:rPr lang="en-US" sz="1733" b="1">
                <a:solidFill>
                  <a:schemeClr val="dk1"/>
                </a:solidFill>
                <a:latin typeface="Calibri"/>
                <a:ea typeface="Calibri"/>
                <a:cs typeface="Calibri"/>
                <a:sym typeface="Calibri"/>
              </a:rPr>
              <a:t>False positive (FP)</a:t>
            </a:r>
            <a:endParaRPr sz="1733">
              <a:solidFill>
                <a:schemeClr val="dk1"/>
              </a:solidFill>
              <a:latin typeface="Calibri"/>
              <a:ea typeface="Calibri"/>
              <a:cs typeface="Calibri"/>
              <a:sym typeface="Calibri"/>
            </a:endParaRPr>
          </a:p>
        </p:txBody>
      </p:sp>
      <p:sp>
        <p:nvSpPr>
          <p:cNvPr id="739" name="Google Shape;739;p21"/>
          <p:cNvSpPr txBox="1"/>
          <p:nvPr/>
        </p:nvSpPr>
        <p:spPr>
          <a:xfrm>
            <a:off x="6382512" y="4050792"/>
            <a:ext cx="2240280" cy="566928"/>
          </a:xfrm>
          <a:prstGeom prst="rect">
            <a:avLst/>
          </a:prstGeom>
          <a:noFill/>
          <a:ln>
            <a:noFill/>
          </a:ln>
        </p:spPr>
        <p:txBody>
          <a:bodyPr spcFirstLastPara="1" wrap="square" lIns="0" tIns="0" rIns="0" bIns="0" anchor="t" anchorCtr="0">
            <a:noAutofit/>
          </a:bodyPr>
          <a:lstStyle/>
          <a:p>
            <a:pPr>
              <a:buClr>
                <a:schemeClr val="dk1"/>
              </a:buClr>
              <a:buSzPts val="1600"/>
            </a:pPr>
            <a:r>
              <a:rPr lang="en-US" sz="1600">
                <a:solidFill>
                  <a:schemeClr val="dk1"/>
                </a:solidFill>
                <a:latin typeface="Calibri"/>
                <a:ea typeface="Calibri"/>
                <a:cs typeface="Calibri"/>
                <a:sym typeface="Calibri"/>
              </a:rPr>
              <a:t>Truly not blocked, predicted blocked.</a:t>
            </a:r>
            <a:endParaRPr sz="1600">
              <a:solidFill>
                <a:schemeClr val="dk1"/>
              </a:solidFill>
              <a:latin typeface="Calibri"/>
              <a:ea typeface="Calibri"/>
              <a:cs typeface="Calibri"/>
              <a:sym typeface="Calibri"/>
            </a:endParaRPr>
          </a:p>
        </p:txBody>
      </p:sp>
      <p:sp>
        <p:nvSpPr>
          <p:cNvPr id="740" name="Google Shape;740;p21"/>
          <p:cNvSpPr txBox="1"/>
          <p:nvPr/>
        </p:nvSpPr>
        <p:spPr>
          <a:xfrm>
            <a:off x="6382512" y="4636008"/>
            <a:ext cx="2240280" cy="457200"/>
          </a:xfrm>
          <a:prstGeom prst="rect">
            <a:avLst/>
          </a:prstGeom>
          <a:noFill/>
          <a:ln>
            <a:noFill/>
          </a:ln>
        </p:spPr>
        <p:txBody>
          <a:bodyPr spcFirstLastPara="1" wrap="square" lIns="0" tIns="0" rIns="0" bIns="0" anchor="t" anchorCtr="0">
            <a:noAutofit/>
          </a:bodyPr>
          <a:lstStyle/>
          <a:p>
            <a:pPr>
              <a:buClr>
                <a:schemeClr val="accent6"/>
              </a:buClr>
              <a:buSzPts val="1400"/>
            </a:pPr>
            <a:r>
              <a:rPr lang="en-US" sz="1400">
                <a:solidFill>
                  <a:schemeClr val="accent6"/>
                </a:solidFill>
                <a:latin typeface="Calibri"/>
                <a:ea typeface="Calibri"/>
                <a:cs typeface="Calibri"/>
                <a:sym typeface="Calibri"/>
              </a:rPr>
              <a:t>(blocked column, not in blocked row)</a:t>
            </a:r>
            <a:endParaRPr sz="1400">
              <a:solidFill>
                <a:schemeClr val="dk1"/>
              </a:solidFill>
              <a:latin typeface="Calibri"/>
              <a:ea typeface="Calibri"/>
              <a:cs typeface="Calibri"/>
              <a:sym typeface="Calibri"/>
            </a:endParaRPr>
          </a:p>
        </p:txBody>
      </p:sp>
      <p:sp>
        <p:nvSpPr>
          <p:cNvPr id="741" name="Google Shape;741;p21"/>
          <p:cNvSpPr txBox="1"/>
          <p:nvPr/>
        </p:nvSpPr>
        <p:spPr>
          <a:xfrm>
            <a:off x="6382512" y="5257800"/>
            <a:ext cx="2240280" cy="274320"/>
          </a:xfrm>
          <a:prstGeom prst="rect">
            <a:avLst/>
          </a:prstGeom>
          <a:noFill/>
          <a:ln>
            <a:noFill/>
          </a:ln>
        </p:spPr>
        <p:txBody>
          <a:bodyPr spcFirstLastPara="1" wrap="square" lIns="0" tIns="0" rIns="0" bIns="0" anchor="ctr" anchorCtr="0">
            <a:noAutofit/>
          </a:bodyPr>
          <a:lstStyle/>
          <a:p>
            <a:pPr>
              <a:buClr>
                <a:schemeClr val="accent6"/>
              </a:buClr>
              <a:buSzPts val="1600"/>
            </a:pPr>
            <a:r>
              <a:rPr lang="en-US" sz="1600">
                <a:solidFill>
                  <a:schemeClr val="accent6"/>
                </a:solidFill>
                <a:latin typeface="Calibri"/>
                <a:ea typeface="Calibri"/>
                <a:cs typeface="Calibri"/>
                <a:sym typeface="Calibri"/>
              </a:rPr>
              <a:t>= 5 + 5</a:t>
            </a:r>
            <a:endParaRPr sz="1600">
              <a:solidFill>
                <a:schemeClr val="dk1"/>
              </a:solidFill>
              <a:latin typeface="Calibri"/>
              <a:ea typeface="Calibri"/>
              <a:cs typeface="Calibri"/>
              <a:sym typeface="Calibri"/>
            </a:endParaRPr>
          </a:p>
        </p:txBody>
      </p:sp>
      <p:sp>
        <p:nvSpPr>
          <p:cNvPr id="742" name="Google Shape;742;p21"/>
          <p:cNvSpPr txBox="1"/>
          <p:nvPr/>
        </p:nvSpPr>
        <p:spPr>
          <a:xfrm>
            <a:off x="6382512" y="5532120"/>
            <a:ext cx="2240280" cy="548640"/>
          </a:xfrm>
          <a:prstGeom prst="rect">
            <a:avLst/>
          </a:prstGeom>
          <a:noFill/>
          <a:ln>
            <a:noFill/>
          </a:ln>
        </p:spPr>
        <p:txBody>
          <a:bodyPr spcFirstLastPara="1" wrap="square" lIns="0" tIns="0" rIns="0" bIns="0" anchor="ctr" anchorCtr="0">
            <a:noAutofit/>
          </a:bodyPr>
          <a:lstStyle/>
          <a:p>
            <a:pPr>
              <a:buClr>
                <a:schemeClr val="dk1"/>
              </a:buClr>
              <a:buSzPts val="3600"/>
            </a:pPr>
            <a:r>
              <a:rPr lang="en-US" sz="3600" b="1">
                <a:solidFill>
                  <a:schemeClr val="dk1"/>
                </a:solidFill>
                <a:latin typeface="Calibri"/>
                <a:ea typeface="Calibri"/>
                <a:cs typeface="Calibri"/>
                <a:sym typeface="Cambria"/>
              </a:rPr>
              <a:t>= 10</a:t>
            </a:r>
            <a:endParaRPr sz="3600">
              <a:solidFill>
                <a:schemeClr val="dk1"/>
              </a:solidFill>
              <a:latin typeface="Calibri"/>
              <a:ea typeface="Calibri"/>
              <a:cs typeface="Calibri"/>
              <a:sym typeface="Calibri"/>
            </a:endParaRPr>
          </a:p>
        </p:txBody>
      </p:sp>
      <p:sp>
        <p:nvSpPr>
          <p:cNvPr id="743" name="Google Shape;743;p21"/>
          <p:cNvSpPr/>
          <p:nvPr/>
        </p:nvSpPr>
        <p:spPr>
          <a:xfrm>
            <a:off x="9025128" y="3429000"/>
            <a:ext cx="2606040" cy="274320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44" name="Google Shape;744;p21"/>
          <p:cNvSpPr/>
          <p:nvPr/>
        </p:nvSpPr>
        <p:spPr>
          <a:xfrm>
            <a:off x="9208008" y="3648456"/>
            <a:ext cx="201168" cy="201168"/>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45" name="Google Shape;745;p21"/>
          <p:cNvSpPr txBox="1"/>
          <p:nvPr/>
        </p:nvSpPr>
        <p:spPr>
          <a:xfrm>
            <a:off x="9500616" y="3575304"/>
            <a:ext cx="2057400" cy="347472"/>
          </a:xfrm>
          <a:prstGeom prst="rect">
            <a:avLst/>
          </a:prstGeom>
          <a:noFill/>
          <a:ln>
            <a:noFill/>
          </a:ln>
        </p:spPr>
        <p:txBody>
          <a:bodyPr spcFirstLastPara="1" wrap="square" lIns="0" tIns="0" rIns="0" bIns="0" anchor="ctr" anchorCtr="0">
            <a:noAutofit/>
          </a:bodyPr>
          <a:lstStyle/>
          <a:p>
            <a:pPr>
              <a:buClr>
                <a:schemeClr val="dk1"/>
              </a:buClr>
              <a:buSzPts val="1700"/>
            </a:pPr>
            <a:r>
              <a:rPr lang="en-US" sz="1733" b="1">
                <a:solidFill>
                  <a:schemeClr val="dk1"/>
                </a:solidFill>
                <a:latin typeface="Calibri"/>
                <a:ea typeface="Calibri"/>
                <a:cs typeface="Calibri"/>
                <a:sym typeface="Calibri"/>
              </a:rPr>
              <a:t>True negative (TN)</a:t>
            </a:r>
            <a:endParaRPr sz="1733">
              <a:solidFill>
                <a:schemeClr val="dk1"/>
              </a:solidFill>
              <a:latin typeface="Calibri"/>
              <a:ea typeface="Calibri"/>
              <a:cs typeface="Calibri"/>
              <a:sym typeface="Calibri"/>
            </a:endParaRPr>
          </a:p>
        </p:txBody>
      </p:sp>
      <p:sp>
        <p:nvSpPr>
          <p:cNvPr id="746" name="Google Shape;746;p21"/>
          <p:cNvSpPr txBox="1"/>
          <p:nvPr/>
        </p:nvSpPr>
        <p:spPr>
          <a:xfrm>
            <a:off x="9208008" y="4050792"/>
            <a:ext cx="2240280" cy="566928"/>
          </a:xfrm>
          <a:prstGeom prst="rect">
            <a:avLst/>
          </a:prstGeom>
          <a:noFill/>
          <a:ln>
            <a:noFill/>
          </a:ln>
        </p:spPr>
        <p:txBody>
          <a:bodyPr spcFirstLastPara="1" wrap="square" lIns="0" tIns="0" rIns="0" bIns="0" anchor="t" anchorCtr="0">
            <a:noAutofit/>
          </a:bodyPr>
          <a:lstStyle/>
          <a:p>
            <a:pPr>
              <a:buClr>
                <a:schemeClr val="dk1"/>
              </a:buClr>
              <a:buSzPts val="1600"/>
            </a:pPr>
            <a:r>
              <a:rPr lang="en-US" sz="1600">
                <a:solidFill>
                  <a:schemeClr val="dk1"/>
                </a:solidFill>
                <a:latin typeface="Calibri"/>
                <a:ea typeface="Calibri"/>
                <a:cs typeface="Calibri"/>
                <a:sym typeface="Calibri"/>
              </a:rPr>
              <a:t>Truly not blocked, predicted not blocked.</a:t>
            </a:r>
            <a:endParaRPr sz="1600">
              <a:solidFill>
                <a:schemeClr val="dk1"/>
              </a:solidFill>
              <a:latin typeface="Calibri"/>
              <a:ea typeface="Calibri"/>
              <a:cs typeface="Calibri"/>
              <a:sym typeface="Calibri"/>
            </a:endParaRPr>
          </a:p>
        </p:txBody>
      </p:sp>
      <p:sp>
        <p:nvSpPr>
          <p:cNvPr id="747" name="Google Shape;747;p21"/>
          <p:cNvSpPr txBox="1"/>
          <p:nvPr/>
        </p:nvSpPr>
        <p:spPr>
          <a:xfrm>
            <a:off x="9208008" y="4636008"/>
            <a:ext cx="2240280" cy="457200"/>
          </a:xfrm>
          <a:prstGeom prst="rect">
            <a:avLst/>
          </a:prstGeom>
          <a:noFill/>
          <a:ln>
            <a:noFill/>
          </a:ln>
        </p:spPr>
        <p:txBody>
          <a:bodyPr spcFirstLastPara="1" wrap="square" lIns="0" tIns="0" rIns="0" bIns="0" anchor="t" anchorCtr="0">
            <a:noAutofit/>
          </a:bodyPr>
          <a:lstStyle/>
          <a:p>
            <a:pPr>
              <a:buClr>
                <a:schemeClr val="accent6"/>
              </a:buClr>
              <a:buSzPts val="1400"/>
            </a:pPr>
            <a:r>
              <a:rPr lang="en-US" sz="1400">
                <a:solidFill>
                  <a:schemeClr val="accent6"/>
                </a:solidFill>
                <a:latin typeface="Calibri"/>
                <a:ea typeface="Calibri"/>
                <a:cs typeface="Calibri"/>
                <a:sym typeface="Calibri"/>
              </a:rPr>
              <a:t>(all other cells)</a:t>
            </a:r>
            <a:endParaRPr sz="1400">
              <a:solidFill>
                <a:schemeClr val="dk1"/>
              </a:solidFill>
              <a:latin typeface="Calibri"/>
              <a:ea typeface="Calibri"/>
              <a:cs typeface="Calibri"/>
              <a:sym typeface="Calibri"/>
            </a:endParaRPr>
          </a:p>
        </p:txBody>
      </p:sp>
      <p:sp>
        <p:nvSpPr>
          <p:cNvPr id="748" name="Google Shape;748;p21"/>
          <p:cNvSpPr txBox="1"/>
          <p:nvPr/>
        </p:nvSpPr>
        <p:spPr>
          <a:xfrm>
            <a:off x="9208008" y="5257800"/>
            <a:ext cx="2240280" cy="274320"/>
          </a:xfrm>
          <a:prstGeom prst="rect">
            <a:avLst/>
          </a:prstGeom>
          <a:noFill/>
          <a:ln>
            <a:noFill/>
          </a:ln>
        </p:spPr>
        <p:txBody>
          <a:bodyPr spcFirstLastPara="1" wrap="square" lIns="0" tIns="0" rIns="0" bIns="0" anchor="ctr" anchorCtr="0">
            <a:noAutofit/>
          </a:bodyPr>
          <a:lstStyle/>
          <a:p>
            <a:pPr>
              <a:buClr>
                <a:schemeClr val="accent6"/>
              </a:buClr>
              <a:buSzPts val="1600"/>
            </a:pPr>
            <a:r>
              <a:rPr lang="en-US" sz="1600">
                <a:solidFill>
                  <a:schemeClr val="accent6"/>
                </a:solidFill>
                <a:latin typeface="Calibri"/>
                <a:ea typeface="Calibri"/>
                <a:cs typeface="Calibri"/>
                <a:sym typeface="Calibri"/>
              </a:rPr>
              <a:t>= 920 + 15 + 10 + 35</a:t>
            </a:r>
            <a:endParaRPr sz="1600">
              <a:solidFill>
                <a:schemeClr val="dk1"/>
              </a:solidFill>
              <a:latin typeface="Calibri"/>
              <a:ea typeface="Calibri"/>
              <a:cs typeface="Calibri"/>
              <a:sym typeface="Calibri"/>
            </a:endParaRPr>
          </a:p>
        </p:txBody>
      </p:sp>
      <p:sp>
        <p:nvSpPr>
          <p:cNvPr id="749" name="Google Shape;749;p21"/>
          <p:cNvSpPr txBox="1"/>
          <p:nvPr/>
        </p:nvSpPr>
        <p:spPr>
          <a:xfrm>
            <a:off x="9208008" y="5532120"/>
            <a:ext cx="2240280" cy="548640"/>
          </a:xfrm>
          <a:prstGeom prst="rect">
            <a:avLst/>
          </a:prstGeom>
          <a:noFill/>
          <a:ln>
            <a:noFill/>
          </a:ln>
        </p:spPr>
        <p:txBody>
          <a:bodyPr spcFirstLastPara="1" wrap="square" lIns="0" tIns="0" rIns="0" bIns="0" anchor="ctr" anchorCtr="0">
            <a:noAutofit/>
          </a:bodyPr>
          <a:lstStyle/>
          <a:p>
            <a:pPr>
              <a:buClr>
                <a:schemeClr val="dk1"/>
              </a:buClr>
              <a:buSzPts val="3600"/>
            </a:pPr>
            <a:r>
              <a:rPr lang="en-US" sz="3600" b="1">
                <a:solidFill>
                  <a:schemeClr val="dk1"/>
                </a:solidFill>
                <a:latin typeface="Calibri"/>
                <a:ea typeface="Calibri"/>
                <a:cs typeface="Calibri"/>
                <a:sym typeface="Cambria"/>
              </a:rPr>
              <a:t>= 980</a:t>
            </a:r>
            <a:endParaRPr sz="3600">
              <a:solidFill>
                <a:schemeClr val="dk1"/>
              </a:solidFill>
              <a:latin typeface="Calibri"/>
              <a:ea typeface="Calibri"/>
              <a:cs typeface="Calibri"/>
              <a:sym typeface="Calibri"/>
            </a:endParaRPr>
          </a:p>
        </p:txBody>
      </p:sp>
      <p:sp>
        <p:nvSpPr>
          <p:cNvPr id="750" name="Google Shape;750;p21"/>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43</a:t>
            </a:fld>
            <a:endParaRPr sz="1067">
              <a:solidFill>
                <a:schemeClr val="accent5"/>
              </a:solidFill>
              <a:latin typeface="Calibri"/>
              <a:ea typeface="Calibri"/>
              <a:cs typeface="Calibri"/>
              <a:sym typeface="Calibri"/>
            </a:endParaRPr>
          </a:p>
        </p:txBody>
      </p:sp>
    </p:spTree>
    <p:extLst>
      <p:ext uri="{BB962C8B-B14F-4D97-AF65-F5344CB8AC3E}">
        <p14:creationId xmlns:p14="http://schemas.microsoft.com/office/powerpoint/2010/main" val="17238819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p22"/>
          <p:cNvSpPr txBox="1"/>
          <p:nvPr/>
        </p:nvSpPr>
        <p:spPr>
          <a:xfrm>
            <a:off x="731520" y="1767840"/>
            <a:ext cx="1828800" cy="487680"/>
          </a:xfrm>
          <a:prstGeom prst="rect">
            <a:avLst/>
          </a:prstGeom>
          <a:noFill/>
          <a:ln>
            <a:noFill/>
          </a:ln>
        </p:spPr>
        <p:txBody>
          <a:bodyPr spcFirstLastPara="1" wrap="square" lIns="0" tIns="0" rIns="0" bIns="0" anchor="ctr" anchorCtr="0">
            <a:noAutofit/>
          </a:bodyPr>
          <a:lstStyle/>
          <a:p>
            <a:pPr>
              <a:buClr>
                <a:schemeClr val="accent5"/>
              </a:buClr>
              <a:buSzPts val="2000"/>
            </a:pPr>
            <a:r>
              <a:rPr lang="en-US" sz="2667" b="1">
                <a:solidFill>
                  <a:srgbClr val="F2A33A"/>
                </a:solidFill>
                <a:latin typeface="Calibri"/>
                <a:ea typeface="Calibri"/>
                <a:cs typeface="Calibri"/>
                <a:sym typeface="Calibri"/>
              </a:rPr>
              <a:t>03</a:t>
            </a:r>
            <a:endParaRPr sz="2000">
              <a:solidFill>
                <a:schemeClr val="dk1"/>
              </a:solidFill>
              <a:latin typeface="Calibri"/>
              <a:ea typeface="Calibri"/>
              <a:cs typeface="Calibri"/>
              <a:sym typeface="Calibri"/>
            </a:endParaRPr>
          </a:p>
        </p:txBody>
      </p:sp>
      <p:sp>
        <p:nvSpPr>
          <p:cNvPr id="757" name="Google Shape;757;p22"/>
          <p:cNvSpPr txBox="1">
            <a:spLocks noGrp="1"/>
          </p:cNvSpPr>
          <p:nvPr>
            <p:ph type="title"/>
          </p:nvPr>
        </p:nvSpPr>
        <p:spPr>
          <a:xfrm>
            <a:off x="731520" y="2560320"/>
            <a:ext cx="6400000" cy="1097280"/>
          </a:xfrm>
          <a:prstGeom prst="rect">
            <a:avLst/>
          </a:prstGeom>
          <a:noFill/>
          <a:ln>
            <a:noFill/>
          </a:ln>
        </p:spPr>
        <p:txBody>
          <a:bodyPr spcFirstLastPara="1" wrap="square" lIns="0" tIns="0" rIns="0" bIns="0" rtlCol="0" anchor="ctr" anchorCtr="0">
            <a:noAutofit/>
          </a:bodyPr>
          <a:lstStyle/>
          <a:p>
            <a:r>
              <a:rPr lang="en-US" sz="5333">
                <a:solidFill>
                  <a:srgbClr val="FFFFFF"/>
                </a:solidFill>
              </a:rPr>
              <a:t>Precision</a:t>
            </a:r>
            <a:endParaRPr/>
          </a:p>
        </p:txBody>
      </p:sp>
      <p:sp>
        <p:nvSpPr>
          <p:cNvPr id="758" name="Google Shape;758;p22"/>
          <p:cNvSpPr/>
          <p:nvPr/>
        </p:nvSpPr>
        <p:spPr>
          <a:xfrm>
            <a:off x="7635240" y="1490472"/>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59" name="Google Shape;759;p22"/>
          <p:cNvSpPr/>
          <p:nvPr/>
        </p:nvSpPr>
        <p:spPr>
          <a:xfrm>
            <a:off x="8202168"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60" name="Google Shape;760;p22"/>
          <p:cNvSpPr/>
          <p:nvPr/>
        </p:nvSpPr>
        <p:spPr>
          <a:xfrm>
            <a:off x="8769096" y="1490472"/>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61" name="Google Shape;761;p22"/>
          <p:cNvSpPr/>
          <p:nvPr/>
        </p:nvSpPr>
        <p:spPr>
          <a:xfrm>
            <a:off x="9336024"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62" name="Google Shape;762;p22"/>
          <p:cNvSpPr/>
          <p:nvPr/>
        </p:nvSpPr>
        <p:spPr>
          <a:xfrm>
            <a:off x="9902952"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63" name="Google Shape;763;p22"/>
          <p:cNvSpPr/>
          <p:nvPr/>
        </p:nvSpPr>
        <p:spPr>
          <a:xfrm>
            <a:off x="10469880"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64" name="Google Shape;764;p22"/>
          <p:cNvSpPr/>
          <p:nvPr/>
        </p:nvSpPr>
        <p:spPr>
          <a:xfrm>
            <a:off x="11036808" y="1490472"/>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65" name="Google Shape;765;p22"/>
          <p:cNvSpPr/>
          <p:nvPr/>
        </p:nvSpPr>
        <p:spPr>
          <a:xfrm>
            <a:off x="7635240"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66" name="Google Shape;766;p22"/>
          <p:cNvSpPr/>
          <p:nvPr/>
        </p:nvSpPr>
        <p:spPr>
          <a:xfrm>
            <a:off x="8202168"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67" name="Google Shape;767;p22"/>
          <p:cNvSpPr/>
          <p:nvPr/>
        </p:nvSpPr>
        <p:spPr>
          <a:xfrm>
            <a:off x="8769096" y="2057400"/>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68" name="Google Shape;768;p22"/>
          <p:cNvSpPr/>
          <p:nvPr/>
        </p:nvSpPr>
        <p:spPr>
          <a:xfrm>
            <a:off x="9336024"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69" name="Google Shape;769;p22"/>
          <p:cNvSpPr/>
          <p:nvPr/>
        </p:nvSpPr>
        <p:spPr>
          <a:xfrm>
            <a:off x="9902952"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70" name="Google Shape;770;p22"/>
          <p:cNvSpPr/>
          <p:nvPr/>
        </p:nvSpPr>
        <p:spPr>
          <a:xfrm>
            <a:off x="10469880" y="2057400"/>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71" name="Google Shape;771;p22"/>
          <p:cNvSpPr/>
          <p:nvPr/>
        </p:nvSpPr>
        <p:spPr>
          <a:xfrm>
            <a:off x="11036808"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72" name="Google Shape;772;p22"/>
          <p:cNvSpPr/>
          <p:nvPr/>
        </p:nvSpPr>
        <p:spPr>
          <a:xfrm>
            <a:off x="7635240" y="2624328"/>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73" name="Google Shape;773;p22"/>
          <p:cNvSpPr/>
          <p:nvPr/>
        </p:nvSpPr>
        <p:spPr>
          <a:xfrm>
            <a:off x="8202168"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74" name="Google Shape;774;p22"/>
          <p:cNvSpPr/>
          <p:nvPr/>
        </p:nvSpPr>
        <p:spPr>
          <a:xfrm>
            <a:off x="8769096"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75" name="Google Shape;775;p22"/>
          <p:cNvSpPr/>
          <p:nvPr/>
        </p:nvSpPr>
        <p:spPr>
          <a:xfrm>
            <a:off x="9336024"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76" name="Google Shape;776;p22"/>
          <p:cNvSpPr/>
          <p:nvPr/>
        </p:nvSpPr>
        <p:spPr>
          <a:xfrm>
            <a:off x="9902952"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77" name="Google Shape;777;p22"/>
          <p:cNvSpPr/>
          <p:nvPr/>
        </p:nvSpPr>
        <p:spPr>
          <a:xfrm>
            <a:off x="10469880"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78" name="Google Shape;778;p22"/>
          <p:cNvSpPr/>
          <p:nvPr/>
        </p:nvSpPr>
        <p:spPr>
          <a:xfrm>
            <a:off x="11036808"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79" name="Google Shape;779;p22"/>
          <p:cNvSpPr/>
          <p:nvPr/>
        </p:nvSpPr>
        <p:spPr>
          <a:xfrm>
            <a:off x="7635240"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80" name="Google Shape;780;p22"/>
          <p:cNvSpPr/>
          <p:nvPr/>
        </p:nvSpPr>
        <p:spPr>
          <a:xfrm>
            <a:off x="8202168"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81" name="Google Shape;781;p22"/>
          <p:cNvSpPr/>
          <p:nvPr/>
        </p:nvSpPr>
        <p:spPr>
          <a:xfrm>
            <a:off x="8769096" y="3191256"/>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82" name="Google Shape;782;p22"/>
          <p:cNvSpPr/>
          <p:nvPr/>
        </p:nvSpPr>
        <p:spPr>
          <a:xfrm>
            <a:off x="9336024"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83" name="Google Shape;783;p22"/>
          <p:cNvSpPr/>
          <p:nvPr/>
        </p:nvSpPr>
        <p:spPr>
          <a:xfrm>
            <a:off x="9902952"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84" name="Google Shape;784;p22"/>
          <p:cNvSpPr/>
          <p:nvPr/>
        </p:nvSpPr>
        <p:spPr>
          <a:xfrm>
            <a:off x="10469880" y="3191256"/>
            <a:ext cx="475488" cy="475488"/>
          </a:xfrm>
          <a:prstGeom prst="rect">
            <a:avLst/>
          </a:pr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85" name="Google Shape;785;p22"/>
          <p:cNvSpPr/>
          <p:nvPr/>
        </p:nvSpPr>
        <p:spPr>
          <a:xfrm>
            <a:off x="11036808"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86" name="Google Shape;786;p22"/>
          <p:cNvSpPr/>
          <p:nvPr/>
        </p:nvSpPr>
        <p:spPr>
          <a:xfrm>
            <a:off x="7635240"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87" name="Google Shape;787;p22"/>
          <p:cNvSpPr/>
          <p:nvPr/>
        </p:nvSpPr>
        <p:spPr>
          <a:xfrm>
            <a:off x="8202168"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88" name="Google Shape;788;p22"/>
          <p:cNvSpPr/>
          <p:nvPr/>
        </p:nvSpPr>
        <p:spPr>
          <a:xfrm>
            <a:off x="8769096"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89" name="Google Shape;789;p22"/>
          <p:cNvSpPr/>
          <p:nvPr/>
        </p:nvSpPr>
        <p:spPr>
          <a:xfrm>
            <a:off x="9336024"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90" name="Google Shape;790;p22"/>
          <p:cNvSpPr/>
          <p:nvPr/>
        </p:nvSpPr>
        <p:spPr>
          <a:xfrm>
            <a:off x="9902952" y="3758184"/>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91" name="Google Shape;791;p22"/>
          <p:cNvSpPr/>
          <p:nvPr/>
        </p:nvSpPr>
        <p:spPr>
          <a:xfrm>
            <a:off x="10469880"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92" name="Google Shape;792;p22"/>
          <p:cNvSpPr/>
          <p:nvPr/>
        </p:nvSpPr>
        <p:spPr>
          <a:xfrm>
            <a:off x="11036808"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93" name="Google Shape;793;p22"/>
          <p:cNvSpPr/>
          <p:nvPr/>
        </p:nvSpPr>
        <p:spPr>
          <a:xfrm>
            <a:off x="7635240"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94" name="Google Shape;794;p22"/>
          <p:cNvSpPr/>
          <p:nvPr/>
        </p:nvSpPr>
        <p:spPr>
          <a:xfrm>
            <a:off x="8202168"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95" name="Google Shape;795;p22"/>
          <p:cNvSpPr/>
          <p:nvPr/>
        </p:nvSpPr>
        <p:spPr>
          <a:xfrm>
            <a:off x="8769096"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96" name="Google Shape;796;p22"/>
          <p:cNvSpPr/>
          <p:nvPr/>
        </p:nvSpPr>
        <p:spPr>
          <a:xfrm>
            <a:off x="9336024"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97" name="Google Shape;797;p22"/>
          <p:cNvSpPr/>
          <p:nvPr/>
        </p:nvSpPr>
        <p:spPr>
          <a:xfrm>
            <a:off x="9902952"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98" name="Google Shape;798;p22"/>
          <p:cNvSpPr/>
          <p:nvPr/>
        </p:nvSpPr>
        <p:spPr>
          <a:xfrm>
            <a:off x="10469880"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799" name="Google Shape;799;p22"/>
          <p:cNvSpPr/>
          <p:nvPr/>
        </p:nvSpPr>
        <p:spPr>
          <a:xfrm>
            <a:off x="11036808" y="4325112"/>
            <a:ext cx="475488" cy="475488"/>
          </a:xfrm>
          <a:prstGeom prst="rect">
            <a:avLst/>
          </a:pr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00" name="Google Shape;800;p22"/>
          <p:cNvSpPr/>
          <p:nvPr/>
        </p:nvSpPr>
        <p:spPr>
          <a:xfrm>
            <a:off x="7635240" y="4892040"/>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01" name="Google Shape;801;p22"/>
          <p:cNvSpPr/>
          <p:nvPr/>
        </p:nvSpPr>
        <p:spPr>
          <a:xfrm>
            <a:off x="8202168"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02" name="Google Shape;802;p22"/>
          <p:cNvSpPr/>
          <p:nvPr/>
        </p:nvSpPr>
        <p:spPr>
          <a:xfrm>
            <a:off x="8769096"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03" name="Google Shape;803;p22"/>
          <p:cNvSpPr/>
          <p:nvPr/>
        </p:nvSpPr>
        <p:spPr>
          <a:xfrm>
            <a:off x="9336024"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04" name="Google Shape;804;p22"/>
          <p:cNvSpPr/>
          <p:nvPr/>
        </p:nvSpPr>
        <p:spPr>
          <a:xfrm>
            <a:off x="9902952"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05" name="Google Shape;805;p22"/>
          <p:cNvSpPr/>
          <p:nvPr/>
        </p:nvSpPr>
        <p:spPr>
          <a:xfrm>
            <a:off x="10469880"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06" name="Google Shape;806;p22"/>
          <p:cNvSpPr/>
          <p:nvPr/>
        </p:nvSpPr>
        <p:spPr>
          <a:xfrm>
            <a:off x="11036808"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07" name="Google Shape;807;p22"/>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44</a:t>
            </a:fld>
            <a:endParaRPr sz="1067">
              <a:solidFill>
                <a:schemeClr val="accent5"/>
              </a:solidFill>
              <a:latin typeface="Calibri"/>
              <a:ea typeface="Calibri"/>
              <a:cs typeface="Calibri"/>
              <a:sym typeface="Calibri"/>
            </a:endParaRPr>
          </a:p>
        </p:txBody>
      </p:sp>
      <p:sp>
        <p:nvSpPr>
          <p:cNvPr id="808" name="Rectangle 807"/>
          <p:cNvSpPr/>
          <p:nvPr/>
        </p:nvSpPr>
        <p:spPr>
          <a:xfrm>
            <a:off x="731520" y="2377440"/>
            <a:ext cx="1097280" cy="85344"/>
          </a:xfrm>
          <a:prstGeom prst="rect">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Tree>
    <p:extLst>
      <p:ext uri="{BB962C8B-B14F-4D97-AF65-F5344CB8AC3E}">
        <p14:creationId xmlns:p14="http://schemas.microsoft.com/office/powerpoint/2010/main" val="26322628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25" name="Rectangle 824"/>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13" name="Google Shape;813;p23"/>
          <p:cNvSpPr txBox="1">
            <a:spLocks noGrp="1"/>
          </p:cNvSpPr>
          <p:nvPr>
            <p:ph type="title"/>
          </p:nvPr>
        </p:nvSpPr>
        <p:spPr>
          <a:xfrm>
            <a:off x="731520" y="365760"/>
            <a:ext cx="10728960" cy="853440"/>
          </a:xfrm>
          <a:prstGeom prst="rect">
            <a:avLst/>
          </a:prstGeom>
          <a:noFill/>
          <a:ln>
            <a:noFill/>
          </a:ln>
        </p:spPr>
        <p:txBody>
          <a:bodyPr spcFirstLastPara="1" wrap="square" lIns="0" tIns="0" rIns="0" bIns="0" rtlCol="0" anchor="ctr" anchorCtr="0">
            <a:noAutofit/>
          </a:bodyPr>
          <a:lstStyle/>
          <a:p>
            <a:r>
              <a:rPr lang="en-US" sz="2667">
                <a:solidFill>
                  <a:srgbClr val="1B1F3B"/>
                </a:solidFill>
              </a:rPr>
              <a:t>How many of my positive predictions were actually correct?</a:t>
            </a:r>
            <a:endParaRPr/>
          </a:p>
        </p:txBody>
      </p:sp>
      <p:sp>
        <p:nvSpPr>
          <p:cNvPr id="814" name="Google Shape;814;p23"/>
          <p:cNvSpPr/>
          <p:nvPr/>
        </p:nvSpPr>
        <p:spPr>
          <a:xfrm>
            <a:off x="1097280" y="1920240"/>
            <a:ext cx="9966960" cy="420624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15" name="Google Shape;815;p23"/>
          <p:cNvSpPr txBox="1"/>
          <p:nvPr/>
        </p:nvSpPr>
        <p:spPr>
          <a:xfrm>
            <a:off x="3919275" y="2811780"/>
            <a:ext cx="2352485" cy="685800"/>
          </a:xfrm>
          <a:prstGeom prst="rect">
            <a:avLst/>
          </a:prstGeom>
          <a:noFill/>
          <a:ln>
            <a:noFill/>
          </a:ln>
        </p:spPr>
        <p:txBody>
          <a:bodyPr spcFirstLastPara="1" wrap="square" lIns="0" tIns="0" rIns="0" bIns="0" anchor="ctr" anchorCtr="0">
            <a:noAutofit/>
          </a:bodyPr>
          <a:lstStyle/>
          <a:p>
            <a:pPr>
              <a:buClr>
                <a:schemeClr val="dk1"/>
              </a:buClr>
              <a:buSzPts val="4000"/>
            </a:pPr>
            <a:r>
              <a:rPr lang="en-US" sz="4000" b="1">
                <a:solidFill>
                  <a:schemeClr val="dk1"/>
                </a:solidFill>
                <a:latin typeface="Calibri"/>
                <a:ea typeface="Calibri"/>
                <a:cs typeface="Calibri"/>
                <a:sym typeface="Calibri"/>
              </a:rPr>
              <a:t>Precision =</a:t>
            </a:r>
            <a:endParaRPr sz="4000">
              <a:solidFill>
                <a:schemeClr val="dk1"/>
              </a:solidFill>
              <a:latin typeface="Calibri"/>
              <a:ea typeface="Calibri"/>
              <a:cs typeface="Calibri"/>
              <a:sym typeface="Calibri"/>
            </a:endParaRPr>
          </a:p>
        </p:txBody>
      </p:sp>
      <p:sp>
        <p:nvSpPr>
          <p:cNvPr id="816" name="Google Shape;816;p23"/>
          <p:cNvSpPr txBox="1"/>
          <p:nvPr/>
        </p:nvSpPr>
        <p:spPr>
          <a:xfrm>
            <a:off x="6418062" y="2496312"/>
            <a:ext cx="1854359" cy="685800"/>
          </a:xfrm>
          <a:prstGeom prst="rect">
            <a:avLst/>
          </a:prstGeom>
          <a:noFill/>
          <a:ln>
            <a:noFill/>
          </a:ln>
        </p:spPr>
        <p:txBody>
          <a:bodyPr spcFirstLastPara="1" wrap="square" lIns="0" tIns="0" rIns="0" bIns="0" anchor="b" anchorCtr="0">
            <a:noAutofit/>
          </a:bodyPr>
          <a:lstStyle/>
          <a:p>
            <a:pPr algn="ctr">
              <a:buClr>
                <a:schemeClr val="dk1"/>
              </a:buClr>
              <a:buSzPts val="4000"/>
            </a:pPr>
            <a:r>
              <a:rPr lang="en-US" sz="4000">
                <a:solidFill>
                  <a:schemeClr val="dk1"/>
                </a:solidFill>
                <a:latin typeface="Calibri"/>
                <a:ea typeface="Calibri"/>
                <a:cs typeface="Calibri"/>
                <a:sym typeface="Calibri"/>
              </a:rPr>
              <a:t>TP</a:t>
            </a:r>
            <a:endParaRPr sz="4000">
              <a:solidFill>
                <a:schemeClr val="dk1"/>
              </a:solidFill>
              <a:latin typeface="Calibri"/>
              <a:ea typeface="Calibri"/>
              <a:cs typeface="Calibri"/>
              <a:sym typeface="Calibri"/>
            </a:endParaRPr>
          </a:p>
        </p:txBody>
      </p:sp>
      <p:sp>
        <p:nvSpPr>
          <p:cNvPr id="817" name="Google Shape;817;p23"/>
          <p:cNvSpPr txBox="1"/>
          <p:nvPr/>
        </p:nvSpPr>
        <p:spPr>
          <a:xfrm>
            <a:off x="6418062" y="3218688"/>
            <a:ext cx="1854359" cy="685800"/>
          </a:xfrm>
          <a:prstGeom prst="rect">
            <a:avLst/>
          </a:prstGeom>
          <a:noFill/>
          <a:ln>
            <a:noFill/>
          </a:ln>
        </p:spPr>
        <p:txBody>
          <a:bodyPr spcFirstLastPara="1" wrap="square" lIns="0" tIns="0" rIns="0" bIns="0" anchor="t" anchorCtr="0">
            <a:noAutofit/>
          </a:bodyPr>
          <a:lstStyle/>
          <a:p>
            <a:pPr algn="ctr">
              <a:buClr>
                <a:schemeClr val="dk1"/>
              </a:buClr>
              <a:buSzPts val="4000"/>
            </a:pPr>
            <a:r>
              <a:rPr lang="en-US" sz="4000">
                <a:solidFill>
                  <a:schemeClr val="dk1"/>
                </a:solidFill>
                <a:latin typeface="Calibri"/>
                <a:ea typeface="Calibri"/>
                <a:cs typeface="Calibri"/>
                <a:sym typeface="Calibri"/>
              </a:rPr>
              <a:t>TP + FP</a:t>
            </a:r>
            <a:endParaRPr sz="4000">
              <a:solidFill>
                <a:schemeClr val="dk1"/>
              </a:solidFill>
              <a:latin typeface="Calibri"/>
              <a:ea typeface="Calibri"/>
              <a:cs typeface="Calibri"/>
              <a:sym typeface="Calibri"/>
            </a:endParaRPr>
          </a:p>
        </p:txBody>
      </p:sp>
      <p:cxnSp>
        <p:nvCxnSpPr>
          <p:cNvPr id="818" name="Google Shape;818;p23"/>
          <p:cNvCxnSpPr/>
          <p:nvPr/>
        </p:nvCxnSpPr>
        <p:spPr>
          <a:xfrm>
            <a:off x="6463782" y="3200400"/>
            <a:ext cx="1762919" cy="0"/>
          </a:xfrm>
          <a:prstGeom prst="straightConnector1">
            <a:avLst/>
          </a:prstGeom>
          <a:noFill/>
          <a:ln w="19050" cap="flat" cmpd="sng">
            <a:solidFill>
              <a:schemeClr val="dk1"/>
            </a:solidFill>
            <a:prstDash val="solid"/>
            <a:round/>
            <a:headEnd type="none" w="sm" len="sm"/>
            <a:tailEnd type="none" w="sm" len="sm"/>
          </a:ln>
        </p:spPr>
      </p:cxnSp>
      <p:sp>
        <p:nvSpPr>
          <p:cNvPr id="819" name="Google Shape;819;p23"/>
          <p:cNvSpPr txBox="1"/>
          <p:nvPr/>
        </p:nvSpPr>
        <p:spPr>
          <a:xfrm>
            <a:off x="2185470" y="4846320"/>
            <a:ext cx="3490341" cy="548640"/>
          </a:xfrm>
          <a:prstGeom prst="rect">
            <a:avLst/>
          </a:prstGeom>
          <a:noFill/>
          <a:ln>
            <a:noFill/>
          </a:ln>
        </p:spPr>
        <p:txBody>
          <a:bodyPr spcFirstLastPara="1" wrap="square" lIns="0" tIns="0" rIns="0" bIns="0" anchor="ctr" anchorCtr="0">
            <a:noAutofit/>
          </a:bodyPr>
          <a:lstStyle/>
          <a:p>
            <a:pPr>
              <a:buClr>
                <a:schemeClr val="dk1"/>
              </a:buClr>
              <a:buSzPts val="3200"/>
            </a:pPr>
            <a:r>
              <a:rPr lang="en-US" sz="3200">
                <a:solidFill>
                  <a:schemeClr val="dk1"/>
                </a:solidFill>
                <a:latin typeface="Calibri"/>
                <a:ea typeface="Calibri"/>
                <a:cs typeface="Calibri"/>
                <a:sym typeface="Calibri"/>
              </a:rPr>
              <a:t>Example (blocked): =</a:t>
            </a:r>
            <a:endParaRPr sz="3200">
              <a:solidFill>
                <a:schemeClr val="dk1"/>
              </a:solidFill>
              <a:latin typeface="Calibri"/>
              <a:ea typeface="Calibri"/>
              <a:cs typeface="Calibri"/>
              <a:sym typeface="Calibri"/>
            </a:endParaRPr>
          </a:p>
        </p:txBody>
      </p:sp>
      <p:sp>
        <p:nvSpPr>
          <p:cNvPr id="820" name="Google Shape;820;p23"/>
          <p:cNvSpPr txBox="1"/>
          <p:nvPr/>
        </p:nvSpPr>
        <p:spPr>
          <a:xfrm>
            <a:off x="5822115" y="4599432"/>
            <a:ext cx="1369917" cy="548640"/>
          </a:xfrm>
          <a:prstGeom prst="rect">
            <a:avLst/>
          </a:prstGeom>
          <a:noFill/>
          <a:ln>
            <a:noFill/>
          </a:ln>
        </p:spPr>
        <p:txBody>
          <a:bodyPr spcFirstLastPara="1" wrap="square" lIns="0" tIns="0" rIns="0" bIns="0" anchor="b" anchorCtr="0">
            <a:noAutofit/>
          </a:bodyPr>
          <a:lstStyle/>
          <a:p>
            <a:pPr algn="ctr">
              <a:buClr>
                <a:schemeClr val="dk1"/>
              </a:buClr>
              <a:buSzPts val="3200"/>
            </a:pPr>
            <a:r>
              <a:rPr lang="en-US" sz="3200">
                <a:solidFill>
                  <a:schemeClr val="dk1"/>
                </a:solidFill>
                <a:latin typeface="Calibri"/>
                <a:ea typeface="Calibri"/>
                <a:cs typeface="Calibri"/>
                <a:sym typeface="Calibri"/>
              </a:rPr>
              <a:t>5</a:t>
            </a:r>
            <a:endParaRPr sz="3200">
              <a:solidFill>
                <a:schemeClr val="dk1"/>
              </a:solidFill>
              <a:latin typeface="Calibri"/>
              <a:ea typeface="Calibri"/>
              <a:cs typeface="Calibri"/>
              <a:sym typeface="Calibri"/>
            </a:endParaRPr>
          </a:p>
        </p:txBody>
      </p:sp>
      <p:sp>
        <p:nvSpPr>
          <p:cNvPr id="821" name="Google Shape;821;p23"/>
          <p:cNvSpPr txBox="1"/>
          <p:nvPr/>
        </p:nvSpPr>
        <p:spPr>
          <a:xfrm>
            <a:off x="5822115" y="5184648"/>
            <a:ext cx="1369917" cy="548640"/>
          </a:xfrm>
          <a:prstGeom prst="rect">
            <a:avLst/>
          </a:prstGeom>
          <a:noFill/>
          <a:ln>
            <a:noFill/>
          </a:ln>
        </p:spPr>
        <p:txBody>
          <a:bodyPr spcFirstLastPara="1" wrap="square" lIns="0" tIns="0" rIns="0" bIns="0" anchor="t" anchorCtr="0">
            <a:noAutofit/>
          </a:bodyPr>
          <a:lstStyle/>
          <a:p>
            <a:pPr algn="ctr">
              <a:buClr>
                <a:schemeClr val="dk1"/>
              </a:buClr>
              <a:buSzPts val="3200"/>
            </a:pPr>
            <a:r>
              <a:rPr lang="en-US" sz="3200">
                <a:solidFill>
                  <a:schemeClr val="dk1"/>
                </a:solidFill>
                <a:latin typeface="Calibri"/>
                <a:ea typeface="Calibri"/>
                <a:cs typeface="Calibri"/>
                <a:sym typeface="Calibri"/>
              </a:rPr>
              <a:t>5 + 10</a:t>
            </a:r>
            <a:endParaRPr sz="3200">
              <a:solidFill>
                <a:schemeClr val="dk1"/>
              </a:solidFill>
              <a:latin typeface="Calibri"/>
              <a:ea typeface="Calibri"/>
              <a:cs typeface="Calibri"/>
              <a:sym typeface="Calibri"/>
            </a:endParaRPr>
          </a:p>
        </p:txBody>
      </p:sp>
      <p:cxnSp>
        <p:nvCxnSpPr>
          <p:cNvPr id="822" name="Google Shape;822;p23"/>
          <p:cNvCxnSpPr/>
          <p:nvPr/>
        </p:nvCxnSpPr>
        <p:spPr>
          <a:xfrm>
            <a:off x="5867835" y="5166360"/>
            <a:ext cx="1278477" cy="0"/>
          </a:xfrm>
          <a:prstGeom prst="straightConnector1">
            <a:avLst/>
          </a:prstGeom>
          <a:noFill/>
          <a:ln w="19050" cap="flat" cmpd="sng">
            <a:solidFill>
              <a:schemeClr val="dk1"/>
            </a:solidFill>
            <a:prstDash val="solid"/>
            <a:round/>
            <a:headEnd type="none" w="sm" len="sm"/>
            <a:tailEnd type="none" w="sm" len="sm"/>
          </a:ln>
        </p:spPr>
      </p:cxnSp>
      <p:sp>
        <p:nvSpPr>
          <p:cNvPr id="823" name="Google Shape;823;p23"/>
          <p:cNvSpPr txBox="1"/>
          <p:nvPr/>
        </p:nvSpPr>
        <p:spPr>
          <a:xfrm>
            <a:off x="7338337" y="4846320"/>
            <a:ext cx="2667889" cy="548640"/>
          </a:xfrm>
          <a:prstGeom prst="rect">
            <a:avLst/>
          </a:prstGeom>
          <a:noFill/>
          <a:ln>
            <a:noFill/>
          </a:ln>
        </p:spPr>
        <p:txBody>
          <a:bodyPr spcFirstLastPara="1" wrap="square" lIns="0" tIns="0" rIns="0" bIns="0" anchor="ctr" anchorCtr="0">
            <a:noAutofit/>
          </a:bodyPr>
          <a:lstStyle/>
          <a:p>
            <a:pPr>
              <a:buClr>
                <a:schemeClr val="dk1"/>
              </a:buClr>
              <a:buSzPts val="3200"/>
            </a:pPr>
            <a:r>
              <a:rPr lang="en-US" sz="3200" b="1">
                <a:solidFill>
                  <a:schemeClr val="dk1"/>
                </a:solidFill>
                <a:latin typeface="Calibri"/>
                <a:ea typeface="Calibri"/>
                <a:cs typeface="Calibri"/>
                <a:sym typeface="Calibri"/>
              </a:rPr>
              <a:t>= 0.33 (33.33%)</a:t>
            </a:r>
            <a:endParaRPr sz="3200">
              <a:solidFill>
                <a:schemeClr val="dk1"/>
              </a:solidFill>
              <a:latin typeface="Calibri"/>
              <a:ea typeface="Calibri"/>
              <a:cs typeface="Calibri"/>
              <a:sym typeface="Calibri"/>
            </a:endParaRPr>
          </a:p>
        </p:txBody>
      </p:sp>
      <p:sp>
        <p:nvSpPr>
          <p:cNvPr id="824" name="Google Shape;824;p23"/>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45</a:t>
            </a:fld>
            <a:endParaRPr sz="1067">
              <a:solidFill>
                <a:schemeClr val="accent5"/>
              </a:solidFill>
              <a:latin typeface="Calibri"/>
              <a:ea typeface="Calibri"/>
              <a:cs typeface="Calibri"/>
              <a:sym typeface="Calibri"/>
            </a:endParaRPr>
          </a:p>
        </p:txBody>
      </p:sp>
    </p:spTree>
    <p:extLst>
      <p:ext uri="{BB962C8B-B14F-4D97-AF65-F5344CB8AC3E}">
        <p14:creationId xmlns:p14="http://schemas.microsoft.com/office/powerpoint/2010/main" val="12719938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p24"/>
          <p:cNvSpPr txBox="1"/>
          <p:nvPr/>
        </p:nvSpPr>
        <p:spPr>
          <a:xfrm>
            <a:off x="731520" y="1767840"/>
            <a:ext cx="1828800" cy="487680"/>
          </a:xfrm>
          <a:prstGeom prst="rect">
            <a:avLst/>
          </a:prstGeom>
          <a:noFill/>
          <a:ln>
            <a:noFill/>
          </a:ln>
        </p:spPr>
        <p:txBody>
          <a:bodyPr spcFirstLastPara="1" wrap="square" lIns="0" tIns="0" rIns="0" bIns="0" anchor="ctr" anchorCtr="0">
            <a:noAutofit/>
          </a:bodyPr>
          <a:lstStyle/>
          <a:p>
            <a:pPr>
              <a:buClr>
                <a:schemeClr val="accent5"/>
              </a:buClr>
              <a:buSzPts val="2000"/>
            </a:pPr>
            <a:r>
              <a:rPr lang="en-US" sz="2667" b="1">
                <a:solidFill>
                  <a:srgbClr val="F2A33A"/>
                </a:solidFill>
                <a:latin typeface="Calibri"/>
                <a:ea typeface="Calibri"/>
                <a:cs typeface="Calibri"/>
                <a:sym typeface="Calibri"/>
              </a:rPr>
              <a:t>04</a:t>
            </a:r>
            <a:endParaRPr sz="2000">
              <a:solidFill>
                <a:schemeClr val="dk1"/>
              </a:solidFill>
              <a:latin typeface="Calibri"/>
              <a:ea typeface="Calibri"/>
              <a:cs typeface="Calibri"/>
              <a:sym typeface="Calibri"/>
            </a:endParaRPr>
          </a:p>
        </p:txBody>
      </p:sp>
      <p:sp>
        <p:nvSpPr>
          <p:cNvPr id="831" name="Google Shape;831;p24"/>
          <p:cNvSpPr txBox="1">
            <a:spLocks noGrp="1"/>
          </p:cNvSpPr>
          <p:nvPr>
            <p:ph type="title"/>
          </p:nvPr>
        </p:nvSpPr>
        <p:spPr>
          <a:xfrm>
            <a:off x="731520" y="2560320"/>
            <a:ext cx="6400000" cy="1097280"/>
          </a:xfrm>
          <a:prstGeom prst="rect">
            <a:avLst/>
          </a:prstGeom>
          <a:noFill/>
          <a:ln>
            <a:noFill/>
          </a:ln>
        </p:spPr>
        <p:txBody>
          <a:bodyPr spcFirstLastPara="1" wrap="square" lIns="0" tIns="0" rIns="0" bIns="0" rtlCol="0" anchor="ctr" anchorCtr="0">
            <a:noAutofit/>
          </a:bodyPr>
          <a:lstStyle/>
          <a:p>
            <a:r>
              <a:rPr lang="en-US" sz="5333">
                <a:solidFill>
                  <a:srgbClr val="FFFFFF"/>
                </a:solidFill>
              </a:rPr>
              <a:t>Recall</a:t>
            </a:r>
            <a:endParaRPr/>
          </a:p>
        </p:txBody>
      </p:sp>
      <p:sp>
        <p:nvSpPr>
          <p:cNvPr id="832" name="Google Shape;832;p24"/>
          <p:cNvSpPr/>
          <p:nvPr/>
        </p:nvSpPr>
        <p:spPr>
          <a:xfrm>
            <a:off x="7635240"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33" name="Google Shape;833;p24"/>
          <p:cNvSpPr/>
          <p:nvPr/>
        </p:nvSpPr>
        <p:spPr>
          <a:xfrm>
            <a:off x="8202168" y="1490472"/>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34" name="Google Shape;834;p24"/>
          <p:cNvSpPr/>
          <p:nvPr/>
        </p:nvSpPr>
        <p:spPr>
          <a:xfrm>
            <a:off x="8769096" y="1490472"/>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35" name="Google Shape;835;p24"/>
          <p:cNvSpPr/>
          <p:nvPr/>
        </p:nvSpPr>
        <p:spPr>
          <a:xfrm>
            <a:off x="9336024"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36" name="Google Shape;836;p24"/>
          <p:cNvSpPr/>
          <p:nvPr/>
        </p:nvSpPr>
        <p:spPr>
          <a:xfrm>
            <a:off x="9902952"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37" name="Google Shape;837;p24"/>
          <p:cNvSpPr/>
          <p:nvPr/>
        </p:nvSpPr>
        <p:spPr>
          <a:xfrm>
            <a:off x="10469880"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38" name="Google Shape;838;p24"/>
          <p:cNvSpPr/>
          <p:nvPr/>
        </p:nvSpPr>
        <p:spPr>
          <a:xfrm>
            <a:off x="11036808"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39" name="Google Shape;839;p24"/>
          <p:cNvSpPr/>
          <p:nvPr/>
        </p:nvSpPr>
        <p:spPr>
          <a:xfrm>
            <a:off x="7635240" y="2057400"/>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40" name="Google Shape;840;p24"/>
          <p:cNvSpPr/>
          <p:nvPr/>
        </p:nvSpPr>
        <p:spPr>
          <a:xfrm>
            <a:off x="8202168" y="2057400"/>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41" name="Google Shape;841;p24"/>
          <p:cNvSpPr/>
          <p:nvPr/>
        </p:nvSpPr>
        <p:spPr>
          <a:xfrm>
            <a:off x="8769096" y="2057400"/>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42" name="Google Shape;842;p24"/>
          <p:cNvSpPr/>
          <p:nvPr/>
        </p:nvSpPr>
        <p:spPr>
          <a:xfrm>
            <a:off x="9336024" y="2057400"/>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43" name="Google Shape;843;p24"/>
          <p:cNvSpPr/>
          <p:nvPr/>
        </p:nvSpPr>
        <p:spPr>
          <a:xfrm>
            <a:off x="9902952"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44" name="Google Shape;844;p24"/>
          <p:cNvSpPr/>
          <p:nvPr/>
        </p:nvSpPr>
        <p:spPr>
          <a:xfrm>
            <a:off x="10469880"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45" name="Google Shape;845;p24"/>
          <p:cNvSpPr/>
          <p:nvPr/>
        </p:nvSpPr>
        <p:spPr>
          <a:xfrm>
            <a:off x="11036808"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46" name="Google Shape;846;p24"/>
          <p:cNvSpPr/>
          <p:nvPr/>
        </p:nvSpPr>
        <p:spPr>
          <a:xfrm>
            <a:off x="7635240" y="2624328"/>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47" name="Google Shape;847;p24"/>
          <p:cNvSpPr/>
          <p:nvPr/>
        </p:nvSpPr>
        <p:spPr>
          <a:xfrm>
            <a:off x="8202168"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48" name="Google Shape;848;p24"/>
          <p:cNvSpPr/>
          <p:nvPr/>
        </p:nvSpPr>
        <p:spPr>
          <a:xfrm>
            <a:off x="8769096"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49" name="Google Shape;849;p24"/>
          <p:cNvSpPr/>
          <p:nvPr/>
        </p:nvSpPr>
        <p:spPr>
          <a:xfrm>
            <a:off x="9336024" y="2624328"/>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50" name="Google Shape;850;p24"/>
          <p:cNvSpPr/>
          <p:nvPr/>
        </p:nvSpPr>
        <p:spPr>
          <a:xfrm>
            <a:off x="9902952"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51" name="Google Shape;851;p24"/>
          <p:cNvSpPr/>
          <p:nvPr/>
        </p:nvSpPr>
        <p:spPr>
          <a:xfrm>
            <a:off x="10469880"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52" name="Google Shape;852;p24"/>
          <p:cNvSpPr/>
          <p:nvPr/>
        </p:nvSpPr>
        <p:spPr>
          <a:xfrm>
            <a:off x="11036808"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53" name="Google Shape;853;p24"/>
          <p:cNvSpPr/>
          <p:nvPr/>
        </p:nvSpPr>
        <p:spPr>
          <a:xfrm>
            <a:off x="7635240"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54" name="Google Shape;854;p24"/>
          <p:cNvSpPr/>
          <p:nvPr/>
        </p:nvSpPr>
        <p:spPr>
          <a:xfrm>
            <a:off x="8202168"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55" name="Google Shape;855;p24"/>
          <p:cNvSpPr/>
          <p:nvPr/>
        </p:nvSpPr>
        <p:spPr>
          <a:xfrm>
            <a:off x="8769096" y="3191256"/>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56" name="Google Shape;856;p24"/>
          <p:cNvSpPr/>
          <p:nvPr/>
        </p:nvSpPr>
        <p:spPr>
          <a:xfrm>
            <a:off x="9336024"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57" name="Google Shape;857;p24"/>
          <p:cNvSpPr/>
          <p:nvPr/>
        </p:nvSpPr>
        <p:spPr>
          <a:xfrm>
            <a:off x="9902952"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58" name="Google Shape;858;p24"/>
          <p:cNvSpPr/>
          <p:nvPr/>
        </p:nvSpPr>
        <p:spPr>
          <a:xfrm>
            <a:off x="10469880"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59" name="Google Shape;859;p24"/>
          <p:cNvSpPr/>
          <p:nvPr/>
        </p:nvSpPr>
        <p:spPr>
          <a:xfrm>
            <a:off x="11036808" y="3191256"/>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60" name="Google Shape;860;p24"/>
          <p:cNvSpPr/>
          <p:nvPr/>
        </p:nvSpPr>
        <p:spPr>
          <a:xfrm>
            <a:off x="7635240"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61" name="Google Shape;861;p24"/>
          <p:cNvSpPr/>
          <p:nvPr/>
        </p:nvSpPr>
        <p:spPr>
          <a:xfrm>
            <a:off x="8202168"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62" name="Google Shape;862;p24"/>
          <p:cNvSpPr/>
          <p:nvPr/>
        </p:nvSpPr>
        <p:spPr>
          <a:xfrm>
            <a:off x="8769096" y="3758184"/>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63" name="Google Shape;863;p24"/>
          <p:cNvSpPr/>
          <p:nvPr/>
        </p:nvSpPr>
        <p:spPr>
          <a:xfrm>
            <a:off x="9336024"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64" name="Google Shape;864;p24"/>
          <p:cNvSpPr/>
          <p:nvPr/>
        </p:nvSpPr>
        <p:spPr>
          <a:xfrm>
            <a:off x="9902952" y="3758184"/>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65" name="Google Shape;865;p24"/>
          <p:cNvSpPr/>
          <p:nvPr/>
        </p:nvSpPr>
        <p:spPr>
          <a:xfrm>
            <a:off x="10469880" y="3758184"/>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66" name="Google Shape;866;p24"/>
          <p:cNvSpPr/>
          <p:nvPr/>
        </p:nvSpPr>
        <p:spPr>
          <a:xfrm>
            <a:off x="11036808" y="3758184"/>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67" name="Google Shape;867;p24"/>
          <p:cNvSpPr/>
          <p:nvPr/>
        </p:nvSpPr>
        <p:spPr>
          <a:xfrm>
            <a:off x="7635240"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68" name="Google Shape;868;p24"/>
          <p:cNvSpPr/>
          <p:nvPr/>
        </p:nvSpPr>
        <p:spPr>
          <a:xfrm>
            <a:off x="8202168"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69" name="Google Shape;869;p24"/>
          <p:cNvSpPr/>
          <p:nvPr/>
        </p:nvSpPr>
        <p:spPr>
          <a:xfrm>
            <a:off x="8769096"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70" name="Google Shape;870;p24"/>
          <p:cNvSpPr/>
          <p:nvPr/>
        </p:nvSpPr>
        <p:spPr>
          <a:xfrm>
            <a:off x="9336024"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71" name="Google Shape;871;p24"/>
          <p:cNvSpPr/>
          <p:nvPr/>
        </p:nvSpPr>
        <p:spPr>
          <a:xfrm>
            <a:off x="9902952" y="4325112"/>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72" name="Google Shape;872;p24"/>
          <p:cNvSpPr/>
          <p:nvPr/>
        </p:nvSpPr>
        <p:spPr>
          <a:xfrm>
            <a:off x="10469880" y="4325112"/>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73" name="Google Shape;873;p24"/>
          <p:cNvSpPr/>
          <p:nvPr/>
        </p:nvSpPr>
        <p:spPr>
          <a:xfrm>
            <a:off x="11036808"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74" name="Google Shape;874;p24"/>
          <p:cNvSpPr/>
          <p:nvPr/>
        </p:nvSpPr>
        <p:spPr>
          <a:xfrm>
            <a:off x="7635240"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75" name="Google Shape;875;p24"/>
          <p:cNvSpPr/>
          <p:nvPr/>
        </p:nvSpPr>
        <p:spPr>
          <a:xfrm>
            <a:off x="8202168" y="4892040"/>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76" name="Google Shape;876;p24"/>
          <p:cNvSpPr/>
          <p:nvPr/>
        </p:nvSpPr>
        <p:spPr>
          <a:xfrm>
            <a:off x="8769096"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77" name="Google Shape;877;p24"/>
          <p:cNvSpPr/>
          <p:nvPr/>
        </p:nvSpPr>
        <p:spPr>
          <a:xfrm>
            <a:off x="9336024"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78" name="Google Shape;878;p24"/>
          <p:cNvSpPr/>
          <p:nvPr/>
        </p:nvSpPr>
        <p:spPr>
          <a:xfrm>
            <a:off x="9902952" y="4892040"/>
            <a:ext cx="475488" cy="475488"/>
          </a:xfrm>
          <a:prstGeom prst="rect">
            <a:avLst/>
          </a:pr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79" name="Google Shape;879;p24"/>
          <p:cNvSpPr/>
          <p:nvPr/>
        </p:nvSpPr>
        <p:spPr>
          <a:xfrm>
            <a:off x="10469880"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80" name="Google Shape;880;p24"/>
          <p:cNvSpPr/>
          <p:nvPr/>
        </p:nvSpPr>
        <p:spPr>
          <a:xfrm>
            <a:off x="11036808"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81" name="Google Shape;881;p24"/>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46</a:t>
            </a:fld>
            <a:endParaRPr sz="1067">
              <a:solidFill>
                <a:schemeClr val="accent5"/>
              </a:solidFill>
              <a:latin typeface="Calibri"/>
              <a:ea typeface="Calibri"/>
              <a:cs typeface="Calibri"/>
              <a:sym typeface="Calibri"/>
            </a:endParaRPr>
          </a:p>
        </p:txBody>
      </p:sp>
      <p:sp>
        <p:nvSpPr>
          <p:cNvPr id="882" name="Rectangle 881"/>
          <p:cNvSpPr/>
          <p:nvPr/>
        </p:nvSpPr>
        <p:spPr>
          <a:xfrm>
            <a:off x="731520" y="2377440"/>
            <a:ext cx="1097280" cy="85344"/>
          </a:xfrm>
          <a:prstGeom prst="rect">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Tree>
    <p:extLst>
      <p:ext uri="{BB962C8B-B14F-4D97-AF65-F5344CB8AC3E}">
        <p14:creationId xmlns:p14="http://schemas.microsoft.com/office/powerpoint/2010/main" val="31746763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99" name="Rectangle 898"/>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87" name="Google Shape;887;p25"/>
          <p:cNvSpPr txBox="1">
            <a:spLocks noGrp="1"/>
          </p:cNvSpPr>
          <p:nvPr>
            <p:ph type="title"/>
          </p:nvPr>
        </p:nvSpPr>
        <p:spPr>
          <a:xfrm>
            <a:off x="731520" y="365760"/>
            <a:ext cx="10728960" cy="853440"/>
          </a:xfrm>
          <a:prstGeom prst="rect">
            <a:avLst/>
          </a:prstGeom>
          <a:noFill/>
          <a:ln>
            <a:noFill/>
          </a:ln>
        </p:spPr>
        <p:txBody>
          <a:bodyPr spcFirstLastPara="1" wrap="square" lIns="0" tIns="0" rIns="0" bIns="0" rtlCol="0" anchor="ctr" anchorCtr="0">
            <a:noAutofit/>
          </a:bodyPr>
          <a:lstStyle/>
          <a:p>
            <a:r>
              <a:rPr lang="en-US" sz="2667">
                <a:solidFill>
                  <a:srgbClr val="1B1F3B"/>
                </a:solidFill>
              </a:rPr>
              <a:t>Recall = How many of the actual positives did I successfully find?</a:t>
            </a:r>
            <a:endParaRPr/>
          </a:p>
        </p:txBody>
      </p:sp>
      <p:sp>
        <p:nvSpPr>
          <p:cNvPr id="888" name="Google Shape;888;p25"/>
          <p:cNvSpPr/>
          <p:nvPr/>
        </p:nvSpPr>
        <p:spPr>
          <a:xfrm>
            <a:off x="1097280" y="1920240"/>
            <a:ext cx="9966960" cy="420624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889" name="Google Shape;889;p25"/>
          <p:cNvSpPr txBox="1"/>
          <p:nvPr/>
        </p:nvSpPr>
        <p:spPr>
          <a:xfrm>
            <a:off x="4220145" y="2811780"/>
            <a:ext cx="1685259" cy="685800"/>
          </a:xfrm>
          <a:prstGeom prst="rect">
            <a:avLst/>
          </a:prstGeom>
          <a:noFill/>
          <a:ln>
            <a:noFill/>
          </a:ln>
        </p:spPr>
        <p:txBody>
          <a:bodyPr spcFirstLastPara="1" wrap="square" lIns="0" tIns="0" rIns="0" bIns="0" anchor="ctr" anchorCtr="0">
            <a:noAutofit/>
          </a:bodyPr>
          <a:lstStyle/>
          <a:p>
            <a:pPr>
              <a:buClr>
                <a:schemeClr val="dk1"/>
              </a:buClr>
              <a:buSzPts val="4000"/>
            </a:pPr>
            <a:r>
              <a:rPr lang="en-US" sz="4000" b="1">
                <a:solidFill>
                  <a:schemeClr val="dk1"/>
                </a:solidFill>
                <a:latin typeface="Calibri"/>
                <a:ea typeface="Calibri"/>
                <a:cs typeface="Calibri"/>
                <a:sym typeface="Calibri"/>
              </a:rPr>
              <a:t>Recall =</a:t>
            </a:r>
            <a:endParaRPr sz="4000">
              <a:solidFill>
                <a:schemeClr val="dk1"/>
              </a:solidFill>
              <a:latin typeface="Calibri"/>
              <a:ea typeface="Calibri"/>
              <a:cs typeface="Calibri"/>
              <a:sym typeface="Calibri"/>
            </a:endParaRPr>
          </a:p>
        </p:txBody>
      </p:sp>
      <p:sp>
        <p:nvSpPr>
          <p:cNvPr id="890" name="Google Shape;890;p25"/>
          <p:cNvSpPr txBox="1"/>
          <p:nvPr/>
        </p:nvSpPr>
        <p:spPr>
          <a:xfrm>
            <a:off x="6051707" y="2496312"/>
            <a:ext cx="1919843" cy="685800"/>
          </a:xfrm>
          <a:prstGeom prst="rect">
            <a:avLst/>
          </a:prstGeom>
          <a:noFill/>
          <a:ln>
            <a:noFill/>
          </a:ln>
        </p:spPr>
        <p:txBody>
          <a:bodyPr spcFirstLastPara="1" wrap="square" lIns="0" tIns="0" rIns="0" bIns="0" anchor="b" anchorCtr="0">
            <a:noAutofit/>
          </a:bodyPr>
          <a:lstStyle/>
          <a:p>
            <a:pPr algn="ctr">
              <a:buClr>
                <a:schemeClr val="dk1"/>
              </a:buClr>
              <a:buSzPts val="4000"/>
            </a:pPr>
            <a:r>
              <a:rPr lang="en-US" sz="4000">
                <a:solidFill>
                  <a:schemeClr val="dk1"/>
                </a:solidFill>
                <a:latin typeface="Calibri"/>
                <a:ea typeface="Calibri"/>
                <a:cs typeface="Calibri"/>
                <a:sym typeface="Calibri"/>
              </a:rPr>
              <a:t>TP</a:t>
            </a:r>
            <a:endParaRPr sz="4000">
              <a:solidFill>
                <a:schemeClr val="dk1"/>
              </a:solidFill>
              <a:latin typeface="Calibri"/>
              <a:ea typeface="Calibri"/>
              <a:cs typeface="Calibri"/>
              <a:sym typeface="Calibri"/>
            </a:endParaRPr>
          </a:p>
        </p:txBody>
      </p:sp>
      <p:sp>
        <p:nvSpPr>
          <p:cNvPr id="891" name="Google Shape;891;p25"/>
          <p:cNvSpPr txBox="1"/>
          <p:nvPr/>
        </p:nvSpPr>
        <p:spPr>
          <a:xfrm>
            <a:off x="6051707" y="3218688"/>
            <a:ext cx="1919843" cy="685800"/>
          </a:xfrm>
          <a:prstGeom prst="rect">
            <a:avLst/>
          </a:prstGeom>
          <a:noFill/>
          <a:ln>
            <a:noFill/>
          </a:ln>
        </p:spPr>
        <p:txBody>
          <a:bodyPr spcFirstLastPara="1" wrap="square" lIns="0" tIns="0" rIns="0" bIns="0" anchor="t" anchorCtr="0">
            <a:noAutofit/>
          </a:bodyPr>
          <a:lstStyle/>
          <a:p>
            <a:pPr algn="ctr">
              <a:buClr>
                <a:schemeClr val="dk1"/>
              </a:buClr>
              <a:buSzPts val="4000"/>
            </a:pPr>
            <a:r>
              <a:rPr lang="en-US" sz="4000">
                <a:solidFill>
                  <a:schemeClr val="dk1"/>
                </a:solidFill>
                <a:latin typeface="Calibri"/>
                <a:ea typeface="Calibri"/>
                <a:cs typeface="Calibri"/>
                <a:sym typeface="Calibri"/>
              </a:rPr>
              <a:t>TP + FN</a:t>
            </a:r>
            <a:endParaRPr sz="4000">
              <a:solidFill>
                <a:schemeClr val="dk1"/>
              </a:solidFill>
              <a:latin typeface="Calibri"/>
              <a:ea typeface="Calibri"/>
              <a:cs typeface="Calibri"/>
              <a:sym typeface="Calibri"/>
            </a:endParaRPr>
          </a:p>
        </p:txBody>
      </p:sp>
      <p:cxnSp>
        <p:nvCxnSpPr>
          <p:cNvPr id="892" name="Google Shape;892;p25"/>
          <p:cNvCxnSpPr/>
          <p:nvPr/>
        </p:nvCxnSpPr>
        <p:spPr>
          <a:xfrm>
            <a:off x="6097427" y="3200400"/>
            <a:ext cx="1828403" cy="0"/>
          </a:xfrm>
          <a:prstGeom prst="straightConnector1">
            <a:avLst/>
          </a:prstGeom>
          <a:noFill/>
          <a:ln w="19050" cap="flat" cmpd="sng">
            <a:solidFill>
              <a:schemeClr val="dk1"/>
            </a:solidFill>
            <a:prstDash val="solid"/>
            <a:round/>
            <a:headEnd type="none" w="sm" len="sm"/>
            <a:tailEnd type="none" w="sm" len="sm"/>
          </a:ln>
        </p:spPr>
      </p:cxnSp>
      <p:sp>
        <p:nvSpPr>
          <p:cNvPr id="893" name="Google Shape;893;p25"/>
          <p:cNvSpPr txBox="1"/>
          <p:nvPr/>
        </p:nvSpPr>
        <p:spPr>
          <a:xfrm>
            <a:off x="2548739" y="4846320"/>
            <a:ext cx="3490341" cy="548640"/>
          </a:xfrm>
          <a:prstGeom prst="rect">
            <a:avLst/>
          </a:prstGeom>
          <a:noFill/>
          <a:ln>
            <a:noFill/>
          </a:ln>
        </p:spPr>
        <p:txBody>
          <a:bodyPr spcFirstLastPara="1" wrap="square" lIns="0" tIns="0" rIns="0" bIns="0" anchor="ctr" anchorCtr="0">
            <a:noAutofit/>
          </a:bodyPr>
          <a:lstStyle/>
          <a:p>
            <a:pPr>
              <a:buClr>
                <a:schemeClr val="dk1"/>
              </a:buClr>
              <a:buSzPts val="3200"/>
            </a:pPr>
            <a:r>
              <a:rPr lang="en-US" sz="3200">
                <a:solidFill>
                  <a:schemeClr val="dk1"/>
                </a:solidFill>
                <a:latin typeface="Calibri"/>
                <a:ea typeface="Calibri"/>
                <a:cs typeface="Calibri"/>
                <a:sym typeface="Calibri"/>
              </a:rPr>
              <a:t>Example (blocked): =</a:t>
            </a:r>
            <a:endParaRPr sz="3200">
              <a:solidFill>
                <a:schemeClr val="dk1"/>
              </a:solidFill>
              <a:latin typeface="Calibri"/>
              <a:ea typeface="Calibri"/>
              <a:cs typeface="Calibri"/>
              <a:sym typeface="Calibri"/>
            </a:endParaRPr>
          </a:p>
        </p:txBody>
      </p:sp>
      <p:sp>
        <p:nvSpPr>
          <p:cNvPr id="894" name="Google Shape;894;p25"/>
          <p:cNvSpPr txBox="1"/>
          <p:nvPr/>
        </p:nvSpPr>
        <p:spPr>
          <a:xfrm>
            <a:off x="6185383" y="4599432"/>
            <a:ext cx="1163923" cy="548640"/>
          </a:xfrm>
          <a:prstGeom prst="rect">
            <a:avLst/>
          </a:prstGeom>
          <a:noFill/>
          <a:ln>
            <a:noFill/>
          </a:ln>
        </p:spPr>
        <p:txBody>
          <a:bodyPr spcFirstLastPara="1" wrap="square" lIns="0" tIns="0" rIns="0" bIns="0" anchor="b" anchorCtr="0">
            <a:noAutofit/>
          </a:bodyPr>
          <a:lstStyle/>
          <a:p>
            <a:pPr algn="ctr">
              <a:buClr>
                <a:schemeClr val="dk1"/>
              </a:buClr>
              <a:buSzPts val="3200"/>
            </a:pPr>
            <a:r>
              <a:rPr lang="en-US" sz="3200">
                <a:solidFill>
                  <a:schemeClr val="dk1"/>
                </a:solidFill>
                <a:latin typeface="Calibri"/>
                <a:ea typeface="Calibri"/>
                <a:cs typeface="Calibri"/>
                <a:sym typeface="Calibri"/>
              </a:rPr>
              <a:t>5</a:t>
            </a:r>
            <a:endParaRPr sz="3200">
              <a:solidFill>
                <a:schemeClr val="dk1"/>
              </a:solidFill>
              <a:latin typeface="Calibri"/>
              <a:ea typeface="Calibri"/>
              <a:cs typeface="Calibri"/>
              <a:sym typeface="Calibri"/>
            </a:endParaRPr>
          </a:p>
        </p:txBody>
      </p:sp>
      <p:sp>
        <p:nvSpPr>
          <p:cNvPr id="895" name="Google Shape;895;p25"/>
          <p:cNvSpPr txBox="1"/>
          <p:nvPr/>
        </p:nvSpPr>
        <p:spPr>
          <a:xfrm>
            <a:off x="6185383" y="5184648"/>
            <a:ext cx="1163923" cy="548640"/>
          </a:xfrm>
          <a:prstGeom prst="rect">
            <a:avLst/>
          </a:prstGeom>
          <a:noFill/>
          <a:ln>
            <a:noFill/>
          </a:ln>
        </p:spPr>
        <p:txBody>
          <a:bodyPr spcFirstLastPara="1" wrap="square" lIns="0" tIns="0" rIns="0" bIns="0" anchor="t" anchorCtr="0">
            <a:noAutofit/>
          </a:bodyPr>
          <a:lstStyle/>
          <a:p>
            <a:pPr algn="ctr">
              <a:buClr>
                <a:schemeClr val="dk1"/>
              </a:buClr>
              <a:buSzPts val="3200"/>
            </a:pPr>
            <a:r>
              <a:rPr lang="en-US" sz="3200">
                <a:solidFill>
                  <a:schemeClr val="dk1"/>
                </a:solidFill>
                <a:latin typeface="Calibri"/>
                <a:ea typeface="Calibri"/>
                <a:cs typeface="Calibri"/>
                <a:sym typeface="Calibri"/>
              </a:rPr>
              <a:t>5 + 5</a:t>
            </a:r>
            <a:endParaRPr sz="3200">
              <a:solidFill>
                <a:schemeClr val="dk1"/>
              </a:solidFill>
              <a:latin typeface="Calibri"/>
              <a:ea typeface="Calibri"/>
              <a:cs typeface="Calibri"/>
              <a:sym typeface="Calibri"/>
            </a:endParaRPr>
          </a:p>
        </p:txBody>
      </p:sp>
      <p:cxnSp>
        <p:nvCxnSpPr>
          <p:cNvPr id="896" name="Google Shape;896;p25"/>
          <p:cNvCxnSpPr/>
          <p:nvPr/>
        </p:nvCxnSpPr>
        <p:spPr>
          <a:xfrm>
            <a:off x="6231103" y="5166360"/>
            <a:ext cx="1072483" cy="0"/>
          </a:xfrm>
          <a:prstGeom prst="straightConnector1">
            <a:avLst/>
          </a:prstGeom>
          <a:noFill/>
          <a:ln w="19050" cap="flat" cmpd="sng">
            <a:solidFill>
              <a:schemeClr val="dk1"/>
            </a:solidFill>
            <a:prstDash val="solid"/>
            <a:round/>
            <a:headEnd type="none" w="sm" len="sm"/>
            <a:tailEnd type="none" w="sm" len="sm"/>
          </a:ln>
        </p:spPr>
      </p:cxnSp>
      <p:sp>
        <p:nvSpPr>
          <p:cNvPr id="897" name="Google Shape;897;p25"/>
          <p:cNvSpPr txBox="1"/>
          <p:nvPr/>
        </p:nvSpPr>
        <p:spPr>
          <a:xfrm>
            <a:off x="7495611" y="4846320"/>
            <a:ext cx="2147348" cy="548640"/>
          </a:xfrm>
          <a:prstGeom prst="rect">
            <a:avLst/>
          </a:prstGeom>
          <a:noFill/>
          <a:ln>
            <a:noFill/>
          </a:ln>
        </p:spPr>
        <p:txBody>
          <a:bodyPr spcFirstLastPara="1" wrap="square" lIns="0" tIns="0" rIns="0" bIns="0" anchor="ctr" anchorCtr="0">
            <a:noAutofit/>
          </a:bodyPr>
          <a:lstStyle/>
          <a:p>
            <a:pPr>
              <a:buClr>
                <a:schemeClr val="dk1"/>
              </a:buClr>
              <a:buSzPts val="3200"/>
            </a:pPr>
            <a:r>
              <a:rPr lang="en-US" sz="3200" b="1">
                <a:solidFill>
                  <a:schemeClr val="dk1"/>
                </a:solidFill>
                <a:latin typeface="Calibri"/>
                <a:ea typeface="Calibri"/>
                <a:cs typeface="Calibri"/>
                <a:sym typeface="Calibri"/>
              </a:rPr>
              <a:t>= 0.50 (50%)</a:t>
            </a:r>
            <a:endParaRPr sz="3200">
              <a:solidFill>
                <a:schemeClr val="dk1"/>
              </a:solidFill>
              <a:latin typeface="Calibri"/>
              <a:ea typeface="Calibri"/>
              <a:cs typeface="Calibri"/>
              <a:sym typeface="Calibri"/>
            </a:endParaRPr>
          </a:p>
        </p:txBody>
      </p:sp>
      <p:sp>
        <p:nvSpPr>
          <p:cNvPr id="898" name="Google Shape;898;p25"/>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47</a:t>
            </a:fld>
            <a:endParaRPr sz="1067">
              <a:solidFill>
                <a:schemeClr val="accent5"/>
              </a:solidFill>
              <a:latin typeface="Calibri"/>
              <a:ea typeface="Calibri"/>
              <a:cs typeface="Calibri"/>
              <a:sym typeface="Calibri"/>
            </a:endParaRPr>
          </a:p>
        </p:txBody>
      </p:sp>
    </p:spTree>
    <p:extLst>
      <p:ext uri="{BB962C8B-B14F-4D97-AF65-F5344CB8AC3E}">
        <p14:creationId xmlns:p14="http://schemas.microsoft.com/office/powerpoint/2010/main" val="21609935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p26"/>
          <p:cNvSpPr txBox="1"/>
          <p:nvPr/>
        </p:nvSpPr>
        <p:spPr>
          <a:xfrm>
            <a:off x="731520" y="1767840"/>
            <a:ext cx="1828800" cy="487680"/>
          </a:xfrm>
          <a:prstGeom prst="rect">
            <a:avLst/>
          </a:prstGeom>
          <a:noFill/>
          <a:ln>
            <a:noFill/>
          </a:ln>
        </p:spPr>
        <p:txBody>
          <a:bodyPr spcFirstLastPara="1" wrap="square" lIns="0" tIns="0" rIns="0" bIns="0" anchor="ctr" anchorCtr="0">
            <a:noAutofit/>
          </a:bodyPr>
          <a:lstStyle/>
          <a:p>
            <a:pPr>
              <a:buClr>
                <a:schemeClr val="accent5"/>
              </a:buClr>
              <a:buSzPts val="2000"/>
            </a:pPr>
            <a:r>
              <a:rPr lang="en-US" sz="2667" b="1">
                <a:solidFill>
                  <a:srgbClr val="F2A33A"/>
                </a:solidFill>
                <a:latin typeface="Calibri"/>
                <a:ea typeface="Calibri"/>
                <a:cs typeface="Calibri"/>
                <a:sym typeface="Calibri"/>
              </a:rPr>
              <a:t>05</a:t>
            </a:r>
            <a:endParaRPr sz="2000">
              <a:solidFill>
                <a:schemeClr val="dk1"/>
              </a:solidFill>
              <a:latin typeface="Calibri"/>
              <a:ea typeface="Calibri"/>
              <a:cs typeface="Calibri"/>
              <a:sym typeface="Calibri"/>
            </a:endParaRPr>
          </a:p>
        </p:txBody>
      </p:sp>
      <p:sp>
        <p:nvSpPr>
          <p:cNvPr id="905" name="Google Shape;905;p26"/>
          <p:cNvSpPr txBox="1">
            <a:spLocks noGrp="1"/>
          </p:cNvSpPr>
          <p:nvPr>
            <p:ph type="title"/>
          </p:nvPr>
        </p:nvSpPr>
        <p:spPr>
          <a:xfrm>
            <a:off x="731520" y="2560320"/>
            <a:ext cx="6400000" cy="1097280"/>
          </a:xfrm>
          <a:prstGeom prst="rect">
            <a:avLst/>
          </a:prstGeom>
          <a:noFill/>
          <a:ln>
            <a:noFill/>
          </a:ln>
        </p:spPr>
        <p:txBody>
          <a:bodyPr spcFirstLastPara="1" wrap="square" lIns="0" tIns="0" rIns="0" bIns="0" rtlCol="0" anchor="ctr" anchorCtr="0">
            <a:noAutofit/>
          </a:bodyPr>
          <a:lstStyle/>
          <a:p>
            <a:r>
              <a:rPr lang="en-US" sz="5333">
                <a:solidFill>
                  <a:srgbClr val="FFFFFF"/>
                </a:solidFill>
              </a:rPr>
              <a:t>F1 &amp; Macro F1</a:t>
            </a:r>
            <a:endParaRPr/>
          </a:p>
        </p:txBody>
      </p:sp>
      <p:sp>
        <p:nvSpPr>
          <p:cNvPr id="906" name="Google Shape;906;p26"/>
          <p:cNvSpPr/>
          <p:nvPr/>
        </p:nvSpPr>
        <p:spPr>
          <a:xfrm>
            <a:off x="7635240"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07" name="Google Shape;907;p26"/>
          <p:cNvSpPr/>
          <p:nvPr/>
        </p:nvSpPr>
        <p:spPr>
          <a:xfrm>
            <a:off x="8202168" y="1490472"/>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08" name="Google Shape;908;p26"/>
          <p:cNvSpPr/>
          <p:nvPr/>
        </p:nvSpPr>
        <p:spPr>
          <a:xfrm>
            <a:off x="8769096"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09" name="Google Shape;909;p26"/>
          <p:cNvSpPr/>
          <p:nvPr/>
        </p:nvSpPr>
        <p:spPr>
          <a:xfrm>
            <a:off x="9336024" y="1490472"/>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10" name="Google Shape;910;p26"/>
          <p:cNvSpPr/>
          <p:nvPr/>
        </p:nvSpPr>
        <p:spPr>
          <a:xfrm>
            <a:off x="9902952"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11" name="Google Shape;911;p26"/>
          <p:cNvSpPr/>
          <p:nvPr/>
        </p:nvSpPr>
        <p:spPr>
          <a:xfrm>
            <a:off x="10469880"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12" name="Google Shape;912;p26"/>
          <p:cNvSpPr/>
          <p:nvPr/>
        </p:nvSpPr>
        <p:spPr>
          <a:xfrm>
            <a:off x="11036808"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13" name="Google Shape;913;p26"/>
          <p:cNvSpPr/>
          <p:nvPr/>
        </p:nvSpPr>
        <p:spPr>
          <a:xfrm>
            <a:off x="7635240" y="2057400"/>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14" name="Google Shape;914;p26"/>
          <p:cNvSpPr/>
          <p:nvPr/>
        </p:nvSpPr>
        <p:spPr>
          <a:xfrm>
            <a:off x="8202168" y="2057400"/>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15" name="Google Shape;915;p26"/>
          <p:cNvSpPr/>
          <p:nvPr/>
        </p:nvSpPr>
        <p:spPr>
          <a:xfrm>
            <a:off x="8769096" y="2057400"/>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16" name="Google Shape;916;p26"/>
          <p:cNvSpPr/>
          <p:nvPr/>
        </p:nvSpPr>
        <p:spPr>
          <a:xfrm>
            <a:off x="9336024"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17" name="Google Shape;917;p26"/>
          <p:cNvSpPr/>
          <p:nvPr/>
        </p:nvSpPr>
        <p:spPr>
          <a:xfrm>
            <a:off x="9902952"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18" name="Google Shape;918;p26"/>
          <p:cNvSpPr/>
          <p:nvPr/>
        </p:nvSpPr>
        <p:spPr>
          <a:xfrm>
            <a:off x="10469880"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19" name="Google Shape;919;p26"/>
          <p:cNvSpPr/>
          <p:nvPr/>
        </p:nvSpPr>
        <p:spPr>
          <a:xfrm>
            <a:off x="11036808"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20" name="Google Shape;920;p26"/>
          <p:cNvSpPr/>
          <p:nvPr/>
        </p:nvSpPr>
        <p:spPr>
          <a:xfrm>
            <a:off x="7635240"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21" name="Google Shape;921;p26"/>
          <p:cNvSpPr/>
          <p:nvPr/>
        </p:nvSpPr>
        <p:spPr>
          <a:xfrm>
            <a:off x="8202168" y="2624328"/>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22" name="Google Shape;922;p26"/>
          <p:cNvSpPr/>
          <p:nvPr/>
        </p:nvSpPr>
        <p:spPr>
          <a:xfrm>
            <a:off x="8769096"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23" name="Google Shape;923;p26"/>
          <p:cNvSpPr/>
          <p:nvPr/>
        </p:nvSpPr>
        <p:spPr>
          <a:xfrm>
            <a:off x="9336024" y="2624328"/>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24" name="Google Shape;924;p26"/>
          <p:cNvSpPr/>
          <p:nvPr/>
        </p:nvSpPr>
        <p:spPr>
          <a:xfrm>
            <a:off x="9902952"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25" name="Google Shape;925;p26"/>
          <p:cNvSpPr/>
          <p:nvPr/>
        </p:nvSpPr>
        <p:spPr>
          <a:xfrm>
            <a:off x="10469880" y="2624328"/>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26" name="Google Shape;926;p26"/>
          <p:cNvSpPr/>
          <p:nvPr/>
        </p:nvSpPr>
        <p:spPr>
          <a:xfrm>
            <a:off x="11036808"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27" name="Google Shape;927;p26"/>
          <p:cNvSpPr/>
          <p:nvPr/>
        </p:nvSpPr>
        <p:spPr>
          <a:xfrm>
            <a:off x="7635240"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28" name="Google Shape;928;p26"/>
          <p:cNvSpPr/>
          <p:nvPr/>
        </p:nvSpPr>
        <p:spPr>
          <a:xfrm>
            <a:off x="8202168"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29" name="Google Shape;929;p26"/>
          <p:cNvSpPr/>
          <p:nvPr/>
        </p:nvSpPr>
        <p:spPr>
          <a:xfrm>
            <a:off x="8769096"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30" name="Google Shape;930;p26"/>
          <p:cNvSpPr/>
          <p:nvPr/>
        </p:nvSpPr>
        <p:spPr>
          <a:xfrm>
            <a:off x="9336024"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31" name="Google Shape;931;p26"/>
          <p:cNvSpPr/>
          <p:nvPr/>
        </p:nvSpPr>
        <p:spPr>
          <a:xfrm>
            <a:off x="9902952"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32" name="Google Shape;932;p26"/>
          <p:cNvSpPr/>
          <p:nvPr/>
        </p:nvSpPr>
        <p:spPr>
          <a:xfrm>
            <a:off x="10469880" y="3191256"/>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33" name="Google Shape;933;p26"/>
          <p:cNvSpPr/>
          <p:nvPr/>
        </p:nvSpPr>
        <p:spPr>
          <a:xfrm>
            <a:off x="11036808"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34" name="Google Shape;934;p26"/>
          <p:cNvSpPr/>
          <p:nvPr/>
        </p:nvSpPr>
        <p:spPr>
          <a:xfrm>
            <a:off x="7635240"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35" name="Google Shape;935;p26"/>
          <p:cNvSpPr/>
          <p:nvPr/>
        </p:nvSpPr>
        <p:spPr>
          <a:xfrm>
            <a:off x="8202168"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36" name="Google Shape;936;p26"/>
          <p:cNvSpPr/>
          <p:nvPr/>
        </p:nvSpPr>
        <p:spPr>
          <a:xfrm>
            <a:off x="8769096" y="3758184"/>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37" name="Google Shape;937;p26"/>
          <p:cNvSpPr/>
          <p:nvPr/>
        </p:nvSpPr>
        <p:spPr>
          <a:xfrm>
            <a:off x="9336024"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38" name="Google Shape;938;p26"/>
          <p:cNvSpPr/>
          <p:nvPr/>
        </p:nvSpPr>
        <p:spPr>
          <a:xfrm>
            <a:off x="9902952"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39" name="Google Shape;939;p26"/>
          <p:cNvSpPr/>
          <p:nvPr/>
        </p:nvSpPr>
        <p:spPr>
          <a:xfrm>
            <a:off x="10469880"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40" name="Google Shape;940;p26"/>
          <p:cNvSpPr/>
          <p:nvPr/>
        </p:nvSpPr>
        <p:spPr>
          <a:xfrm>
            <a:off x="11036808"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41" name="Google Shape;941;p26"/>
          <p:cNvSpPr/>
          <p:nvPr/>
        </p:nvSpPr>
        <p:spPr>
          <a:xfrm>
            <a:off x="7635240"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42" name="Google Shape;942;p26"/>
          <p:cNvSpPr/>
          <p:nvPr/>
        </p:nvSpPr>
        <p:spPr>
          <a:xfrm>
            <a:off x="8202168" y="4325112"/>
            <a:ext cx="475488" cy="475488"/>
          </a:xfrm>
          <a:prstGeom prst="rect">
            <a:avLst/>
          </a:pr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43" name="Google Shape;943;p26"/>
          <p:cNvSpPr/>
          <p:nvPr/>
        </p:nvSpPr>
        <p:spPr>
          <a:xfrm>
            <a:off x="8769096" y="4325112"/>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44" name="Google Shape;944;p26"/>
          <p:cNvSpPr/>
          <p:nvPr/>
        </p:nvSpPr>
        <p:spPr>
          <a:xfrm>
            <a:off x="9336024"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45" name="Google Shape;945;p26"/>
          <p:cNvSpPr/>
          <p:nvPr/>
        </p:nvSpPr>
        <p:spPr>
          <a:xfrm>
            <a:off x="9902952"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46" name="Google Shape;946;p26"/>
          <p:cNvSpPr/>
          <p:nvPr/>
        </p:nvSpPr>
        <p:spPr>
          <a:xfrm>
            <a:off x="10469880"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47" name="Google Shape;947;p26"/>
          <p:cNvSpPr/>
          <p:nvPr/>
        </p:nvSpPr>
        <p:spPr>
          <a:xfrm>
            <a:off x="11036808" y="4325112"/>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48" name="Google Shape;948;p26"/>
          <p:cNvSpPr/>
          <p:nvPr/>
        </p:nvSpPr>
        <p:spPr>
          <a:xfrm>
            <a:off x="7635240" y="4892040"/>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49" name="Google Shape;949;p26"/>
          <p:cNvSpPr/>
          <p:nvPr/>
        </p:nvSpPr>
        <p:spPr>
          <a:xfrm>
            <a:off x="8202168" y="4892040"/>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50" name="Google Shape;950;p26"/>
          <p:cNvSpPr/>
          <p:nvPr/>
        </p:nvSpPr>
        <p:spPr>
          <a:xfrm>
            <a:off x="8769096"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51" name="Google Shape;951;p26"/>
          <p:cNvSpPr/>
          <p:nvPr/>
        </p:nvSpPr>
        <p:spPr>
          <a:xfrm>
            <a:off x="9336024"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52" name="Google Shape;952;p26"/>
          <p:cNvSpPr/>
          <p:nvPr/>
        </p:nvSpPr>
        <p:spPr>
          <a:xfrm>
            <a:off x="9902952" y="4892040"/>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53" name="Google Shape;953;p26"/>
          <p:cNvSpPr/>
          <p:nvPr/>
        </p:nvSpPr>
        <p:spPr>
          <a:xfrm>
            <a:off x="10469880"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54" name="Google Shape;954;p26"/>
          <p:cNvSpPr/>
          <p:nvPr/>
        </p:nvSpPr>
        <p:spPr>
          <a:xfrm>
            <a:off x="11036808"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55" name="Google Shape;955;p26"/>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48</a:t>
            </a:fld>
            <a:endParaRPr sz="1067">
              <a:solidFill>
                <a:schemeClr val="accent5"/>
              </a:solidFill>
              <a:latin typeface="Calibri"/>
              <a:ea typeface="Calibri"/>
              <a:cs typeface="Calibri"/>
              <a:sym typeface="Calibri"/>
            </a:endParaRPr>
          </a:p>
        </p:txBody>
      </p:sp>
      <p:sp>
        <p:nvSpPr>
          <p:cNvPr id="956" name="Rectangle 955"/>
          <p:cNvSpPr/>
          <p:nvPr/>
        </p:nvSpPr>
        <p:spPr>
          <a:xfrm>
            <a:off x="731520" y="2377440"/>
            <a:ext cx="1097280" cy="85344"/>
          </a:xfrm>
          <a:prstGeom prst="rect">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Tree>
    <p:extLst>
      <p:ext uri="{BB962C8B-B14F-4D97-AF65-F5344CB8AC3E}">
        <p14:creationId xmlns:p14="http://schemas.microsoft.com/office/powerpoint/2010/main" val="40089663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60"/>
        <p:cNvGrpSpPr/>
        <p:nvPr/>
      </p:nvGrpSpPr>
      <p:grpSpPr>
        <a:xfrm>
          <a:off x="0" y="0"/>
          <a:ext cx="0" cy="0"/>
          <a:chOff x="0" y="0"/>
          <a:chExt cx="0" cy="0"/>
        </a:xfrm>
      </p:grpSpPr>
      <p:sp>
        <p:nvSpPr>
          <p:cNvPr id="972" name="Rectangle 971"/>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61" name="Google Shape;961;p27"/>
          <p:cNvSpPr/>
          <p:nvPr/>
        </p:nvSpPr>
        <p:spPr>
          <a:xfrm>
            <a:off x="1097280" y="685800"/>
            <a:ext cx="9966960" cy="265176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62" name="Google Shape;962;p27"/>
          <p:cNvSpPr/>
          <p:nvPr/>
        </p:nvSpPr>
        <p:spPr>
          <a:xfrm>
            <a:off x="1097280" y="3611880"/>
            <a:ext cx="9966960" cy="246888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63" name="Google Shape;963;p27"/>
          <p:cNvSpPr txBox="1"/>
          <p:nvPr/>
        </p:nvSpPr>
        <p:spPr>
          <a:xfrm>
            <a:off x="3483307" y="1703070"/>
            <a:ext cx="1512011" cy="617220"/>
          </a:xfrm>
          <a:prstGeom prst="rect">
            <a:avLst/>
          </a:prstGeom>
          <a:noFill/>
          <a:ln>
            <a:noFill/>
          </a:ln>
        </p:spPr>
        <p:txBody>
          <a:bodyPr spcFirstLastPara="1" wrap="square" lIns="0" tIns="0" rIns="0" bIns="0" anchor="ctr" anchorCtr="0">
            <a:noAutofit/>
          </a:bodyPr>
          <a:lstStyle/>
          <a:p>
            <a:pPr>
              <a:buClr>
                <a:schemeClr val="dk1"/>
              </a:buClr>
              <a:buSzPts val="3600"/>
            </a:pPr>
            <a:r>
              <a:rPr lang="en-US" sz="3600" b="1">
                <a:solidFill>
                  <a:schemeClr val="dk1"/>
                </a:solidFill>
                <a:latin typeface="Calibri"/>
                <a:ea typeface="Calibri"/>
                <a:cs typeface="Calibri"/>
                <a:sym typeface="Calibri"/>
              </a:rPr>
              <a:t>F1 = 2 ×</a:t>
            </a:r>
            <a:endParaRPr sz="3600">
              <a:solidFill>
                <a:schemeClr val="dk1"/>
              </a:solidFill>
              <a:latin typeface="Calibri"/>
              <a:ea typeface="Calibri"/>
              <a:cs typeface="Calibri"/>
              <a:sym typeface="Calibri"/>
            </a:endParaRPr>
          </a:p>
        </p:txBody>
      </p:sp>
      <p:sp>
        <p:nvSpPr>
          <p:cNvPr id="964" name="Google Shape;964;p27"/>
          <p:cNvSpPr txBox="1"/>
          <p:nvPr/>
        </p:nvSpPr>
        <p:spPr>
          <a:xfrm>
            <a:off x="5141622" y="1421893"/>
            <a:ext cx="3566767" cy="617220"/>
          </a:xfrm>
          <a:prstGeom prst="rect">
            <a:avLst/>
          </a:prstGeom>
          <a:noFill/>
          <a:ln>
            <a:noFill/>
          </a:ln>
        </p:spPr>
        <p:txBody>
          <a:bodyPr spcFirstLastPara="1" wrap="square" lIns="0" tIns="0" rIns="0" bIns="0" anchor="b" anchorCtr="0">
            <a:noAutofit/>
          </a:bodyPr>
          <a:lstStyle/>
          <a:p>
            <a:pPr algn="ctr">
              <a:buClr>
                <a:schemeClr val="dk1"/>
              </a:buClr>
              <a:buSzPts val="3600"/>
            </a:pPr>
            <a:r>
              <a:rPr lang="en-US" sz="3600">
                <a:solidFill>
                  <a:schemeClr val="dk1"/>
                </a:solidFill>
                <a:latin typeface="Calibri"/>
                <a:ea typeface="Calibri"/>
                <a:cs typeface="Calibri"/>
                <a:sym typeface="Calibri"/>
              </a:rPr>
              <a:t>Precision × Recall</a:t>
            </a:r>
            <a:endParaRPr sz="3600">
              <a:solidFill>
                <a:schemeClr val="dk1"/>
              </a:solidFill>
              <a:latin typeface="Calibri"/>
              <a:ea typeface="Calibri"/>
              <a:cs typeface="Calibri"/>
              <a:sym typeface="Calibri"/>
            </a:endParaRPr>
          </a:p>
        </p:txBody>
      </p:sp>
      <p:sp>
        <p:nvSpPr>
          <p:cNvPr id="965" name="Google Shape;965;p27"/>
          <p:cNvSpPr txBox="1"/>
          <p:nvPr/>
        </p:nvSpPr>
        <p:spPr>
          <a:xfrm>
            <a:off x="5141622" y="2075689"/>
            <a:ext cx="3566767" cy="617220"/>
          </a:xfrm>
          <a:prstGeom prst="rect">
            <a:avLst/>
          </a:prstGeom>
          <a:noFill/>
          <a:ln>
            <a:noFill/>
          </a:ln>
        </p:spPr>
        <p:txBody>
          <a:bodyPr spcFirstLastPara="1" wrap="square" lIns="0" tIns="0" rIns="0" bIns="0" anchor="t" anchorCtr="0">
            <a:noAutofit/>
          </a:bodyPr>
          <a:lstStyle/>
          <a:p>
            <a:pPr algn="ctr">
              <a:buClr>
                <a:schemeClr val="dk1"/>
              </a:buClr>
              <a:buSzPts val="3600"/>
            </a:pPr>
            <a:r>
              <a:rPr lang="en-US" sz="3600">
                <a:solidFill>
                  <a:schemeClr val="dk1"/>
                </a:solidFill>
                <a:latin typeface="Calibri"/>
                <a:ea typeface="Calibri"/>
                <a:cs typeface="Calibri"/>
                <a:sym typeface="Calibri"/>
              </a:rPr>
              <a:t>Precision + Recall</a:t>
            </a:r>
            <a:endParaRPr sz="3600">
              <a:solidFill>
                <a:schemeClr val="dk1"/>
              </a:solidFill>
              <a:latin typeface="Calibri"/>
              <a:ea typeface="Calibri"/>
              <a:cs typeface="Calibri"/>
              <a:sym typeface="Calibri"/>
            </a:endParaRPr>
          </a:p>
        </p:txBody>
      </p:sp>
      <p:cxnSp>
        <p:nvCxnSpPr>
          <p:cNvPr id="966" name="Google Shape;966;p27"/>
          <p:cNvCxnSpPr/>
          <p:nvPr/>
        </p:nvCxnSpPr>
        <p:spPr>
          <a:xfrm>
            <a:off x="5187342" y="2057400"/>
            <a:ext cx="3475327" cy="0"/>
          </a:xfrm>
          <a:prstGeom prst="straightConnector1">
            <a:avLst/>
          </a:prstGeom>
          <a:noFill/>
          <a:ln w="19050" cap="flat" cmpd="sng">
            <a:solidFill>
              <a:schemeClr val="dk1"/>
            </a:solidFill>
            <a:prstDash val="solid"/>
            <a:round/>
            <a:headEnd type="none" w="sm" len="sm"/>
            <a:tailEnd type="none" w="sm" len="sm"/>
          </a:ln>
        </p:spPr>
      </p:cxnSp>
      <p:sp>
        <p:nvSpPr>
          <p:cNvPr id="967" name="Google Shape;967;p27"/>
          <p:cNvSpPr txBox="1"/>
          <p:nvPr/>
        </p:nvSpPr>
        <p:spPr>
          <a:xfrm>
            <a:off x="4161339" y="4537710"/>
            <a:ext cx="845820" cy="617220"/>
          </a:xfrm>
          <a:prstGeom prst="rect">
            <a:avLst/>
          </a:prstGeom>
          <a:noFill/>
          <a:ln>
            <a:noFill/>
          </a:ln>
        </p:spPr>
        <p:txBody>
          <a:bodyPr spcFirstLastPara="1" wrap="square" lIns="0" tIns="0" rIns="0" bIns="0" anchor="ctr" anchorCtr="0">
            <a:noAutofit/>
          </a:bodyPr>
          <a:lstStyle/>
          <a:p>
            <a:pPr>
              <a:buClr>
                <a:schemeClr val="dk1"/>
              </a:buClr>
              <a:buSzPts val="3600"/>
            </a:pPr>
            <a:r>
              <a:rPr lang="en-US" sz="3600" b="1">
                <a:solidFill>
                  <a:schemeClr val="dk1"/>
                </a:solidFill>
                <a:latin typeface="Calibri"/>
                <a:ea typeface="Calibri"/>
                <a:cs typeface="Calibri"/>
                <a:sym typeface="Calibri"/>
              </a:rPr>
              <a:t>F1 =</a:t>
            </a:r>
            <a:endParaRPr sz="3600">
              <a:solidFill>
                <a:schemeClr val="dk1"/>
              </a:solidFill>
              <a:latin typeface="Calibri"/>
              <a:ea typeface="Calibri"/>
              <a:cs typeface="Calibri"/>
              <a:sym typeface="Calibri"/>
            </a:endParaRPr>
          </a:p>
        </p:txBody>
      </p:sp>
      <p:sp>
        <p:nvSpPr>
          <p:cNvPr id="968" name="Google Shape;968;p27"/>
          <p:cNvSpPr txBox="1"/>
          <p:nvPr/>
        </p:nvSpPr>
        <p:spPr>
          <a:xfrm>
            <a:off x="5153462" y="4256533"/>
            <a:ext cx="2876895" cy="617220"/>
          </a:xfrm>
          <a:prstGeom prst="rect">
            <a:avLst/>
          </a:prstGeom>
          <a:noFill/>
          <a:ln>
            <a:noFill/>
          </a:ln>
        </p:spPr>
        <p:txBody>
          <a:bodyPr spcFirstLastPara="1" wrap="square" lIns="0" tIns="0" rIns="0" bIns="0" anchor="b" anchorCtr="0">
            <a:noAutofit/>
          </a:bodyPr>
          <a:lstStyle/>
          <a:p>
            <a:pPr algn="ctr">
              <a:buClr>
                <a:schemeClr val="dk1"/>
              </a:buClr>
              <a:buSzPts val="3600"/>
            </a:pPr>
            <a:r>
              <a:rPr lang="en-US" sz="3600">
                <a:solidFill>
                  <a:schemeClr val="dk1"/>
                </a:solidFill>
                <a:latin typeface="Calibri"/>
                <a:ea typeface="Calibri"/>
                <a:cs typeface="Calibri"/>
                <a:sym typeface="Calibri"/>
              </a:rPr>
              <a:t>2TP</a:t>
            </a:r>
            <a:endParaRPr sz="3600">
              <a:solidFill>
                <a:schemeClr val="dk1"/>
              </a:solidFill>
              <a:latin typeface="Calibri"/>
              <a:ea typeface="Calibri"/>
              <a:cs typeface="Calibri"/>
              <a:sym typeface="Calibri"/>
            </a:endParaRPr>
          </a:p>
        </p:txBody>
      </p:sp>
      <p:sp>
        <p:nvSpPr>
          <p:cNvPr id="969" name="Google Shape;969;p27"/>
          <p:cNvSpPr txBox="1"/>
          <p:nvPr/>
        </p:nvSpPr>
        <p:spPr>
          <a:xfrm>
            <a:off x="5153462" y="4910329"/>
            <a:ext cx="2876895" cy="617220"/>
          </a:xfrm>
          <a:prstGeom prst="rect">
            <a:avLst/>
          </a:prstGeom>
          <a:noFill/>
          <a:ln>
            <a:noFill/>
          </a:ln>
        </p:spPr>
        <p:txBody>
          <a:bodyPr spcFirstLastPara="1" wrap="square" lIns="0" tIns="0" rIns="0" bIns="0" anchor="t" anchorCtr="0">
            <a:noAutofit/>
          </a:bodyPr>
          <a:lstStyle/>
          <a:p>
            <a:pPr algn="ctr">
              <a:buClr>
                <a:schemeClr val="dk1"/>
              </a:buClr>
              <a:buSzPts val="3600"/>
            </a:pPr>
            <a:r>
              <a:rPr lang="en-US" sz="3600">
                <a:solidFill>
                  <a:schemeClr val="dk1"/>
                </a:solidFill>
                <a:latin typeface="Calibri"/>
                <a:ea typeface="Calibri"/>
                <a:cs typeface="Calibri"/>
                <a:sym typeface="Calibri"/>
              </a:rPr>
              <a:t>2TP + FP + FN</a:t>
            </a:r>
            <a:endParaRPr sz="3600">
              <a:solidFill>
                <a:schemeClr val="dk1"/>
              </a:solidFill>
              <a:latin typeface="Calibri"/>
              <a:ea typeface="Calibri"/>
              <a:cs typeface="Calibri"/>
              <a:sym typeface="Calibri"/>
            </a:endParaRPr>
          </a:p>
        </p:txBody>
      </p:sp>
      <p:cxnSp>
        <p:nvCxnSpPr>
          <p:cNvPr id="970" name="Google Shape;970;p27"/>
          <p:cNvCxnSpPr/>
          <p:nvPr/>
        </p:nvCxnSpPr>
        <p:spPr>
          <a:xfrm>
            <a:off x="5199182" y="4892040"/>
            <a:ext cx="2785455" cy="0"/>
          </a:xfrm>
          <a:prstGeom prst="straightConnector1">
            <a:avLst/>
          </a:prstGeom>
          <a:noFill/>
          <a:ln w="19050" cap="flat" cmpd="sng">
            <a:solidFill>
              <a:schemeClr val="dk1"/>
            </a:solidFill>
            <a:prstDash val="solid"/>
            <a:round/>
            <a:headEnd type="none" w="sm" len="sm"/>
            <a:tailEnd type="none" w="sm" len="sm"/>
          </a:ln>
        </p:spPr>
      </p:cxnSp>
      <p:sp>
        <p:nvSpPr>
          <p:cNvPr id="971" name="Google Shape;971;p27"/>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49</a:t>
            </a:fld>
            <a:endParaRPr sz="1067">
              <a:solidFill>
                <a:schemeClr val="accent5"/>
              </a:solidFill>
              <a:latin typeface="Calibri"/>
              <a:ea typeface="Calibri"/>
              <a:cs typeface="Calibri"/>
              <a:sym typeface="Calibri"/>
            </a:endParaRPr>
          </a:p>
        </p:txBody>
      </p:sp>
    </p:spTree>
    <p:extLst>
      <p:ext uri="{BB962C8B-B14F-4D97-AF65-F5344CB8AC3E}">
        <p14:creationId xmlns:p14="http://schemas.microsoft.com/office/powerpoint/2010/main" val="2067706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76"/>
        <p:cNvGrpSpPr/>
        <p:nvPr/>
      </p:nvGrpSpPr>
      <p:grpSpPr>
        <a:xfrm>
          <a:off x="0" y="0"/>
          <a:ext cx="0" cy="0"/>
          <a:chOff x="0" y="0"/>
          <a:chExt cx="0" cy="0"/>
        </a:xfrm>
      </p:grpSpPr>
      <p:sp>
        <p:nvSpPr>
          <p:cNvPr id="987" name="Rectangle 986"/>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77" name="Google Shape;977;p28"/>
          <p:cNvSpPr/>
          <p:nvPr/>
        </p:nvSpPr>
        <p:spPr>
          <a:xfrm>
            <a:off x="548640" y="731520"/>
            <a:ext cx="11064240" cy="2194560"/>
          </a:xfrm>
          <a:prstGeom prst="rect">
            <a:avLst/>
          </a:prstGeom>
          <a:solidFill>
            <a:schemeClr val="dk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78" name="Google Shape;978;p28"/>
          <p:cNvSpPr/>
          <p:nvPr/>
        </p:nvSpPr>
        <p:spPr>
          <a:xfrm>
            <a:off x="914400" y="1554480"/>
            <a:ext cx="548640" cy="548640"/>
          </a:xfrm>
          <a:prstGeom prst="rect">
            <a:avLst/>
          </a:prstGeom>
          <a:solidFill>
            <a:schemeClr val="accent4"/>
          </a:solidFill>
          <a:ln>
            <a:noFill/>
          </a:ln>
        </p:spPr>
        <p:txBody>
          <a:bodyPr spcFirstLastPara="1" wrap="square" lIns="0" tIns="0" rIns="0" bIns="0" anchor="ctr" anchorCtr="0">
            <a:noAutofit/>
          </a:bodyPr>
          <a:lstStyle/>
          <a:p>
            <a:pPr algn="ctr">
              <a:buClr>
                <a:schemeClr val="lt1"/>
              </a:buClr>
              <a:buSzPts val="2400"/>
            </a:pPr>
            <a:r>
              <a:rPr lang="en-US" sz="2400" b="1">
                <a:solidFill>
                  <a:schemeClr val="lt1"/>
                </a:solidFill>
                <a:latin typeface="Calibri"/>
                <a:ea typeface="Calibri"/>
                <a:cs typeface="Calibri"/>
                <a:sym typeface="Calibri"/>
              </a:rPr>
              <a:t>1</a:t>
            </a:r>
            <a:endParaRPr sz="2400">
              <a:solidFill>
                <a:schemeClr val="dk1"/>
              </a:solidFill>
              <a:latin typeface="Calibri"/>
              <a:ea typeface="Calibri"/>
              <a:cs typeface="Calibri"/>
              <a:sym typeface="Calibri"/>
            </a:endParaRPr>
          </a:p>
        </p:txBody>
      </p:sp>
      <p:sp>
        <p:nvSpPr>
          <p:cNvPr id="979" name="Google Shape;979;p28"/>
          <p:cNvSpPr txBox="1"/>
          <p:nvPr/>
        </p:nvSpPr>
        <p:spPr>
          <a:xfrm>
            <a:off x="1737360" y="914400"/>
            <a:ext cx="9326880" cy="1828800"/>
          </a:xfrm>
          <a:prstGeom prst="rect">
            <a:avLst/>
          </a:prstGeom>
          <a:noFill/>
          <a:ln>
            <a:noFill/>
          </a:ln>
        </p:spPr>
        <p:txBody>
          <a:bodyPr spcFirstLastPara="1" wrap="square" lIns="0" tIns="0" rIns="0" bIns="0" anchor="ctr" anchorCtr="0">
            <a:noAutofit/>
          </a:bodyPr>
          <a:lstStyle/>
          <a:p>
            <a:pPr>
              <a:buClr>
                <a:schemeClr val="lt1"/>
              </a:buClr>
              <a:buSzPts val="3200"/>
            </a:pPr>
            <a:r>
              <a:rPr lang="en-US" sz="3200" b="1">
                <a:solidFill>
                  <a:schemeClr val="lt1"/>
                </a:solidFill>
                <a:latin typeface="Calibri"/>
                <a:ea typeface="Calibri"/>
                <a:cs typeface="Calibri"/>
                <a:sym typeface="Calibri"/>
              </a:rPr>
              <a:t>F1 combines recall and precision by computing its harmonic mean</a:t>
            </a:r>
            <a:endParaRPr sz="3200">
              <a:solidFill>
                <a:schemeClr val="dk1"/>
              </a:solidFill>
              <a:latin typeface="Calibri"/>
              <a:ea typeface="Calibri"/>
              <a:cs typeface="Calibri"/>
              <a:sym typeface="Calibri"/>
            </a:endParaRPr>
          </a:p>
        </p:txBody>
      </p:sp>
      <p:sp>
        <p:nvSpPr>
          <p:cNvPr id="980" name="Google Shape;980;p28"/>
          <p:cNvSpPr/>
          <p:nvPr/>
        </p:nvSpPr>
        <p:spPr>
          <a:xfrm>
            <a:off x="548640" y="3246120"/>
            <a:ext cx="5440680" cy="283464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81" name="Google Shape;981;p28"/>
          <p:cNvSpPr/>
          <p:nvPr/>
        </p:nvSpPr>
        <p:spPr>
          <a:xfrm>
            <a:off x="914400" y="3611880"/>
            <a:ext cx="548640" cy="548640"/>
          </a:xfrm>
          <a:prstGeom prst="rect">
            <a:avLst/>
          </a:prstGeom>
          <a:solidFill>
            <a:schemeClr val="accent4"/>
          </a:solidFill>
          <a:ln>
            <a:noFill/>
          </a:ln>
        </p:spPr>
        <p:txBody>
          <a:bodyPr spcFirstLastPara="1" wrap="square" lIns="0" tIns="0" rIns="0" bIns="0" anchor="ctr" anchorCtr="0">
            <a:noAutofit/>
          </a:bodyPr>
          <a:lstStyle/>
          <a:p>
            <a:pPr algn="ctr">
              <a:buClr>
                <a:schemeClr val="lt1"/>
              </a:buClr>
              <a:buSzPts val="2400"/>
            </a:pPr>
            <a:r>
              <a:rPr lang="en-US" sz="2400" b="1">
                <a:solidFill>
                  <a:schemeClr val="lt1"/>
                </a:solidFill>
                <a:latin typeface="Calibri"/>
                <a:ea typeface="Calibri"/>
                <a:cs typeface="Calibri"/>
                <a:sym typeface="Calibri"/>
              </a:rPr>
              <a:t>2</a:t>
            </a:r>
            <a:endParaRPr sz="2400">
              <a:solidFill>
                <a:schemeClr val="dk1"/>
              </a:solidFill>
              <a:latin typeface="Calibri"/>
              <a:ea typeface="Calibri"/>
              <a:cs typeface="Calibri"/>
              <a:sym typeface="Calibri"/>
            </a:endParaRPr>
          </a:p>
        </p:txBody>
      </p:sp>
      <p:sp>
        <p:nvSpPr>
          <p:cNvPr id="982" name="Google Shape;982;p28"/>
          <p:cNvSpPr txBox="1"/>
          <p:nvPr/>
        </p:nvSpPr>
        <p:spPr>
          <a:xfrm>
            <a:off x="914400" y="4434840"/>
            <a:ext cx="4937760" cy="1417320"/>
          </a:xfrm>
          <a:prstGeom prst="rect">
            <a:avLst/>
          </a:prstGeom>
          <a:noFill/>
          <a:ln>
            <a:noFill/>
          </a:ln>
        </p:spPr>
        <p:txBody>
          <a:bodyPr spcFirstLastPara="1" wrap="square" lIns="0" tIns="0" rIns="0" bIns="0" anchor="t" anchorCtr="0">
            <a:noAutofit/>
          </a:bodyPr>
          <a:lstStyle/>
          <a:p>
            <a:pPr>
              <a:buClr>
                <a:schemeClr val="dk1"/>
              </a:buClr>
              <a:buSzPts val="2400"/>
            </a:pPr>
            <a:r>
              <a:rPr lang="en-US" sz="2400">
                <a:solidFill>
                  <a:schemeClr val="dk1"/>
                </a:solidFill>
                <a:latin typeface="Calibri"/>
                <a:ea typeface="Calibri"/>
                <a:cs typeface="Calibri"/>
                <a:sym typeface="Calibri"/>
              </a:rPr>
              <a:t>This means that it is dragged towards the lower of the two</a:t>
            </a:r>
            <a:endParaRPr sz="2400">
              <a:solidFill>
                <a:schemeClr val="dk1"/>
              </a:solidFill>
              <a:latin typeface="Calibri"/>
              <a:ea typeface="Calibri"/>
              <a:cs typeface="Calibri"/>
              <a:sym typeface="Calibri"/>
            </a:endParaRPr>
          </a:p>
        </p:txBody>
      </p:sp>
      <p:sp>
        <p:nvSpPr>
          <p:cNvPr id="983" name="Google Shape;983;p28"/>
          <p:cNvSpPr/>
          <p:nvPr/>
        </p:nvSpPr>
        <p:spPr>
          <a:xfrm>
            <a:off x="6172200" y="3246120"/>
            <a:ext cx="5440680" cy="283464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84" name="Google Shape;984;p28"/>
          <p:cNvSpPr/>
          <p:nvPr/>
        </p:nvSpPr>
        <p:spPr>
          <a:xfrm>
            <a:off x="6537960" y="3611880"/>
            <a:ext cx="548640" cy="548640"/>
          </a:xfrm>
          <a:prstGeom prst="rect">
            <a:avLst/>
          </a:prstGeom>
          <a:solidFill>
            <a:schemeClr val="accent4"/>
          </a:solidFill>
          <a:ln>
            <a:noFill/>
          </a:ln>
        </p:spPr>
        <p:txBody>
          <a:bodyPr spcFirstLastPara="1" wrap="square" lIns="0" tIns="0" rIns="0" bIns="0" anchor="ctr" anchorCtr="0">
            <a:noAutofit/>
          </a:bodyPr>
          <a:lstStyle/>
          <a:p>
            <a:pPr algn="ctr">
              <a:buClr>
                <a:schemeClr val="lt1"/>
              </a:buClr>
              <a:buSzPts val="2400"/>
            </a:pPr>
            <a:r>
              <a:rPr lang="en-US" sz="2400" b="1">
                <a:solidFill>
                  <a:schemeClr val="lt1"/>
                </a:solidFill>
                <a:latin typeface="Calibri"/>
                <a:ea typeface="Calibri"/>
                <a:cs typeface="Calibri"/>
                <a:sym typeface="Calibri"/>
              </a:rPr>
              <a:t>3</a:t>
            </a:r>
            <a:endParaRPr sz="2400">
              <a:solidFill>
                <a:schemeClr val="dk1"/>
              </a:solidFill>
              <a:latin typeface="Calibri"/>
              <a:ea typeface="Calibri"/>
              <a:cs typeface="Calibri"/>
              <a:sym typeface="Calibri"/>
            </a:endParaRPr>
          </a:p>
        </p:txBody>
      </p:sp>
      <p:sp>
        <p:nvSpPr>
          <p:cNvPr id="985" name="Google Shape;985;p28"/>
          <p:cNvSpPr txBox="1"/>
          <p:nvPr/>
        </p:nvSpPr>
        <p:spPr>
          <a:xfrm>
            <a:off x="6537960" y="4434840"/>
            <a:ext cx="4937760" cy="1417320"/>
          </a:xfrm>
          <a:prstGeom prst="rect">
            <a:avLst/>
          </a:prstGeom>
          <a:noFill/>
          <a:ln>
            <a:noFill/>
          </a:ln>
        </p:spPr>
        <p:txBody>
          <a:bodyPr spcFirstLastPara="1" wrap="square" lIns="0" tIns="0" rIns="0" bIns="0" anchor="t" anchorCtr="0">
            <a:noAutofit/>
          </a:bodyPr>
          <a:lstStyle/>
          <a:p>
            <a:pPr>
              <a:buClr>
                <a:schemeClr val="dk1"/>
              </a:buClr>
              <a:buSzPts val="2400"/>
            </a:pPr>
            <a:r>
              <a:rPr lang="en-US" sz="2400">
                <a:solidFill>
                  <a:schemeClr val="dk1"/>
                </a:solidFill>
                <a:latin typeface="Calibri"/>
                <a:ea typeface="Calibri"/>
                <a:cs typeface="Calibri"/>
                <a:sym typeface="Calibri"/>
              </a:rPr>
              <a:t>You cannot hide a terrible recall behind a great precision, or the reverse</a:t>
            </a:r>
            <a:endParaRPr sz="2400">
              <a:solidFill>
                <a:schemeClr val="dk1"/>
              </a:solidFill>
              <a:latin typeface="Calibri"/>
              <a:ea typeface="Calibri"/>
              <a:cs typeface="Calibri"/>
              <a:sym typeface="Calibri"/>
            </a:endParaRPr>
          </a:p>
        </p:txBody>
      </p:sp>
      <p:sp>
        <p:nvSpPr>
          <p:cNvPr id="986" name="Google Shape;986;p28"/>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50</a:t>
            </a:fld>
            <a:endParaRPr sz="1067">
              <a:solidFill>
                <a:schemeClr val="accent5"/>
              </a:solidFill>
              <a:latin typeface="Calibri"/>
              <a:ea typeface="Calibri"/>
              <a:cs typeface="Calibri"/>
              <a:sym typeface="Calibri"/>
            </a:endParaRPr>
          </a:p>
        </p:txBody>
      </p:sp>
    </p:spTree>
    <p:extLst>
      <p:ext uri="{BB962C8B-B14F-4D97-AF65-F5344CB8AC3E}">
        <p14:creationId xmlns:p14="http://schemas.microsoft.com/office/powerpoint/2010/main" val="10060862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1006" name="Rectangle 1005"/>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92" name="Google Shape;992;p29"/>
          <p:cNvSpPr txBox="1">
            <a:spLocks noGrp="1"/>
          </p:cNvSpPr>
          <p:nvPr>
            <p:ph type="title"/>
          </p:nvPr>
        </p:nvSpPr>
        <p:spPr>
          <a:xfrm>
            <a:off x="731520" y="365760"/>
            <a:ext cx="10728960" cy="853440"/>
          </a:xfrm>
          <a:prstGeom prst="rect">
            <a:avLst/>
          </a:prstGeom>
          <a:noFill/>
          <a:ln>
            <a:noFill/>
          </a:ln>
        </p:spPr>
        <p:txBody>
          <a:bodyPr spcFirstLastPara="1" wrap="square" lIns="0" tIns="0" rIns="0" bIns="0" rtlCol="0" anchor="ctr" anchorCtr="0">
            <a:noAutofit/>
          </a:bodyPr>
          <a:lstStyle/>
          <a:p>
            <a:r>
              <a:rPr lang="en-US" sz="3733">
                <a:solidFill>
                  <a:srgbClr val="1B1F3B"/>
                </a:solidFill>
              </a:rPr>
              <a:t>F1 example (blocked)</a:t>
            </a:r>
            <a:endParaRPr/>
          </a:p>
        </p:txBody>
      </p:sp>
      <p:sp>
        <p:nvSpPr>
          <p:cNvPr id="993" name="Google Shape;993;p29"/>
          <p:cNvSpPr/>
          <p:nvPr/>
        </p:nvSpPr>
        <p:spPr>
          <a:xfrm>
            <a:off x="1097280" y="1371600"/>
            <a:ext cx="9966960" cy="356616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994" name="Google Shape;994;p29"/>
          <p:cNvSpPr txBox="1"/>
          <p:nvPr/>
        </p:nvSpPr>
        <p:spPr>
          <a:xfrm>
            <a:off x="3500980" y="2131695"/>
            <a:ext cx="1432075" cy="582931"/>
          </a:xfrm>
          <a:prstGeom prst="rect">
            <a:avLst/>
          </a:prstGeom>
          <a:noFill/>
          <a:ln>
            <a:noFill/>
          </a:ln>
        </p:spPr>
        <p:txBody>
          <a:bodyPr spcFirstLastPara="1" wrap="square" lIns="0" tIns="0" rIns="0" bIns="0" anchor="ctr" anchorCtr="0">
            <a:noAutofit/>
          </a:bodyPr>
          <a:lstStyle/>
          <a:p>
            <a:pPr>
              <a:buClr>
                <a:schemeClr val="dk1"/>
              </a:buClr>
              <a:buSzPts val="3400"/>
            </a:pPr>
            <a:r>
              <a:rPr lang="en-US" sz="3400" b="1">
                <a:solidFill>
                  <a:schemeClr val="dk1"/>
                </a:solidFill>
                <a:latin typeface="Calibri"/>
                <a:ea typeface="Calibri"/>
                <a:cs typeface="Calibri"/>
                <a:sym typeface="Calibri"/>
              </a:rPr>
              <a:t>F1 = 2 ×</a:t>
            </a:r>
            <a:endParaRPr sz="3400">
              <a:solidFill>
                <a:schemeClr val="dk1"/>
              </a:solidFill>
              <a:latin typeface="Calibri"/>
              <a:ea typeface="Calibri"/>
              <a:cs typeface="Calibri"/>
              <a:sym typeface="Calibri"/>
            </a:endParaRPr>
          </a:p>
        </p:txBody>
      </p:sp>
      <p:sp>
        <p:nvSpPr>
          <p:cNvPr id="995" name="Google Shape;995;p29"/>
          <p:cNvSpPr txBox="1"/>
          <p:nvPr/>
        </p:nvSpPr>
        <p:spPr>
          <a:xfrm>
            <a:off x="5079357" y="1867661"/>
            <a:ext cx="2307275" cy="582931"/>
          </a:xfrm>
          <a:prstGeom prst="rect">
            <a:avLst/>
          </a:prstGeom>
          <a:noFill/>
          <a:ln>
            <a:noFill/>
          </a:ln>
        </p:spPr>
        <p:txBody>
          <a:bodyPr spcFirstLastPara="1" wrap="square" lIns="0" tIns="0" rIns="0" bIns="0" anchor="b" anchorCtr="0">
            <a:noAutofit/>
          </a:bodyPr>
          <a:lstStyle/>
          <a:p>
            <a:pPr algn="ctr">
              <a:buClr>
                <a:schemeClr val="dk1"/>
              </a:buClr>
              <a:buSzPts val="3400"/>
            </a:pPr>
            <a:r>
              <a:rPr lang="en-US" sz="3400">
                <a:solidFill>
                  <a:schemeClr val="dk1"/>
                </a:solidFill>
                <a:latin typeface="Calibri"/>
                <a:ea typeface="Calibri"/>
                <a:cs typeface="Calibri"/>
                <a:sym typeface="Calibri"/>
              </a:rPr>
              <a:t>0.33 × 0.50</a:t>
            </a:r>
            <a:endParaRPr sz="3400">
              <a:solidFill>
                <a:schemeClr val="dk1"/>
              </a:solidFill>
              <a:latin typeface="Calibri"/>
              <a:ea typeface="Calibri"/>
              <a:cs typeface="Calibri"/>
              <a:sym typeface="Calibri"/>
            </a:endParaRPr>
          </a:p>
        </p:txBody>
      </p:sp>
      <p:sp>
        <p:nvSpPr>
          <p:cNvPr id="996" name="Google Shape;996;p29"/>
          <p:cNvSpPr txBox="1"/>
          <p:nvPr/>
        </p:nvSpPr>
        <p:spPr>
          <a:xfrm>
            <a:off x="5079357" y="2487168"/>
            <a:ext cx="2307275" cy="582931"/>
          </a:xfrm>
          <a:prstGeom prst="rect">
            <a:avLst/>
          </a:prstGeom>
          <a:noFill/>
          <a:ln>
            <a:noFill/>
          </a:ln>
        </p:spPr>
        <p:txBody>
          <a:bodyPr spcFirstLastPara="1" wrap="square" lIns="0" tIns="0" rIns="0" bIns="0" anchor="t" anchorCtr="0">
            <a:noAutofit/>
          </a:bodyPr>
          <a:lstStyle/>
          <a:p>
            <a:pPr algn="ctr">
              <a:buClr>
                <a:schemeClr val="dk1"/>
              </a:buClr>
              <a:buSzPts val="3400"/>
            </a:pPr>
            <a:r>
              <a:rPr lang="en-US" sz="3400">
                <a:solidFill>
                  <a:schemeClr val="dk1"/>
                </a:solidFill>
                <a:latin typeface="Calibri"/>
                <a:ea typeface="Calibri"/>
                <a:cs typeface="Calibri"/>
                <a:sym typeface="Calibri"/>
              </a:rPr>
              <a:t>0.33 + 0.50</a:t>
            </a:r>
            <a:endParaRPr sz="3400">
              <a:solidFill>
                <a:schemeClr val="dk1"/>
              </a:solidFill>
              <a:latin typeface="Calibri"/>
              <a:ea typeface="Calibri"/>
              <a:cs typeface="Calibri"/>
              <a:sym typeface="Calibri"/>
            </a:endParaRPr>
          </a:p>
        </p:txBody>
      </p:sp>
      <p:cxnSp>
        <p:nvCxnSpPr>
          <p:cNvPr id="997" name="Google Shape;997;p29"/>
          <p:cNvCxnSpPr/>
          <p:nvPr/>
        </p:nvCxnSpPr>
        <p:spPr>
          <a:xfrm>
            <a:off x="5125077" y="2468880"/>
            <a:ext cx="2215835" cy="0"/>
          </a:xfrm>
          <a:prstGeom prst="straightConnector1">
            <a:avLst/>
          </a:prstGeom>
          <a:noFill/>
          <a:ln w="19050" cap="flat" cmpd="sng">
            <a:solidFill>
              <a:schemeClr val="dk1"/>
            </a:solidFill>
            <a:prstDash val="solid"/>
            <a:round/>
            <a:headEnd type="none" w="sm" len="sm"/>
            <a:tailEnd type="none" w="sm" len="sm"/>
          </a:ln>
        </p:spPr>
      </p:cxnSp>
      <p:sp>
        <p:nvSpPr>
          <p:cNvPr id="998" name="Google Shape;998;p29"/>
          <p:cNvSpPr txBox="1"/>
          <p:nvPr/>
        </p:nvSpPr>
        <p:spPr>
          <a:xfrm>
            <a:off x="7532937" y="2131695"/>
            <a:ext cx="1157780" cy="582931"/>
          </a:xfrm>
          <a:prstGeom prst="rect">
            <a:avLst/>
          </a:prstGeom>
          <a:noFill/>
          <a:ln>
            <a:noFill/>
          </a:ln>
        </p:spPr>
        <p:txBody>
          <a:bodyPr spcFirstLastPara="1" wrap="square" lIns="0" tIns="0" rIns="0" bIns="0" anchor="ctr" anchorCtr="0">
            <a:noAutofit/>
          </a:bodyPr>
          <a:lstStyle/>
          <a:p>
            <a:pPr>
              <a:buClr>
                <a:schemeClr val="dk1"/>
              </a:buClr>
              <a:buSzPts val="3400"/>
            </a:pPr>
            <a:r>
              <a:rPr lang="en-US" sz="3400" b="1">
                <a:solidFill>
                  <a:schemeClr val="dk1"/>
                </a:solidFill>
                <a:latin typeface="Calibri"/>
                <a:ea typeface="Calibri"/>
                <a:cs typeface="Calibri"/>
                <a:sym typeface="Calibri"/>
              </a:rPr>
              <a:t>≈ 0.40</a:t>
            </a:r>
            <a:endParaRPr sz="3400">
              <a:solidFill>
                <a:schemeClr val="dk1"/>
              </a:solidFill>
              <a:latin typeface="Calibri"/>
              <a:ea typeface="Calibri"/>
              <a:cs typeface="Calibri"/>
              <a:sym typeface="Calibri"/>
            </a:endParaRPr>
          </a:p>
        </p:txBody>
      </p:sp>
      <p:sp>
        <p:nvSpPr>
          <p:cNvPr id="999" name="Google Shape;999;p29"/>
          <p:cNvSpPr txBox="1"/>
          <p:nvPr/>
        </p:nvSpPr>
        <p:spPr>
          <a:xfrm>
            <a:off x="3064086" y="3640455"/>
            <a:ext cx="802893" cy="582931"/>
          </a:xfrm>
          <a:prstGeom prst="rect">
            <a:avLst/>
          </a:prstGeom>
          <a:noFill/>
          <a:ln>
            <a:noFill/>
          </a:ln>
        </p:spPr>
        <p:txBody>
          <a:bodyPr spcFirstLastPara="1" wrap="square" lIns="0" tIns="0" rIns="0" bIns="0" anchor="ctr" anchorCtr="0">
            <a:noAutofit/>
          </a:bodyPr>
          <a:lstStyle/>
          <a:p>
            <a:pPr>
              <a:buClr>
                <a:schemeClr val="dk1"/>
              </a:buClr>
              <a:buSzPts val="3400"/>
            </a:pPr>
            <a:r>
              <a:rPr lang="en-US" sz="3400" b="1">
                <a:solidFill>
                  <a:schemeClr val="dk1"/>
                </a:solidFill>
                <a:latin typeface="Calibri"/>
                <a:ea typeface="Calibri"/>
                <a:cs typeface="Calibri"/>
                <a:sym typeface="Calibri"/>
              </a:rPr>
              <a:t>F1 =</a:t>
            </a:r>
            <a:endParaRPr sz="3400">
              <a:solidFill>
                <a:schemeClr val="dk1"/>
              </a:solidFill>
              <a:latin typeface="Calibri"/>
              <a:ea typeface="Calibri"/>
              <a:cs typeface="Calibri"/>
              <a:sym typeface="Calibri"/>
            </a:endParaRPr>
          </a:p>
        </p:txBody>
      </p:sp>
      <p:sp>
        <p:nvSpPr>
          <p:cNvPr id="1000" name="Google Shape;1000;p29"/>
          <p:cNvSpPr txBox="1"/>
          <p:nvPr/>
        </p:nvSpPr>
        <p:spPr>
          <a:xfrm>
            <a:off x="4013284" y="3376421"/>
            <a:ext cx="2691037" cy="582931"/>
          </a:xfrm>
          <a:prstGeom prst="rect">
            <a:avLst/>
          </a:prstGeom>
          <a:noFill/>
          <a:ln>
            <a:noFill/>
          </a:ln>
        </p:spPr>
        <p:txBody>
          <a:bodyPr spcFirstLastPara="1" wrap="square" lIns="0" tIns="0" rIns="0" bIns="0" anchor="b" anchorCtr="0">
            <a:noAutofit/>
          </a:bodyPr>
          <a:lstStyle/>
          <a:p>
            <a:pPr algn="ctr">
              <a:buClr>
                <a:schemeClr val="dk1"/>
              </a:buClr>
              <a:buSzPts val="3400"/>
            </a:pPr>
            <a:r>
              <a:rPr lang="en-US" sz="3400">
                <a:solidFill>
                  <a:schemeClr val="dk1"/>
                </a:solidFill>
                <a:latin typeface="Calibri"/>
                <a:ea typeface="Calibri"/>
                <a:cs typeface="Calibri"/>
                <a:sym typeface="Calibri"/>
              </a:rPr>
              <a:t>2 × 5</a:t>
            </a:r>
            <a:endParaRPr sz="3400">
              <a:solidFill>
                <a:schemeClr val="dk1"/>
              </a:solidFill>
              <a:latin typeface="Calibri"/>
              <a:ea typeface="Calibri"/>
              <a:cs typeface="Calibri"/>
              <a:sym typeface="Calibri"/>
            </a:endParaRPr>
          </a:p>
        </p:txBody>
      </p:sp>
      <p:sp>
        <p:nvSpPr>
          <p:cNvPr id="1001" name="Google Shape;1001;p29"/>
          <p:cNvSpPr txBox="1"/>
          <p:nvPr/>
        </p:nvSpPr>
        <p:spPr>
          <a:xfrm>
            <a:off x="4013284" y="3995928"/>
            <a:ext cx="2691037" cy="582931"/>
          </a:xfrm>
          <a:prstGeom prst="rect">
            <a:avLst/>
          </a:prstGeom>
          <a:noFill/>
          <a:ln>
            <a:noFill/>
          </a:ln>
        </p:spPr>
        <p:txBody>
          <a:bodyPr spcFirstLastPara="1" wrap="square" lIns="0" tIns="0" rIns="0" bIns="0" anchor="t" anchorCtr="0">
            <a:noAutofit/>
          </a:bodyPr>
          <a:lstStyle/>
          <a:p>
            <a:pPr algn="ctr">
              <a:buClr>
                <a:schemeClr val="dk1"/>
              </a:buClr>
              <a:buSzPts val="3400"/>
            </a:pPr>
            <a:r>
              <a:rPr lang="en-US" sz="3400">
                <a:solidFill>
                  <a:schemeClr val="dk1"/>
                </a:solidFill>
                <a:latin typeface="Calibri"/>
                <a:ea typeface="Calibri"/>
                <a:cs typeface="Calibri"/>
                <a:sym typeface="Calibri"/>
              </a:rPr>
              <a:t>2 × 5 + 10 + 5</a:t>
            </a:r>
            <a:endParaRPr sz="3400">
              <a:solidFill>
                <a:schemeClr val="dk1"/>
              </a:solidFill>
              <a:latin typeface="Calibri"/>
              <a:ea typeface="Calibri"/>
              <a:cs typeface="Calibri"/>
              <a:sym typeface="Calibri"/>
            </a:endParaRPr>
          </a:p>
        </p:txBody>
      </p:sp>
      <p:cxnSp>
        <p:nvCxnSpPr>
          <p:cNvPr id="1002" name="Google Shape;1002;p29"/>
          <p:cNvCxnSpPr/>
          <p:nvPr/>
        </p:nvCxnSpPr>
        <p:spPr>
          <a:xfrm>
            <a:off x="4059004" y="3977640"/>
            <a:ext cx="2599597" cy="0"/>
          </a:xfrm>
          <a:prstGeom prst="straightConnector1">
            <a:avLst/>
          </a:prstGeom>
          <a:noFill/>
          <a:ln w="19050" cap="flat" cmpd="sng">
            <a:solidFill>
              <a:schemeClr val="dk1"/>
            </a:solidFill>
            <a:prstDash val="solid"/>
            <a:round/>
            <a:headEnd type="none" w="sm" len="sm"/>
            <a:tailEnd type="none" w="sm" len="sm"/>
          </a:ln>
        </p:spPr>
      </p:cxnSp>
      <p:sp>
        <p:nvSpPr>
          <p:cNvPr id="1003" name="Google Shape;1003;p29"/>
          <p:cNvSpPr txBox="1"/>
          <p:nvPr/>
        </p:nvSpPr>
        <p:spPr>
          <a:xfrm>
            <a:off x="6850625" y="3640455"/>
            <a:ext cx="2276985" cy="582931"/>
          </a:xfrm>
          <a:prstGeom prst="rect">
            <a:avLst/>
          </a:prstGeom>
          <a:noFill/>
          <a:ln>
            <a:noFill/>
          </a:ln>
        </p:spPr>
        <p:txBody>
          <a:bodyPr spcFirstLastPara="1" wrap="square" lIns="0" tIns="0" rIns="0" bIns="0" anchor="ctr" anchorCtr="0">
            <a:noAutofit/>
          </a:bodyPr>
          <a:lstStyle/>
          <a:p>
            <a:pPr>
              <a:buClr>
                <a:schemeClr val="dk1"/>
              </a:buClr>
              <a:buSzPts val="3400"/>
            </a:pPr>
            <a:r>
              <a:rPr lang="en-US" sz="3400" b="1">
                <a:solidFill>
                  <a:schemeClr val="dk1"/>
                </a:solidFill>
                <a:latin typeface="Calibri"/>
                <a:ea typeface="Calibri"/>
                <a:cs typeface="Calibri"/>
                <a:sym typeface="Calibri"/>
              </a:rPr>
              <a:t>= 0.40 (40%)</a:t>
            </a:r>
            <a:endParaRPr sz="3400">
              <a:solidFill>
                <a:schemeClr val="dk1"/>
              </a:solidFill>
              <a:latin typeface="Calibri"/>
              <a:ea typeface="Calibri"/>
              <a:cs typeface="Calibri"/>
              <a:sym typeface="Calibri"/>
            </a:endParaRPr>
          </a:p>
        </p:txBody>
      </p:sp>
      <p:sp>
        <p:nvSpPr>
          <p:cNvPr id="1004" name="Google Shape;1004;p29"/>
          <p:cNvSpPr/>
          <p:nvPr/>
        </p:nvSpPr>
        <p:spPr>
          <a:xfrm>
            <a:off x="548640" y="5166360"/>
            <a:ext cx="11064240" cy="1097280"/>
          </a:xfrm>
          <a:prstGeom prst="rect">
            <a:avLst/>
          </a:prstGeom>
          <a:solidFill>
            <a:schemeClr val="dk1"/>
          </a:solidFill>
          <a:ln>
            <a:noFill/>
          </a:ln>
        </p:spPr>
        <p:txBody>
          <a:bodyPr spcFirstLastPara="1" wrap="square" lIns="355600" tIns="355600" rIns="355600" bIns="355600" anchor="ctr" anchorCtr="0">
            <a:noAutofit/>
          </a:bodyPr>
          <a:lstStyle/>
          <a:p>
            <a:pPr>
              <a:buClr>
                <a:schemeClr val="lt1"/>
              </a:buClr>
              <a:buSzPts val="2400"/>
            </a:pPr>
            <a:r>
              <a:rPr lang="en-US" sz="2400">
                <a:solidFill>
                  <a:schemeClr val="lt1"/>
                </a:solidFill>
                <a:latin typeface="Calibri"/>
                <a:ea typeface="Calibri"/>
                <a:cs typeface="Calibri"/>
                <a:sym typeface="Calibri"/>
              </a:rPr>
              <a:t>Precision 0.33 and recall 0.50 average to 0.42, but F1 is 0.40. </a:t>
            </a:r>
            <a:r>
              <a:rPr lang="en-US" sz="2400" b="1">
                <a:solidFill>
                  <a:schemeClr val="lt1"/>
                </a:solidFill>
                <a:latin typeface="Calibri"/>
                <a:ea typeface="Calibri"/>
                <a:cs typeface="Calibri"/>
                <a:sym typeface="Calibri"/>
              </a:rPr>
              <a:t>It is pulled towards the lower of the two.</a:t>
            </a:r>
            <a:endParaRPr sz="2400">
              <a:solidFill>
                <a:schemeClr val="dk1"/>
              </a:solidFill>
              <a:latin typeface="Calibri"/>
              <a:ea typeface="Calibri"/>
              <a:cs typeface="Calibri"/>
              <a:sym typeface="Calibri"/>
            </a:endParaRPr>
          </a:p>
        </p:txBody>
      </p:sp>
      <p:sp>
        <p:nvSpPr>
          <p:cNvPr id="1005" name="Google Shape;1005;p29"/>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51</a:t>
            </a:fld>
            <a:endParaRPr sz="1067">
              <a:solidFill>
                <a:schemeClr val="accent5"/>
              </a:solidFill>
              <a:latin typeface="Calibri"/>
              <a:ea typeface="Calibri"/>
              <a:cs typeface="Calibri"/>
              <a:sym typeface="Calibri"/>
            </a:endParaRPr>
          </a:p>
        </p:txBody>
      </p:sp>
    </p:spTree>
    <p:extLst>
      <p:ext uri="{BB962C8B-B14F-4D97-AF65-F5344CB8AC3E}">
        <p14:creationId xmlns:p14="http://schemas.microsoft.com/office/powerpoint/2010/main" val="39203063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010"/>
        <p:cNvGrpSpPr/>
        <p:nvPr/>
      </p:nvGrpSpPr>
      <p:grpSpPr>
        <a:xfrm>
          <a:off x="0" y="0"/>
          <a:ext cx="0" cy="0"/>
          <a:chOff x="0" y="0"/>
          <a:chExt cx="0" cy="0"/>
        </a:xfrm>
      </p:grpSpPr>
      <p:sp>
        <p:nvSpPr>
          <p:cNvPr id="1020" name="Rectangle 1019"/>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11" name="Google Shape;1011;p30"/>
          <p:cNvSpPr txBox="1">
            <a:spLocks noGrp="1"/>
          </p:cNvSpPr>
          <p:nvPr>
            <p:ph type="title"/>
          </p:nvPr>
        </p:nvSpPr>
        <p:spPr>
          <a:xfrm>
            <a:off x="731520" y="365760"/>
            <a:ext cx="10728960" cy="853440"/>
          </a:xfrm>
          <a:prstGeom prst="rect">
            <a:avLst/>
          </a:prstGeom>
          <a:noFill/>
          <a:ln>
            <a:noFill/>
          </a:ln>
        </p:spPr>
        <p:txBody>
          <a:bodyPr spcFirstLastPara="1" wrap="square" lIns="0" tIns="0" rIns="0" bIns="0" rtlCol="0" anchor="ctr" anchorCtr="0">
            <a:noAutofit/>
          </a:bodyPr>
          <a:lstStyle/>
          <a:p>
            <a:r>
              <a:rPr lang="en-US" sz="3733">
                <a:solidFill>
                  <a:srgbClr val="1B1F3B"/>
                </a:solidFill>
              </a:rPr>
              <a:t>Macro F1: score each class, then average</a:t>
            </a:r>
            <a:endParaRPr/>
          </a:p>
        </p:txBody>
      </p:sp>
      <p:graphicFrame>
        <p:nvGraphicFramePr>
          <p:cNvPr id="1012" name="Google Shape;1012;p30"/>
          <p:cNvGraphicFramePr/>
          <p:nvPr/>
        </p:nvGraphicFramePr>
        <p:xfrm>
          <a:off x="548640" y="1508760"/>
          <a:ext cx="7086628" cy="4206251"/>
        </p:xfrm>
        <a:graphic>
          <a:graphicData uri="http://schemas.openxmlformats.org/drawingml/2006/table">
            <a:tbl>
              <a:tblPr>
                <a:noFill/>
              </a:tblPr>
              <a:tblGrid>
                <a:gridCol w="2011675">
                  <a:extLst>
                    <a:ext uri="{9D8B030D-6E8A-4147-A177-3AD203B41FA5}">
                      <a16:colId xmlns:a16="http://schemas.microsoft.com/office/drawing/2014/main" val="20000"/>
                    </a:ext>
                  </a:extLst>
                </a:gridCol>
                <a:gridCol w="1691651">
                  <a:extLst>
                    <a:ext uri="{9D8B030D-6E8A-4147-A177-3AD203B41FA5}">
                      <a16:colId xmlns:a16="http://schemas.microsoft.com/office/drawing/2014/main" val="20001"/>
                    </a:ext>
                  </a:extLst>
                </a:gridCol>
                <a:gridCol w="1691651">
                  <a:extLst>
                    <a:ext uri="{9D8B030D-6E8A-4147-A177-3AD203B41FA5}">
                      <a16:colId xmlns:a16="http://schemas.microsoft.com/office/drawing/2014/main" val="20002"/>
                    </a:ext>
                  </a:extLst>
                </a:gridCol>
                <a:gridCol w="1691651">
                  <a:extLst>
                    <a:ext uri="{9D8B030D-6E8A-4147-A177-3AD203B41FA5}">
                      <a16:colId xmlns:a16="http://schemas.microsoft.com/office/drawing/2014/main" val="20003"/>
                    </a:ext>
                  </a:extLst>
                </a:gridCol>
              </a:tblGrid>
              <a:tr h="548651">
                <a:tc>
                  <a:txBody>
                    <a:bodyPr/>
                    <a:lstStyle/>
                    <a:p>
                      <a:pPr marL="0" marR="0" lvl="0" indent="0" algn="l" rtl="0">
                        <a:spcBef>
                          <a:spcPts val="0"/>
                        </a:spcBef>
                        <a:spcAft>
                          <a:spcPts val="0"/>
                        </a:spcAft>
                        <a:buClr>
                          <a:schemeClr val="dk1"/>
                        </a:buClr>
                        <a:buSzPts val="1200"/>
                        <a:buFont typeface="Calibri"/>
                        <a:buNone/>
                      </a:pPr>
                      <a:endParaRPr sz="1200" u="none" strike="noStrike" cap="none"/>
                    </a:p>
                  </a:txBody>
                  <a:tcPr marL="91451" marR="91451" marT="45725" marB="457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lt1"/>
                        </a:buClr>
                        <a:buSzPts val="1800"/>
                        <a:buFont typeface="Calibri"/>
                        <a:buNone/>
                      </a:pPr>
                      <a:r>
                        <a:rPr lang="en-US" sz="1800" b="1" u="none" strike="noStrike" cap="none">
                          <a:solidFill>
                            <a:schemeClr val="lt1"/>
                          </a:solidFill>
                        </a:rPr>
                        <a:t>Precision</a:t>
                      </a:r>
                      <a:endParaRPr sz="18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Clr>
                          <a:schemeClr val="lt1"/>
                        </a:buClr>
                        <a:buSzPts val="1800"/>
                        <a:buFont typeface="Calibri"/>
                        <a:buNone/>
                      </a:pPr>
                      <a:r>
                        <a:rPr lang="en-US" sz="1800" b="1" u="none" strike="noStrike" cap="none">
                          <a:solidFill>
                            <a:schemeClr val="lt1"/>
                          </a:solidFill>
                        </a:rPr>
                        <a:t>Recall</a:t>
                      </a:r>
                      <a:endParaRPr sz="18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Clr>
                          <a:schemeClr val="lt1"/>
                        </a:buClr>
                        <a:buSzPts val="1800"/>
                        <a:buFont typeface="Calibri"/>
                        <a:buNone/>
                      </a:pPr>
                      <a:r>
                        <a:rPr lang="en-US" sz="1800" b="1" u="none" strike="noStrike" cap="none">
                          <a:solidFill>
                            <a:schemeClr val="lt1"/>
                          </a:solidFill>
                        </a:rPr>
                        <a:t>F1</a:t>
                      </a:r>
                      <a:endParaRPr sz="18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914400">
                <a:tc>
                  <a:txBody>
                    <a:bodyPr/>
                    <a:lstStyle/>
                    <a:p>
                      <a:pPr marL="0" marR="0" lvl="0" indent="0" algn="ctr" rtl="0">
                        <a:spcBef>
                          <a:spcPts val="0"/>
                        </a:spcBef>
                        <a:spcAft>
                          <a:spcPts val="0"/>
                        </a:spcAft>
                        <a:buClr>
                          <a:schemeClr val="lt1"/>
                        </a:buClr>
                        <a:buSzPts val="1800"/>
                        <a:buFont typeface="Calibri"/>
                        <a:buNone/>
                      </a:pPr>
                      <a:r>
                        <a:rPr lang="en-US" sz="1800" b="1" u="none" strike="noStrike" cap="none">
                          <a:solidFill>
                            <a:schemeClr val="lt1"/>
                          </a:solidFill>
                        </a:rPr>
                        <a:t>Free</a:t>
                      </a:r>
                      <a:endParaRPr sz="18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Clr>
                          <a:schemeClr val="dk1"/>
                        </a:buClr>
                        <a:buSzPts val="2600"/>
                        <a:buFont typeface="Calibri"/>
                        <a:buNone/>
                      </a:pPr>
                      <a:r>
                        <a:rPr lang="en-US" sz="2600" b="1" u="none" strike="noStrike" cap="none">
                          <a:solidFill>
                            <a:schemeClr val="dk1"/>
                          </a:solidFill>
                        </a:rPr>
                        <a:t>0.99</a:t>
                      </a:r>
                      <a:endParaRPr sz="26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2"/>
                    </a:solidFill>
                  </a:tcPr>
                </a:tc>
                <a:tc>
                  <a:txBody>
                    <a:bodyPr/>
                    <a:lstStyle/>
                    <a:p>
                      <a:pPr marL="0" marR="0" lvl="0" indent="0" algn="ctr" rtl="0">
                        <a:spcBef>
                          <a:spcPts val="0"/>
                        </a:spcBef>
                        <a:spcAft>
                          <a:spcPts val="0"/>
                        </a:spcAft>
                        <a:buClr>
                          <a:schemeClr val="dk1"/>
                        </a:buClr>
                        <a:buSzPts val="2600"/>
                        <a:buFont typeface="Calibri"/>
                        <a:buNone/>
                      </a:pPr>
                      <a:r>
                        <a:rPr lang="en-US" sz="2600" b="1" u="none" strike="noStrike" cap="none">
                          <a:solidFill>
                            <a:schemeClr val="dk1"/>
                          </a:solidFill>
                        </a:rPr>
                        <a:t>0.98</a:t>
                      </a:r>
                      <a:endParaRPr sz="26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2"/>
                    </a:solidFill>
                  </a:tcPr>
                </a:tc>
                <a:tc>
                  <a:txBody>
                    <a:bodyPr/>
                    <a:lstStyle/>
                    <a:p>
                      <a:pPr marL="0" marR="0" lvl="0" indent="0" algn="ctr" rtl="0">
                        <a:spcBef>
                          <a:spcPts val="0"/>
                        </a:spcBef>
                        <a:spcAft>
                          <a:spcPts val="0"/>
                        </a:spcAft>
                        <a:buClr>
                          <a:schemeClr val="dk1"/>
                        </a:buClr>
                        <a:buSzPts val="2600"/>
                        <a:buFont typeface="Calibri"/>
                        <a:buNone/>
                      </a:pPr>
                      <a:r>
                        <a:rPr lang="en-US" sz="2600" b="1" u="none" strike="noStrike" cap="none">
                          <a:solidFill>
                            <a:schemeClr val="dk1"/>
                          </a:solidFill>
                        </a:rPr>
                        <a:t>0.98</a:t>
                      </a:r>
                      <a:endParaRPr sz="26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2"/>
                    </a:solidFill>
                  </a:tcPr>
                </a:tc>
                <a:extLst>
                  <a:ext uri="{0D108BD9-81ED-4DB2-BD59-A6C34878D82A}">
                    <a16:rowId xmlns:a16="http://schemas.microsoft.com/office/drawing/2014/main" val="10001"/>
                  </a:ext>
                </a:extLst>
              </a:tr>
              <a:tr h="914400">
                <a:tc>
                  <a:txBody>
                    <a:bodyPr/>
                    <a:lstStyle/>
                    <a:p>
                      <a:pPr marL="0" marR="0" lvl="0" indent="0" algn="ctr" rtl="0">
                        <a:spcBef>
                          <a:spcPts val="0"/>
                        </a:spcBef>
                        <a:spcAft>
                          <a:spcPts val="0"/>
                        </a:spcAft>
                        <a:buClr>
                          <a:schemeClr val="lt1"/>
                        </a:buClr>
                        <a:buSzPts val="1800"/>
                        <a:buFont typeface="Calibri"/>
                        <a:buNone/>
                      </a:pPr>
                      <a:r>
                        <a:rPr lang="en-US" sz="1800" b="1" u="none" strike="noStrike" cap="none">
                          <a:solidFill>
                            <a:schemeClr val="lt1"/>
                          </a:solidFill>
                        </a:rPr>
                        <a:t>Congested</a:t>
                      </a:r>
                      <a:endParaRPr sz="18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Clr>
                          <a:schemeClr val="dk1"/>
                        </a:buClr>
                        <a:buSzPts val="2600"/>
                        <a:buFont typeface="Calibri"/>
                        <a:buNone/>
                      </a:pPr>
                      <a:r>
                        <a:rPr lang="en-US" sz="2600" b="1" u="none" strike="noStrike" cap="none">
                          <a:solidFill>
                            <a:schemeClr val="dk1"/>
                          </a:solidFill>
                        </a:rPr>
                        <a:t>0.67</a:t>
                      </a:r>
                      <a:endParaRPr sz="26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2"/>
                    </a:solidFill>
                  </a:tcPr>
                </a:tc>
                <a:tc>
                  <a:txBody>
                    <a:bodyPr/>
                    <a:lstStyle/>
                    <a:p>
                      <a:pPr marL="0" marR="0" lvl="0" indent="0" algn="ctr" rtl="0">
                        <a:spcBef>
                          <a:spcPts val="0"/>
                        </a:spcBef>
                        <a:spcAft>
                          <a:spcPts val="0"/>
                        </a:spcAft>
                        <a:buClr>
                          <a:schemeClr val="dk1"/>
                        </a:buClr>
                        <a:buSzPts val="2600"/>
                        <a:buFont typeface="Calibri"/>
                        <a:buNone/>
                      </a:pPr>
                      <a:r>
                        <a:rPr lang="en-US" sz="2600" b="1" u="none" strike="noStrike" cap="none">
                          <a:solidFill>
                            <a:schemeClr val="dk1"/>
                          </a:solidFill>
                        </a:rPr>
                        <a:t>0.70</a:t>
                      </a:r>
                      <a:endParaRPr sz="26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2"/>
                    </a:solidFill>
                  </a:tcPr>
                </a:tc>
                <a:tc>
                  <a:txBody>
                    <a:bodyPr/>
                    <a:lstStyle/>
                    <a:p>
                      <a:pPr marL="0" marR="0" lvl="0" indent="0" algn="ctr" rtl="0">
                        <a:spcBef>
                          <a:spcPts val="0"/>
                        </a:spcBef>
                        <a:spcAft>
                          <a:spcPts val="0"/>
                        </a:spcAft>
                        <a:buClr>
                          <a:schemeClr val="dk1"/>
                        </a:buClr>
                        <a:buSzPts val="2600"/>
                        <a:buFont typeface="Calibri"/>
                        <a:buNone/>
                      </a:pPr>
                      <a:r>
                        <a:rPr lang="en-US" sz="2600" b="1" u="none" strike="noStrike" cap="none">
                          <a:solidFill>
                            <a:schemeClr val="dk1"/>
                          </a:solidFill>
                        </a:rPr>
                        <a:t>0.69</a:t>
                      </a:r>
                      <a:endParaRPr sz="26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2"/>
                    </a:solidFill>
                  </a:tcPr>
                </a:tc>
                <a:extLst>
                  <a:ext uri="{0D108BD9-81ED-4DB2-BD59-A6C34878D82A}">
                    <a16:rowId xmlns:a16="http://schemas.microsoft.com/office/drawing/2014/main" val="10002"/>
                  </a:ext>
                </a:extLst>
              </a:tr>
              <a:tr h="914400">
                <a:tc>
                  <a:txBody>
                    <a:bodyPr/>
                    <a:lstStyle/>
                    <a:p>
                      <a:pPr marL="0" marR="0" lvl="0" indent="0" algn="ctr" rtl="0">
                        <a:spcBef>
                          <a:spcPts val="0"/>
                        </a:spcBef>
                        <a:spcAft>
                          <a:spcPts val="0"/>
                        </a:spcAft>
                        <a:buClr>
                          <a:schemeClr val="lt1"/>
                        </a:buClr>
                        <a:buSzPts val="1800"/>
                        <a:buFont typeface="Calibri"/>
                        <a:buNone/>
                      </a:pPr>
                      <a:r>
                        <a:rPr lang="en-US" sz="1800" b="1" u="none" strike="noStrike" cap="none">
                          <a:solidFill>
                            <a:schemeClr val="lt1"/>
                          </a:solidFill>
                        </a:rPr>
                        <a:t>Blocked</a:t>
                      </a:r>
                      <a:endParaRPr sz="18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Clr>
                          <a:schemeClr val="dk1"/>
                        </a:buClr>
                        <a:buSzPts val="2600"/>
                        <a:buFont typeface="Calibri"/>
                        <a:buNone/>
                      </a:pPr>
                      <a:r>
                        <a:rPr lang="en-US" sz="2600" b="1" u="none" strike="noStrike" cap="none">
                          <a:solidFill>
                            <a:schemeClr val="dk1"/>
                          </a:solidFill>
                        </a:rPr>
                        <a:t>0.33</a:t>
                      </a:r>
                      <a:endParaRPr sz="26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2"/>
                    </a:solidFill>
                  </a:tcPr>
                </a:tc>
                <a:tc>
                  <a:txBody>
                    <a:bodyPr/>
                    <a:lstStyle/>
                    <a:p>
                      <a:pPr marL="0" marR="0" lvl="0" indent="0" algn="ctr" rtl="0">
                        <a:spcBef>
                          <a:spcPts val="0"/>
                        </a:spcBef>
                        <a:spcAft>
                          <a:spcPts val="0"/>
                        </a:spcAft>
                        <a:buClr>
                          <a:schemeClr val="dk1"/>
                        </a:buClr>
                        <a:buSzPts val="2600"/>
                        <a:buFont typeface="Calibri"/>
                        <a:buNone/>
                      </a:pPr>
                      <a:r>
                        <a:rPr lang="en-US" sz="2600" b="1" u="none" strike="noStrike" cap="none">
                          <a:solidFill>
                            <a:schemeClr val="dk1"/>
                          </a:solidFill>
                        </a:rPr>
                        <a:t>0.50</a:t>
                      </a:r>
                      <a:endParaRPr sz="26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2"/>
                    </a:solidFill>
                  </a:tcPr>
                </a:tc>
                <a:tc>
                  <a:txBody>
                    <a:bodyPr/>
                    <a:lstStyle/>
                    <a:p>
                      <a:pPr marL="0" marR="0" lvl="0" indent="0" algn="ctr" rtl="0">
                        <a:spcBef>
                          <a:spcPts val="0"/>
                        </a:spcBef>
                        <a:spcAft>
                          <a:spcPts val="0"/>
                        </a:spcAft>
                        <a:buClr>
                          <a:schemeClr val="dk1"/>
                        </a:buClr>
                        <a:buSzPts val="2600"/>
                        <a:buFont typeface="Calibri"/>
                        <a:buNone/>
                      </a:pPr>
                      <a:r>
                        <a:rPr lang="en-US" sz="2600" b="1" u="none" strike="noStrike" cap="none">
                          <a:solidFill>
                            <a:schemeClr val="dk1"/>
                          </a:solidFill>
                        </a:rPr>
                        <a:t>0.40</a:t>
                      </a:r>
                      <a:endParaRPr sz="26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2"/>
                    </a:solidFill>
                  </a:tcPr>
                </a:tc>
                <a:extLst>
                  <a:ext uri="{0D108BD9-81ED-4DB2-BD59-A6C34878D82A}">
                    <a16:rowId xmlns:a16="http://schemas.microsoft.com/office/drawing/2014/main" val="10003"/>
                  </a:ext>
                </a:extLst>
              </a:tr>
              <a:tr h="914400">
                <a:tc>
                  <a:txBody>
                    <a:bodyPr/>
                    <a:lstStyle/>
                    <a:p>
                      <a:pPr marL="0" marR="0" lvl="0" indent="0" algn="ctr" rtl="0">
                        <a:spcBef>
                          <a:spcPts val="0"/>
                        </a:spcBef>
                        <a:spcAft>
                          <a:spcPts val="0"/>
                        </a:spcAft>
                        <a:buClr>
                          <a:schemeClr val="lt1"/>
                        </a:buClr>
                        <a:buSzPts val="1800"/>
                        <a:buFont typeface="Calibri"/>
                        <a:buNone/>
                      </a:pPr>
                      <a:r>
                        <a:rPr lang="en-US" sz="1800" b="1" u="none" strike="noStrike" cap="none">
                          <a:solidFill>
                            <a:schemeClr val="lt1"/>
                          </a:solidFill>
                        </a:rPr>
                        <a:t>Macro average</a:t>
                      </a:r>
                      <a:endParaRPr sz="18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4"/>
                    </a:solidFill>
                  </a:tcPr>
                </a:tc>
                <a:tc>
                  <a:txBody>
                    <a:bodyPr/>
                    <a:lstStyle/>
                    <a:p>
                      <a:pPr marL="0" marR="0" lvl="0" indent="0" algn="ctr" rtl="0">
                        <a:spcBef>
                          <a:spcPts val="0"/>
                        </a:spcBef>
                        <a:spcAft>
                          <a:spcPts val="0"/>
                        </a:spcAft>
                        <a:buClr>
                          <a:schemeClr val="lt1"/>
                        </a:buClr>
                        <a:buSzPts val="2600"/>
                        <a:buFont typeface="Calibri"/>
                        <a:buNone/>
                      </a:pPr>
                      <a:r>
                        <a:rPr lang="en-US" sz="2600" b="1" u="none" strike="noStrike" cap="none">
                          <a:solidFill>
                            <a:schemeClr val="lt1"/>
                          </a:solidFill>
                        </a:rPr>
                        <a:t>0.66</a:t>
                      </a:r>
                      <a:endParaRPr sz="26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4"/>
                    </a:solidFill>
                  </a:tcPr>
                </a:tc>
                <a:tc>
                  <a:txBody>
                    <a:bodyPr/>
                    <a:lstStyle/>
                    <a:p>
                      <a:pPr marL="0" marR="0" lvl="0" indent="0" algn="ctr" rtl="0">
                        <a:spcBef>
                          <a:spcPts val="0"/>
                        </a:spcBef>
                        <a:spcAft>
                          <a:spcPts val="0"/>
                        </a:spcAft>
                        <a:buClr>
                          <a:schemeClr val="lt1"/>
                        </a:buClr>
                        <a:buSzPts val="2600"/>
                        <a:buFont typeface="Calibri"/>
                        <a:buNone/>
                      </a:pPr>
                      <a:r>
                        <a:rPr lang="en-US" sz="2600" b="1" u="none" strike="noStrike" cap="none">
                          <a:solidFill>
                            <a:schemeClr val="lt1"/>
                          </a:solidFill>
                        </a:rPr>
                        <a:t>0.73</a:t>
                      </a:r>
                      <a:endParaRPr sz="26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4"/>
                    </a:solidFill>
                  </a:tcPr>
                </a:tc>
                <a:tc>
                  <a:txBody>
                    <a:bodyPr/>
                    <a:lstStyle/>
                    <a:p>
                      <a:pPr marL="0" marR="0" lvl="0" indent="0" algn="ctr" rtl="0">
                        <a:spcBef>
                          <a:spcPts val="0"/>
                        </a:spcBef>
                        <a:spcAft>
                          <a:spcPts val="0"/>
                        </a:spcAft>
                        <a:buClr>
                          <a:schemeClr val="lt1"/>
                        </a:buClr>
                        <a:buSzPts val="3000"/>
                        <a:buFont typeface="Calibri"/>
                        <a:buNone/>
                      </a:pPr>
                      <a:r>
                        <a:rPr lang="en-US" sz="3000" b="1" u="none" strike="noStrike" cap="none">
                          <a:solidFill>
                            <a:schemeClr val="lt1"/>
                          </a:solidFill>
                        </a:rPr>
                        <a:t>0.69</a:t>
                      </a:r>
                      <a:endParaRPr sz="30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4"/>
                    </a:solidFill>
                  </a:tcPr>
                </a:tc>
                <a:extLst>
                  <a:ext uri="{0D108BD9-81ED-4DB2-BD59-A6C34878D82A}">
                    <a16:rowId xmlns:a16="http://schemas.microsoft.com/office/drawing/2014/main" val="10004"/>
                  </a:ext>
                </a:extLst>
              </a:tr>
            </a:tbl>
          </a:graphicData>
        </a:graphic>
      </p:graphicFrame>
      <p:sp>
        <p:nvSpPr>
          <p:cNvPr id="1013" name="Google Shape;1013;p30"/>
          <p:cNvSpPr/>
          <p:nvPr/>
        </p:nvSpPr>
        <p:spPr>
          <a:xfrm>
            <a:off x="7909560" y="1508760"/>
            <a:ext cx="3703320" cy="132588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14" name="Google Shape;1014;p30"/>
          <p:cNvSpPr txBox="1"/>
          <p:nvPr/>
        </p:nvSpPr>
        <p:spPr>
          <a:xfrm>
            <a:off x="8183880" y="1600200"/>
            <a:ext cx="3154680" cy="1143000"/>
          </a:xfrm>
          <a:prstGeom prst="rect">
            <a:avLst/>
          </a:prstGeom>
          <a:noFill/>
          <a:ln>
            <a:noFill/>
          </a:ln>
        </p:spPr>
        <p:txBody>
          <a:bodyPr spcFirstLastPara="1" wrap="square" lIns="0" tIns="0" rIns="0" bIns="0" anchor="ctr" anchorCtr="0">
            <a:noAutofit/>
          </a:bodyPr>
          <a:lstStyle/>
          <a:p>
            <a:pPr>
              <a:buClr>
                <a:schemeClr val="dk1"/>
              </a:buClr>
              <a:buSzPts val="1600"/>
            </a:pPr>
            <a:r>
              <a:rPr lang="en-US" sz="1600">
                <a:solidFill>
                  <a:schemeClr val="dk1"/>
                </a:solidFill>
                <a:latin typeface="Calibri"/>
                <a:ea typeface="Calibri"/>
                <a:cs typeface="Calibri"/>
                <a:sym typeface="Calibri"/>
              </a:rPr>
              <a:t>Smarter model, one class vs the rest: compute precision, recall and F1 for each class.</a:t>
            </a:r>
            <a:endParaRPr sz="1600">
              <a:solidFill>
                <a:schemeClr val="dk1"/>
              </a:solidFill>
              <a:latin typeface="Calibri"/>
              <a:ea typeface="Calibri"/>
              <a:cs typeface="Calibri"/>
              <a:sym typeface="Calibri"/>
            </a:endParaRPr>
          </a:p>
        </p:txBody>
      </p:sp>
      <p:sp>
        <p:nvSpPr>
          <p:cNvPr id="1015" name="Google Shape;1015;p30"/>
          <p:cNvSpPr/>
          <p:nvPr/>
        </p:nvSpPr>
        <p:spPr>
          <a:xfrm>
            <a:off x="7909560" y="2948940"/>
            <a:ext cx="3703320" cy="132588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16" name="Google Shape;1016;p30"/>
          <p:cNvSpPr txBox="1"/>
          <p:nvPr/>
        </p:nvSpPr>
        <p:spPr>
          <a:xfrm>
            <a:off x="8183880" y="3040380"/>
            <a:ext cx="3154680" cy="1143000"/>
          </a:xfrm>
          <a:prstGeom prst="rect">
            <a:avLst/>
          </a:prstGeom>
          <a:noFill/>
          <a:ln>
            <a:noFill/>
          </a:ln>
        </p:spPr>
        <p:txBody>
          <a:bodyPr spcFirstLastPara="1" wrap="square" lIns="0" tIns="0" rIns="0" bIns="0" anchor="ctr" anchorCtr="0">
            <a:noAutofit/>
          </a:bodyPr>
          <a:lstStyle/>
          <a:p>
            <a:pPr>
              <a:buClr>
                <a:schemeClr val="dk1"/>
              </a:buClr>
              <a:buSzPts val="1600"/>
            </a:pPr>
            <a:r>
              <a:rPr lang="en-US" sz="1600">
                <a:solidFill>
                  <a:schemeClr val="dk1"/>
                </a:solidFill>
                <a:latin typeface="Calibri"/>
                <a:ea typeface="Calibri"/>
                <a:cs typeface="Calibri"/>
                <a:sym typeface="Calibri"/>
              </a:rPr>
              <a:t>Average the three F1 scores with equal weight: (0.98 + 0.69 + 0.40) / 3 = 0.69</a:t>
            </a:r>
            <a:endParaRPr sz="1600">
              <a:solidFill>
                <a:schemeClr val="dk1"/>
              </a:solidFill>
              <a:latin typeface="Calibri"/>
              <a:ea typeface="Calibri"/>
              <a:cs typeface="Calibri"/>
              <a:sym typeface="Calibri"/>
            </a:endParaRPr>
          </a:p>
        </p:txBody>
      </p:sp>
      <p:sp>
        <p:nvSpPr>
          <p:cNvPr id="1017" name="Google Shape;1017;p30"/>
          <p:cNvSpPr/>
          <p:nvPr/>
        </p:nvSpPr>
        <p:spPr>
          <a:xfrm>
            <a:off x="7909560" y="4389120"/>
            <a:ext cx="3703320" cy="132588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18" name="Google Shape;1018;p30"/>
          <p:cNvSpPr txBox="1"/>
          <p:nvPr/>
        </p:nvSpPr>
        <p:spPr>
          <a:xfrm>
            <a:off x="8183880" y="4480560"/>
            <a:ext cx="3154680" cy="1143000"/>
          </a:xfrm>
          <a:prstGeom prst="rect">
            <a:avLst/>
          </a:prstGeom>
          <a:noFill/>
          <a:ln>
            <a:noFill/>
          </a:ln>
        </p:spPr>
        <p:txBody>
          <a:bodyPr spcFirstLastPara="1" wrap="square" lIns="0" tIns="0" rIns="0" bIns="0" anchor="ctr" anchorCtr="0">
            <a:noAutofit/>
          </a:bodyPr>
          <a:lstStyle/>
          <a:p>
            <a:pPr>
              <a:buClr>
                <a:schemeClr val="dk1"/>
              </a:buClr>
              <a:buSzPts val="1600"/>
            </a:pPr>
            <a:r>
              <a:rPr lang="en-US" sz="1600">
                <a:solidFill>
                  <a:schemeClr val="dk1"/>
                </a:solidFill>
                <a:latin typeface="Calibri"/>
                <a:ea typeface="Calibri"/>
                <a:cs typeface="Calibri"/>
                <a:sym typeface="Calibri"/>
              </a:rPr>
              <a:t>Rare classes count as much as common ones, so a weak Blocked score pulls the average down.</a:t>
            </a:r>
            <a:endParaRPr sz="1600">
              <a:solidFill>
                <a:schemeClr val="dk1"/>
              </a:solidFill>
              <a:latin typeface="Calibri"/>
              <a:ea typeface="Calibri"/>
              <a:cs typeface="Calibri"/>
              <a:sym typeface="Calibri"/>
            </a:endParaRPr>
          </a:p>
        </p:txBody>
      </p:sp>
      <p:sp>
        <p:nvSpPr>
          <p:cNvPr id="1019" name="Google Shape;1019;p30"/>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52</a:t>
            </a:fld>
            <a:endParaRPr sz="1067">
              <a:solidFill>
                <a:schemeClr val="accent5"/>
              </a:solidFill>
              <a:latin typeface="Calibri"/>
              <a:ea typeface="Calibri"/>
              <a:cs typeface="Calibri"/>
              <a:sym typeface="Calibri"/>
            </a:endParaRPr>
          </a:p>
        </p:txBody>
      </p:sp>
    </p:spTree>
    <p:extLst>
      <p:ext uri="{BB962C8B-B14F-4D97-AF65-F5344CB8AC3E}">
        <p14:creationId xmlns:p14="http://schemas.microsoft.com/office/powerpoint/2010/main" val="13389624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024"/>
        <p:cNvGrpSpPr/>
        <p:nvPr/>
      </p:nvGrpSpPr>
      <p:grpSpPr>
        <a:xfrm>
          <a:off x="0" y="0"/>
          <a:ext cx="0" cy="0"/>
          <a:chOff x="0" y="0"/>
          <a:chExt cx="0" cy="0"/>
        </a:xfrm>
      </p:grpSpPr>
      <p:sp>
        <p:nvSpPr>
          <p:cNvPr id="1029" name="Rectangle 1028"/>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25" name="Google Shape;1025;p31"/>
          <p:cNvSpPr txBox="1">
            <a:spLocks noGrp="1"/>
          </p:cNvSpPr>
          <p:nvPr>
            <p:ph type="title"/>
          </p:nvPr>
        </p:nvSpPr>
        <p:spPr>
          <a:xfrm>
            <a:off x="731520" y="365760"/>
            <a:ext cx="10728960" cy="853440"/>
          </a:xfrm>
          <a:prstGeom prst="rect">
            <a:avLst/>
          </a:prstGeom>
          <a:noFill/>
          <a:ln>
            <a:noFill/>
          </a:ln>
        </p:spPr>
        <p:txBody>
          <a:bodyPr spcFirstLastPara="1" wrap="square" lIns="0" tIns="0" rIns="0" bIns="0" rtlCol="0" anchor="ctr" anchorCtr="0">
            <a:noAutofit/>
          </a:bodyPr>
          <a:lstStyle/>
          <a:p>
            <a:r>
              <a:rPr lang="en-US" sz="3733">
                <a:solidFill>
                  <a:srgbClr val="1B1F3B"/>
                </a:solidFill>
              </a:rPr>
              <a:t>Lazy vs smarter model</a:t>
            </a:r>
            <a:endParaRPr/>
          </a:p>
        </p:txBody>
      </p:sp>
      <p:graphicFrame>
        <p:nvGraphicFramePr>
          <p:cNvPr id="1026" name="Google Shape;1026;p31"/>
          <p:cNvGraphicFramePr/>
          <p:nvPr/>
        </p:nvGraphicFramePr>
        <p:xfrm>
          <a:off x="548640" y="1371601"/>
          <a:ext cx="11064251" cy="3840526"/>
        </p:xfrm>
        <a:graphic>
          <a:graphicData uri="http://schemas.openxmlformats.org/drawingml/2006/table">
            <a:tbl>
              <a:tblPr>
                <a:noFill/>
              </a:tblPr>
              <a:tblGrid>
                <a:gridCol w="3566149">
                  <a:extLst>
                    <a:ext uri="{9D8B030D-6E8A-4147-A177-3AD203B41FA5}">
                      <a16:colId xmlns:a16="http://schemas.microsoft.com/office/drawing/2014/main" val="20000"/>
                    </a:ext>
                  </a:extLst>
                </a:gridCol>
                <a:gridCol w="3749051">
                  <a:extLst>
                    <a:ext uri="{9D8B030D-6E8A-4147-A177-3AD203B41FA5}">
                      <a16:colId xmlns:a16="http://schemas.microsoft.com/office/drawing/2014/main" val="20001"/>
                    </a:ext>
                  </a:extLst>
                </a:gridCol>
                <a:gridCol w="3749051">
                  <a:extLst>
                    <a:ext uri="{9D8B030D-6E8A-4147-A177-3AD203B41FA5}">
                      <a16:colId xmlns:a16="http://schemas.microsoft.com/office/drawing/2014/main" val="20002"/>
                    </a:ext>
                  </a:extLst>
                </a:gridCol>
              </a:tblGrid>
              <a:tr h="548651">
                <a:tc>
                  <a:txBody>
                    <a:bodyPr/>
                    <a:lstStyle/>
                    <a:p>
                      <a:pPr marL="0" marR="0" lvl="0" indent="0" algn="l" rtl="0">
                        <a:spcBef>
                          <a:spcPts val="0"/>
                        </a:spcBef>
                        <a:spcAft>
                          <a:spcPts val="0"/>
                        </a:spcAft>
                        <a:buClr>
                          <a:schemeClr val="dk1"/>
                        </a:buClr>
                        <a:buSzPts val="1200"/>
                        <a:buFont typeface="Calibri"/>
                        <a:buNone/>
                      </a:pPr>
                      <a:endParaRPr sz="1200" u="none" strike="noStrike" cap="none"/>
                    </a:p>
                  </a:txBody>
                  <a:tcPr marL="91451" marR="91451" marT="45725" marB="45725">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lt1"/>
                        </a:buClr>
                        <a:buSzPts val="2000"/>
                        <a:buFont typeface="Calibri"/>
                        <a:buNone/>
                      </a:pPr>
                      <a:r>
                        <a:rPr lang="en-US" sz="2000" b="1" u="none" strike="noStrike" cap="none">
                          <a:solidFill>
                            <a:schemeClr val="lt1"/>
                          </a:solidFill>
                        </a:rPr>
                        <a:t>Lazy model</a:t>
                      </a:r>
                      <a:endParaRPr sz="20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Clr>
                          <a:schemeClr val="lt1"/>
                        </a:buClr>
                        <a:buSzPts val="2000"/>
                        <a:buFont typeface="Calibri"/>
                        <a:buNone/>
                      </a:pPr>
                      <a:r>
                        <a:rPr lang="en-US" sz="2000" b="1" u="none" strike="noStrike" cap="none">
                          <a:solidFill>
                            <a:schemeClr val="lt1"/>
                          </a:solidFill>
                        </a:rPr>
                        <a:t>Smarter model</a:t>
                      </a:r>
                      <a:endParaRPr sz="20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658375">
                <a:tc>
                  <a:txBody>
                    <a:bodyPr/>
                    <a:lstStyle/>
                    <a:p>
                      <a:pPr marL="0" marR="0" lvl="0" indent="0" algn="l" rtl="0">
                        <a:spcBef>
                          <a:spcPts val="0"/>
                        </a:spcBef>
                        <a:spcAft>
                          <a:spcPts val="0"/>
                        </a:spcAft>
                        <a:buClr>
                          <a:schemeClr val="dk1"/>
                        </a:buClr>
                        <a:buSzPts val="2000"/>
                        <a:buFont typeface="Calibri"/>
                        <a:buNone/>
                      </a:pPr>
                      <a:r>
                        <a:rPr lang="en-US" sz="2000" b="1" u="none" strike="noStrike" cap="none">
                          <a:solidFill>
                            <a:schemeClr val="dk1"/>
                          </a:solidFill>
                        </a:rPr>
                        <a:t>Accuracy</a:t>
                      </a:r>
                      <a:endParaRPr sz="2000" u="none" strike="noStrike" cap="none"/>
                    </a:p>
                  </a:txBody>
                  <a:tcPr marL="182875" marR="0" marT="0" marB="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2"/>
                    </a:solidFill>
                  </a:tcPr>
                </a:tc>
                <a:tc>
                  <a:txBody>
                    <a:bodyPr/>
                    <a:lstStyle/>
                    <a:p>
                      <a:pPr marL="0" marR="0" lvl="0" indent="0" algn="ctr" rtl="0">
                        <a:spcBef>
                          <a:spcPts val="0"/>
                        </a:spcBef>
                        <a:spcAft>
                          <a:spcPts val="0"/>
                        </a:spcAft>
                        <a:buClr>
                          <a:schemeClr val="dk1"/>
                        </a:buClr>
                        <a:buSzPts val="2400"/>
                        <a:buFont typeface="Calibri"/>
                        <a:buNone/>
                      </a:pPr>
                      <a:r>
                        <a:rPr lang="en-US" sz="2400" b="1" u="none" strike="noStrike" cap="none">
                          <a:solidFill>
                            <a:schemeClr val="dk1"/>
                          </a:solidFill>
                        </a:rPr>
                        <a:t>94%</a:t>
                      </a:r>
                      <a:endParaRPr sz="24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2"/>
                    </a:solidFill>
                  </a:tcPr>
                </a:tc>
                <a:tc>
                  <a:txBody>
                    <a:bodyPr/>
                    <a:lstStyle/>
                    <a:p>
                      <a:pPr marL="0" marR="0" lvl="0" indent="0" algn="ctr" rtl="0">
                        <a:spcBef>
                          <a:spcPts val="0"/>
                        </a:spcBef>
                        <a:spcAft>
                          <a:spcPts val="0"/>
                        </a:spcAft>
                        <a:buClr>
                          <a:schemeClr val="dk1"/>
                        </a:buClr>
                        <a:buSzPts val="2400"/>
                        <a:buFont typeface="Calibri"/>
                        <a:buNone/>
                      </a:pPr>
                      <a:r>
                        <a:rPr lang="en-US" sz="2400" b="1" u="none" strike="noStrike" cap="none">
                          <a:solidFill>
                            <a:schemeClr val="dk1"/>
                          </a:solidFill>
                        </a:rPr>
                        <a:t>96%</a:t>
                      </a:r>
                      <a:endParaRPr sz="24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2"/>
                    </a:solidFill>
                  </a:tcPr>
                </a:tc>
                <a:extLst>
                  <a:ext uri="{0D108BD9-81ED-4DB2-BD59-A6C34878D82A}">
                    <a16:rowId xmlns:a16="http://schemas.microsoft.com/office/drawing/2014/main" val="10001"/>
                  </a:ext>
                </a:extLst>
              </a:tr>
              <a:tr h="658375">
                <a:tc>
                  <a:txBody>
                    <a:bodyPr/>
                    <a:lstStyle/>
                    <a:p>
                      <a:pPr marL="0" marR="0" lvl="0" indent="0" algn="l" rtl="0">
                        <a:spcBef>
                          <a:spcPts val="0"/>
                        </a:spcBef>
                        <a:spcAft>
                          <a:spcPts val="0"/>
                        </a:spcAft>
                        <a:buClr>
                          <a:schemeClr val="dk1"/>
                        </a:buClr>
                        <a:buSzPts val="2000"/>
                        <a:buFont typeface="Calibri"/>
                        <a:buNone/>
                      </a:pPr>
                      <a:r>
                        <a:rPr lang="en-US" sz="2000" b="1" u="none" strike="noStrike" cap="none">
                          <a:solidFill>
                            <a:schemeClr val="dk1"/>
                          </a:solidFill>
                        </a:rPr>
                        <a:t>Blocked recall</a:t>
                      </a:r>
                      <a:endParaRPr sz="2000" u="none" strike="noStrike" cap="none"/>
                    </a:p>
                  </a:txBody>
                  <a:tcPr marL="182875" marR="0" marT="0" marB="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2"/>
                    </a:solidFill>
                  </a:tcPr>
                </a:tc>
                <a:tc>
                  <a:txBody>
                    <a:bodyPr/>
                    <a:lstStyle/>
                    <a:p>
                      <a:pPr marL="0" marR="0" lvl="0" indent="0" algn="ctr" rtl="0">
                        <a:spcBef>
                          <a:spcPts val="0"/>
                        </a:spcBef>
                        <a:spcAft>
                          <a:spcPts val="0"/>
                        </a:spcAft>
                        <a:buClr>
                          <a:schemeClr val="dk1"/>
                        </a:buClr>
                        <a:buSzPts val="2400"/>
                        <a:buFont typeface="Calibri"/>
                        <a:buNone/>
                      </a:pPr>
                      <a:r>
                        <a:rPr lang="en-US" sz="2400" b="1" u="none" strike="noStrike" cap="none">
                          <a:solidFill>
                            <a:schemeClr val="dk1"/>
                          </a:solidFill>
                        </a:rPr>
                        <a:t>0 of 10 (0%)</a:t>
                      </a:r>
                      <a:endParaRPr sz="24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3">
                        <a:alpha val="21961"/>
                      </a:schemeClr>
                    </a:solidFill>
                  </a:tcPr>
                </a:tc>
                <a:tc>
                  <a:txBody>
                    <a:bodyPr/>
                    <a:lstStyle/>
                    <a:p>
                      <a:pPr marL="0" marR="0" lvl="0" indent="0" algn="ctr" rtl="0">
                        <a:spcBef>
                          <a:spcPts val="0"/>
                        </a:spcBef>
                        <a:spcAft>
                          <a:spcPts val="0"/>
                        </a:spcAft>
                        <a:buClr>
                          <a:schemeClr val="dk1"/>
                        </a:buClr>
                        <a:buSzPts val="2400"/>
                        <a:buFont typeface="Calibri"/>
                        <a:buNone/>
                      </a:pPr>
                      <a:r>
                        <a:rPr lang="en-US" sz="2400" b="1" u="none" strike="noStrike" cap="none">
                          <a:solidFill>
                            <a:schemeClr val="dk1"/>
                          </a:solidFill>
                        </a:rPr>
                        <a:t>5 of 10 (50%)</a:t>
                      </a:r>
                      <a:endParaRPr sz="24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2"/>
                    </a:solidFill>
                  </a:tcPr>
                </a:tc>
                <a:extLst>
                  <a:ext uri="{0D108BD9-81ED-4DB2-BD59-A6C34878D82A}">
                    <a16:rowId xmlns:a16="http://schemas.microsoft.com/office/drawing/2014/main" val="10002"/>
                  </a:ext>
                </a:extLst>
              </a:tr>
              <a:tr h="658375">
                <a:tc>
                  <a:txBody>
                    <a:bodyPr/>
                    <a:lstStyle/>
                    <a:p>
                      <a:pPr marL="0" marR="0" lvl="0" indent="0" algn="l" rtl="0">
                        <a:spcBef>
                          <a:spcPts val="0"/>
                        </a:spcBef>
                        <a:spcAft>
                          <a:spcPts val="0"/>
                        </a:spcAft>
                        <a:buClr>
                          <a:schemeClr val="dk1"/>
                        </a:buClr>
                        <a:buSzPts val="2000"/>
                        <a:buFont typeface="Calibri"/>
                        <a:buNone/>
                      </a:pPr>
                      <a:r>
                        <a:rPr lang="en-US" sz="2000" b="1" u="none" strike="noStrike" cap="none">
                          <a:solidFill>
                            <a:schemeClr val="dk1"/>
                          </a:solidFill>
                        </a:rPr>
                        <a:t>Blocked precision</a:t>
                      </a:r>
                      <a:endParaRPr sz="2000" u="none" strike="noStrike" cap="none"/>
                    </a:p>
                  </a:txBody>
                  <a:tcPr marL="182875" marR="0" marT="0" marB="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2"/>
                    </a:solidFill>
                  </a:tcPr>
                </a:tc>
                <a:tc>
                  <a:txBody>
                    <a:bodyPr/>
                    <a:lstStyle/>
                    <a:p>
                      <a:pPr marL="0" marR="0" lvl="0" indent="0" algn="ctr" rtl="0">
                        <a:spcBef>
                          <a:spcPts val="0"/>
                        </a:spcBef>
                        <a:spcAft>
                          <a:spcPts val="0"/>
                        </a:spcAft>
                        <a:buClr>
                          <a:schemeClr val="dk1"/>
                        </a:buClr>
                        <a:buSzPts val="1800"/>
                        <a:buFont typeface="Calibri"/>
                        <a:buNone/>
                      </a:pPr>
                      <a:r>
                        <a:rPr lang="en-US" sz="1800" b="1" u="none" strike="noStrike" cap="none">
                          <a:solidFill>
                            <a:schemeClr val="dk1"/>
                          </a:solidFill>
                        </a:rPr>
                        <a:t>undefined (never predicts blocked)</a:t>
                      </a:r>
                      <a:endParaRPr sz="18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3">
                        <a:alpha val="21961"/>
                      </a:schemeClr>
                    </a:solidFill>
                  </a:tcPr>
                </a:tc>
                <a:tc>
                  <a:txBody>
                    <a:bodyPr/>
                    <a:lstStyle/>
                    <a:p>
                      <a:pPr marL="0" marR="0" lvl="0" indent="0" algn="ctr" rtl="0">
                        <a:spcBef>
                          <a:spcPts val="0"/>
                        </a:spcBef>
                        <a:spcAft>
                          <a:spcPts val="0"/>
                        </a:spcAft>
                        <a:buClr>
                          <a:schemeClr val="dk1"/>
                        </a:buClr>
                        <a:buSzPts val="2400"/>
                        <a:buFont typeface="Calibri"/>
                        <a:buNone/>
                      </a:pPr>
                      <a:r>
                        <a:rPr lang="en-US" sz="2400" b="1" u="none" strike="noStrike" cap="none">
                          <a:solidFill>
                            <a:schemeClr val="dk1"/>
                          </a:solidFill>
                        </a:rPr>
                        <a:t>5 of 15 (33%)</a:t>
                      </a:r>
                      <a:endParaRPr sz="24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2"/>
                    </a:solidFill>
                  </a:tcPr>
                </a:tc>
                <a:extLst>
                  <a:ext uri="{0D108BD9-81ED-4DB2-BD59-A6C34878D82A}">
                    <a16:rowId xmlns:a16="http://schemas.microsoft.com/office/drawing/2014/main" val="10003"/>
                  </a:ext>
                </a:extLst>
              </a:tr>
              <a:tr h="658375">
                <a:tc>
                  <a:txBody>
                    <a:bodyPr/>
                    <a:lstStyle/>
                    <a:p>
                      <a:pPr marL="0" marR="0" lvl="0" indent="0" algn="l" rtl="0">
                        <a:spcBef>
                          <a:spcPts val="0"/>
                        </a:spcBef>
                        <a:spcAft>
                          <a:spcPts val="0"/>
                        </a:spcAft>
                        <a:buClr>
                          <a:schemeClr val="dk1"/>
                        </a:buClr>
                        <a:buSzPts val="2000"/>
                        <a:buFont typeface="Calibri"/>
                        <a:buNone/>
                      </a:pPr>
                      <a:r>
                        <a:rPr lang="en-US" sz="2000" b="1" u="none" strike="noStrike" cap="none">
                          <a:solidFill>
                            <a:schemeClr val="dk1"/>
                          </a:solidFill>
                        </a:rPr>
                        <a:t>Blocked F1</a:t>
                      </a:r>
                      <a:endParaRPr sz="2000" u="none" strike="noStrike" cap="none"/>
                    </a:p>
                  </a:txBody>
                  <a:tcPr marL="182875" marR="0" marT="0" marB="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2"/>
                    </a:solidFill>
                  </a:tcPr>
                </a:tc>
                <a:tc>
                  <a:txBody>
                    <a:bodyPr/>
                    <a:lstStyle/>
                    <a:p>
                      <a:pPr marL="0" marR="0" lvl="0" indent="0" algn="ctr" rtl="0">
                        <a:spcBef>
                          <a:spcPts val="0"/>
                        </a:spcBef>
                        <a:spcAft>
                          <a:spcPts val="0"/>
                        </a:spcAft>
                        <a:buClr>
                          <a:schemeClr val="dk1"/>
                        </a:buClr>
                        <a:buSzPts val="2400"/>
                        <a:buFont typeface="Calibri"/>
                        <a:buNone/>
                      </a:pPr>
                      <a:r>
                        <a:rPr lang="en-US" sz="2400" b="1" u="none" strike="noStrike" cap="none">
                          <a:solidFill>
                            <a:schemeClr val="dk1"/>
                          </a:solidFill>
                        </a:rPr>
                        <a:t>0.00</a:t>
                      </a:r>
                      <a:endParaRPr sz="24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3">
                        <a:alpha val="21961"/>
                      </a:schemeClr>
                    </a:solidFill>
                  </a:tcPr>
                </a:tc>
                <a:tc>
                  <a:txBody>
                    <a:bodyPr/>
                    <a:lstStyle/>
                    <a:p>
                      <a:pPr marL="0" marR="0" lvl="0" indent="0" algn="ctr" rtl="0">
                        <a:spcBef>
                          <a:spcPts val="0"/>
                        </a:spcBef>
                        <a:spcAft>
                          <a:spcPts val="0"/>
                        </a:spcAft>
                        <a:buClr>
                          <a:schemeClr val="dk1"/>
                        </a:buClr>
                        <a:buSzPts val="2400"/>
                        <a:buFont typeface="Calibri"/>
                        <a:buNone/>
                      </a:pPr>
                      <a:r>
                        <a:rPr lang="en-US" sz="2400" b="1" u="none" strike="noStrike" cap="none">
                          <a:solidFill>
                            <a:schemeClr val="dk1"/>
                          </a:solidFill>
                        </a:rPr>
                        <a:t>0.40</a:t>
                      </a:r>
                      <a:endParaRPr sz="24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2"/>
                    </a:solidFill>
                  </a:tcPr>
                </a:tc>
                <a:extLst>
                  <a:ext uri="{0D108BD9-81ED-4DB2-BD59-A6C34878D82A}">
                    <a16:rowId xmlns:a16="http://schemas.microsoft.com/office/drawing/2014/main" val="10004"/>
                  </a:ext>
                </a:extLst>
              </a:tr>
              <a:tr h="658375">
                <a:tc>
                  <a:txBody>
                    <a:bodyPr/>
                    <a:lstStyle/>
                    <a:p>
                      <a:pPr marL="0" marR="0" lvl="0" indent="0" algn="l" rtl="0">
                        <a:spcBef>
                          <a:spcPts val="0"/>
                        </a:spcBef>
                        <a:spcAft>
                          <a:spcPts val="0"/>
                        </a:spcAft>
                        <a:buClr>
                          <a:schemeClr val="dk1"/>
                        </a:buClr>
                        <a:buSzPts val="2000"/>
                        <a:buFont typeface="Calibri"/>
                        <a:buNone/>
                      </a:pPr>
                      <a:r>
                        <a:rPr lang="en-US" sz="2000" b="1" u="none" strike="noStrike" cap="none">
                          <a:solidFill>
                            <a:schemeClr val="dk1"/>
                          </a:solidFill>
                        </a:rPr>
                        <a:t>Macro F1</a:t>
                      </a:r>
                      <a:endParaRPr sz="2000" u="none" strike="noStrike" cap="none"/>
                    </a:p>
                  </a:txBody>
                  <a:tcPr marL="182875" marR="0" marT="0" marB="0"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lt2"/>
                    </a:solidFill>
                  </a:tcPr>
                </a:tc>
                <a:tc>
                  <a:txBody>
                    <a:bodyPr/>
                    <a:lstStyle/>
                    <a:p>
                      <a:pPr marL="0" marR="0" lvl="0" indent="0" algn="ctr" rtl="0">
                        <a:spcBef>
                          <a:spcPts val="0"/>
                        </a:spcBef>
                        <a:spcAft>
                          <a:spcPts val="0"/>
                        </a:spcAft>
                        <a:buClr>
                          <a:schemeClr val="dk1"/>
                        </a:buClr>
                        <a:buSzPts val="2400"/>
                        <a:buFont typeface="Calibri"/>
                        <a:buNone/>
                      </a:pPr>
                      <a:r>
                        <a:rPr lang="en-US" sz="2400" b="1" u="none" strike="noStrike" cap="none">
                          <a:solidFill>
                            <a:schemeClr val="dk1"/>
                          </a:solidFill>
                        </a:rPr>
                        <a:t>0.32</a:t>
                      </a:r>
                      <a:endParaRPr sz="24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3">
                        <a:alpha val="21961"/>
                      </a:schemeClr>
                    </a:solidFill>
                  </a:tcPr>
                </a:tc>
                <a:tc>
                  <a:txBody>
                    <a:bodyPr/>
                    <a:lstStyle/>
                    <a:p>
                      <a:pPr marL="0" marR="0" lvl="0" indent="0" algn="ctr" rtl="0">
                        <a:spcBef>
                          <a:spcPts val="0"/>
                        </a:spcBef>
                        <a:spcAft>
                          <a:spcPts val="0"/>
                        </a:spcAft>
                        <a:buClr>
                          <a:schemeClr val="lt1"/>
                        </a:buClr>
                        <a:buSzPts val="2400"/>
                        <a:buFont typeface="Calibri"/>
                        <a:buNone/>
                      </a:pPr>
                      <a:r>
                        <a:rPr lang="en-US" sz="2400" b="1" u="none" strike="noStrike" cap="none">
                          <a:solidFill>
                            <a:schemeClr val="lt1"/>
                          </a:solidFill>
                        </a:rPr>
                        <a:t>0.69</a:t>
                      </a:r>
                      <a:endParaRPr sz="2400" u="none" strike="noStrike" cap="none"/>
                    </a:p>
                  </a:txBody>
                  <a:tcPr marL="91451" marR="91451" marT="45725" marB="45725" anchor="ctr">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solidFill>
                      <a:schemeClr val="accent1"/>
                    </a:solidFill>
                  </a:tcPr>
                </a:tc>
                <a:extLst>
                  <a:ext uri="{0D108BD9-81ED-4DB2-BD59-A6C34878D82A}">
                    <a16:rowId xmlns:a16="http://schemas.microsoft.com/office/drawing/2014/main" val="10005"/>
                  </a:ext>
                </a:extLst>
              </a:tr>
            </a:tbl>
          </a:graphicData>
        </a:graphic>
      </p:graphicFrame>
      <p:sp>
        <p:nvSpPr>
          <p:cNvPr id="1027" name="Google Shape;1027;p31"/>
          <p:cNvSpPr/>
          <p:nvPr/>
        </p:nvSpPr>
        <p:spPr>
          <a:xfrm>
            <a:off x="548640" y="5486400"/>
            <a:ext cx="11064240" cy="777240"/>
          </a:xfrm>
          <a:prstGeom prst="rect">
            <a:avLst/>
          </a:prstGeom>
          <a:solidFill>
            <a:schemeClr val="dk1"/>
          </a:solidFill>
          <a:ln>
            <a:noFill/>
          </a:ln>
        </p:spPr>
        <p:txBody>
          <a:bodyPr spcFirstLastPara="1" wrap="square" lIns="355600" tIns="355600" rIns="355600" bIns="355600" anchor="ctr" anchorCtr="0">
            <a:noAutofit/>
          </a:bodyPr>
          <a:lstStyle/>
          <a:p>
            <a:pPr>
              <a:buClr>
                <a:schemeClr val="lt1"/>
              </a:buClr>
              <a:buSzPts val="2400"/>
            </a:pPr>
            <a:r>
              <a:rPr lang="en-US" sz="2400">
                <a:solidFill>
                  <a:schemeClr val="lt1"/>
                </a:solidFill>
                <a:latin typeface="Calibri"/>
                <a:ea typeface="Calibri"/>
                <a:cs typeface="Calibri"/>
                <a:sym typeface="Calibri"/>
              </a:rPr>
              <a:t>Accuracy barely moves (94% → 96%). </a:t>
            </a:r>
            <a:r>
              <a:rPr lang="en-US" sz="2400" b="1">
                <a:solidFill>
                  <a:schemeClr val="lt1"/>
                </a:solidFill>
                <a:latin typeface="Calibri"/>
                <a:ea typeface="Calibri"/>
                <a:cs typeface="Calibri"/>
                <a:sym typeface="Calibri"/>
              </a:rPr>
              <a:t>Macro F1 more than doubles (0.32 → 0.69).</a:t>
            </a:r>
            <a:endParaRPr sz="2400">
              <a:solidFill>
                <a:schemeClr val="dk1"/>
              </a:solidFill>
              <a:latin typeface="Calibri"/>
              <a:ea typeface="Calibri"/>
              <a:cs typeface="Calibri"/>
              <a:sym typeface="Calibri"/>
            </a:endParaRPr>
          </a:p>
        </p:txBody>
      </p:sp>
      <p:sp>
        <p:nvSpPr>
          <p:cNvPr id="1028" name="Google Shape;1028;p31"/>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53</a:t>
            </a:fld>
            <a:endParaRPr sz="1067">
              <a:solidFill>
                <a:schemeClr val="accent5"/>
              </a:solidFill>
              <a:latin typeface="Calibri"/>
              <a:ea typeface="Calibri"/>
              <a:cs typeface="Calibri"/>
              <a:sym typeface="Calibri"/>
            </a:endParaRPr>
          </a:p>
        </p:txBody>
      </p:sp>
    </p:spTree>
    <p:extLst>
      <p:ext uri="{BB962C8B-B14F-4D97-AF65-F5344CB8AC3E}">
        <p14:creationId xmlns:p14="http://schemas.microsoft.com/office/powerpoint/2010/main" val="17848326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033"/>
        <p:cNvGrpSpPr/>
        <p:nvPr/>
      </p:nvGrpSpPr>
      <p:grpSpPr>
        <a:xfrm>
          <a:off x="0" y="0"/>
          <a:ext cx="0" cy="0"/>
          <a:chOff x="0" y="0"/>
          <a:chExt cx="0" cy="0"/>
        </a:xfrm>
      </p:grpSpPr>
      <p:sp>
        <p:nvSpPr>
          <p:cNvPr id="1034" name="Google Shape;1034;p32"/>
          <p:cNvSpPr txBox="1"/>
          <p:nvPr/>
        </p:nvSpPr>
        <p:spPr>
          <a:xfrm>
            <a:off x="731520" y="1767840"/>
            <a:ext cx="1828800" cy="487680"/>
          </a:xfrm>
          <a:prstGeom prst="rect">
            <a:avLst/>
          </a:prstGeom>
          <a:noFill/>
          <a:ln>
            <a:noFill/>
          </a:ln>
        </p:spPr>
        <p:txBody>
          <a:bodyPr spcFirstLastPara="1" wrap="square" lIns="0" tIns="0" rIns="0" bIns="0" anchor="ctr" anchorCtr="0">
            <a:noAutofit/>
          </a:bodyPr>
          <a:lstStyle/>
          <a:p>
            <a:pPr>
              <a:buClr>
                <a:schemeClr val="accent5"/>
              </a:buClr>
              <a:buSzPts val="2000"/>
            </a:pPr>
            <a:r>
              <a:rPr lang="en-US" sz="2667" b="1">
                <a:solidFill>
                  <a:srgbClr val="F2A33A"/>
                </a:solidFill>
                <a:latin typeface="Calibri"/>
                <a:ea typeface="Calibri"/>
                <a:cs typeface="Calibri"/>
                <a:sym typeface="Calibri"/>
              </a:rPr>
              <a:t>06</a:t>
            </a:r>
            <a:endParaRPr sz="2000">
              <a:solidFill>
                <a:schemeClr val="dk1"/>
              </a:solidFill>
              <a:latin typeface="Calibri"/>
              <a:ea typeface="Calibri"/>
              <a:cs typeface="Calibri"/>
              <a:sym typeface="Calibri"/>
            </a:endParaRPr>
          </a:p>
        </p:txBody>
      </p:sp>
      <p:sp>
        <p:nvSpPr>
          <p:cNvPr id="1035" name="Google Shape;1035;p32"/>
          <p:cNvSpPr txBox="1">
            <a:spLocks noGrp="1"/>
          </p:cNvSpPr>
          <p:nvPr>
            <p:ph type="title"/>
          </p:nvPr>
        </p:nvSpPr>
        <p:spPr>
          <a:xfrm>
            <a:off x="731520" y="2560320"/>
            <a:ext cx="6400000" cy="1097280"/>
          </a:xfrm>
          <a:prstGeom prst="rect">
            <a:avLst/>
          </a:prstGeom>
          <a:noFill/>
          <a:ln>
            <a:noFill/>
          </a:ln>
        </p:spPr>
        <p:txBody>
          <a:bodyPr spcFirstLastPara="1" wrap="square" lIns="0" tIns="0" rIns="0" bIns="0" rtlCol="0" anchor="ctr" anchorCtr="0">
            <a:noAutofit/>
          </a:bodyPr>
          <a:lstStyle/>
          <a:p>
            <a:r>
              <a:rPr lang="en-US" sz="5333">
                <a:solidFill>
                  <a:srgbClr val="FFFFFF"/>
                </a:solidFill>
              </a:rPr>
              <a:t>The Big Question</a:t>
            </a:r>
            <a:endParaRPr/>
          </a:p>
        </p:txBody>
      </p:sp>
      <p:sp>
        <p:nvSpPr>
          <p:cNvPr id="1036" name="Google Shape;1036;p32"/>
          <p:cNvSpPr/>
          <p:nvPr/>
        </p:nvSpPr>
        <p:spPr>
          <a:xfrm>
            <a:off x="7635240"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37" name="Google Shape;1037;p32"/>
          <p:cNvSpPr/>
          <p:nvPr/>
        </p:nvSpPr>
        <p:spPr>
          <a:xfrm>
            <a:off x="8202168"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38" name="Google Shape;1038;p32"/>
          <p:cNvSpPr/>
          <p:nvPr/>
        </p:nvSpPr>
        <p:spPr>
          <a:xfrm>
            <a:off x="8769096" y="1490472"/>
            <a:ext cx="475488" cy="475488"/>
          </a:xfrm>
          <a:prstGeom prst="rect">
            <a:avLst/>
          </a:pr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39" name="Google Shape;1039;p32"/>
          <p:cNvSpPr/>
          <p:nvPr/>
        </p:nvSpPr>
        <p:spPr>
          <a:xfrm>
            <a:off x="9336024" y="1490472"/>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40" name="Google Shape;1040;p32"/>
          <p:cNvSpPr/>
          <p:nvPr/>
        </p:nvSpPr>
        <p:spPr>
          <a:xfrm>
            <a:off x="9902952"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41" name="Google Shape;1041;p32"/>
          <p:cNvSpPr/>
          <p:nvPr/>
        </p:nvSpPr>
        <p:spPr>
          <a:xfrm>
            <a:off x="10469880"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42" name="Google Shape;1042;p32"/>
          <p:cNvSpPr/>
          <p:nvPr/>
        </p:nvSpPr>
        <p:spPr>
          <a:xfrm>
            <a:off x="11036808"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43" name="Google Shape;1043;p32"/>
          <p:cNvSpPr/>
          <p:nvPr/>
        </p:nvSpPr>
        <p:spPr>
          <a:xfrm>
            <a:off x="7635240"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44" name="Google Shape;1044;p32"/>
          <p:cNvSpPr/>
          <p:nvPr/>
        </p:nvSpPr>
        <p:spPr>
          <a:xfrm>
            <a:off x="8202168"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45" name="Google Shape;1045;p32"/>
          <p:cNvSpPr/>
          <p:nvPr/>
        </p:nvSpPr>
        <p:spPr>
          <a:xfrm>
            <a:off x="8769096"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46" name="Google Shape;1046;p32"/>
          <p:cNvSpPr/>
          <p:nvPr/>
        </p:nvSpPr>
        <p:spPr>
          <a:xfrm>
            <a:off x="9336024"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47" name="Google Shape;1047;p32"/>
          <p:cNvSpPr/>
          <p:nvPr/>
        </p:nvSpPr>
        <p:spPr>
          <a:xfrm>
            <a:off x="9902952" y="2057400"/>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48" name="Google Shape;1048;p32"/>
          <p:cNvSpPr/>
          <p:nvPr/>
        </p:nvSpPr>
        <p:spPr>
          <a:xfrm>
            <a:off x="10469880" y="2057400"/>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49" name="Google Shape;1049;p32"/>
          <p:cNvSpPr/>
          <p:nvPr/>
        </p:nvSpPr>
        <p:spPr>
          <a:xfrm>
            <a:off x="11036808" y="2057400"/>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50" name="Google Shape;1050;p32"/>
          <p:cNvSpPr/>
          <p:nvPr/>
        </p:nvSpPr>
        <p:spPr>
          <a:xfrm>
            <a:off x="7635240"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51" name="Google Shape;1051;p32"/>
          <p:cNvSpPr/>
          <p:nvPr/>
        </p:nvSpPr>
        <p:spPr>
          <a:xfrm>
            <a:off x="8202168"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52" name="Google Shape;1052;p32"/>
          <p:cNvSpPr/>
          <p:nvPr/>
        </p:nvSpPr>
        <p:spPr>
          <a:xfrm>
            <a:off x="8769096" y="2624328"/>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53" name="Google Shape;1053;p32"/>
          <p:cNvSpPr/>
          <p:nvPr/>
        </p:nvSpPr>
        <p:spPr>
          <a:xfrm>
            <a:off x="9336024"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54" name="Google Shape;1054;p32"/>
          <p:cNvSpPr/>
          <p:nvPr/>
        </p:nvSpPr>
        <p:spPr>
          <a:xfrm>
            <a:off x="9902952"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55" name="Google Shape;1055;p32"/>
          <p:cNvSpPr/>
          <p:nvPr/>
        </p:nvSpPr>
        <p:spPr>
          <a:xfrm>
            <a:off x="10469880" y="2624328"/>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56" name="Google Shape;1056;p32"/>
          <p:cNvSpPr/>
          <p:nvPr/>
        </p:nvSpPr>
        <p:spPr>
          <a:xfrm>
            <a:off x="11036808" y="2624328"/>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57" name="Google Shape;1057;p32"/>
          <p:cNvSpPr/>
          <p:nvPr/>
        </p:nvSpPr>
        <p:spPr>
          <a:xfrm>
            <a:off x="7635240"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58" name="Google Shape;1058;p32"/>
          <p:cNvSpPr/>
          <p:nvPr/>
        </p:nvSpPr>
        <p:spPr>
          <a:xfrm>
            <a:off x="8202168"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59" name="Google Shape;1059;p32"/>
          <p:cNvSpPr/>
          <p:nvPr/>
        </p:nvSpPr>
        <p:spPr>
          <a:xfrm>
            <a:off x="8769096"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60" name="Google Shape;1060;p32"/>
          <p:cNvSpPr/>
          <p:nvPr/>
        </p:nvSpPr>
        <p:spPr>
          <a:xfrm>
            <a:off x="9336024" y="3191256"/>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61" name="Google Shape;1061;p32"/>
          <p:cNvSpPr/>
          <p:nvPr/>
        </p:nvSpPr>
        <p:spPr>
          <a:xfrm>
            <a:off x="9902952" y="3191256"/>
            <a:ext cx="475488" cy="475488"/>
          </a:xfrm>
          <a:prstGeom prst="rect">
            <a:avLst/>
          </a:pr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62" name="Google Shape;1062;p32"/>
          <p:cNvSpPr/>
          <p:nvPr/>
        </p:nvSpPr>
        <p:spPr>
          <a:xfrm>
            <a:off x="10469880" y="3191256"/>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63" name="Google Shape;1063;p32"/>
          <p:cNvSpPr/>
          <p:nvPr/>
        </p:nvSpPr>
        <p:spPr>
          <a:xfrm>
            <a:off x="11036808"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64" name="Google Shape;1064;p32"/>
          <p:cNvSpPr/>
          <p:nvPr/>
        </p:nvSpPr>
        <p:spPr>
          <a:xfrm>
            <a:off x="7635240" y="3758184"/>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65" name="Google Shape;1065;p32"/>
          <p:cNvSpPr/>
          <p:nvPr/>
        </p:nvSpPr>
        <p:spPr>
          <a:xfrm>
            <a:off x="8202168" y="3758184"/>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66" name="Google Shape;1066;p32"/>
          <p:cNvSpPr/>
          <p:nvPr/>
        </p:nvSpPr>
        <p:spPr>
          <a:xfrm>
            <a:off x="8769096"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67" name="Google Shape;1067;p32"/>
          <p:cNvSpPr/>
          <p:nvPr/>
        </p:nvSpPr>
        <p:spPr>
          <a:xfrm>
            <a:off x="9336024"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68" name="Google Shape;1068;p32"/>
          <p:cNvSpPr/>
          <p:nvPr/>
        </p:nvSpPr>
        <p:spPr>
          <a:xfrm>
            <a:off x="9902952"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69" name="Google Shape;1069;p32"/>
          <p:cNvSpPr/>
          <p:nvPr/>
        </p:nvSpPr>
        <p:spPr>
          <a:xfrm>
            <a:off x="10469880"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70" name="Google Shape;1070;p32"/>
          <p:cNvSpPr/>
          <p:nvPr/>
        </p:nvSpPr>
        <p:spPr>
          <a:xfrm>
            <a:off x="11036808"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71" name="Google Shape;1071;p32"/>
          <p:cNvSpPr/>
          <p:nvPr/>
        </p:nvSpPr>
        <p:spPr>
          <a:xfrm>
            <a:off x="7635240"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72" name="Google Shape;1072;p32"/>
          <p:cNvSpPr/>
          <p:nvPr/>
        </p:nvSpPr>
        <p:spPr>
          <a:xfrm>
            <a:off x="8202168"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73" name="Google Shape;1073;p32"/>
          <p:cNvSpPr/>
          <p:nvPr/>
        </p:nvSpPr>
        <p:spPr>
          <a:xfrm>
            <a:off x="8769096"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74" name="Google Shape;1074;p32"/>
          <p:cNvSpPr/>
          <p:nvPr/>
        </p:nvSpPr>
        <p:spPr>
          <a:xfrm>
            <a:off x="9336024"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75" name="Google Shape;1075;p32"/>
          <p:cNvSpPr/>
          <p:nvPr/>
        </p:nvSpPr>
        <p:spPr>
          <a:xfrm>
            <a:off x="9902952"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76" name="Google Shape;1076;p32"/>
          <p:cNvSpPr/>
          <p:nvPr/>
        </p:nvSpPr>
        <p:spPr>
          <a:xfrm>
            <a:off x="10469880" y="4325112"/>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77" name="Google Shape;1077;p32"/>
          <p:cNvSpPr/>
          <p:nvPr/>
        </p:nvSpPr>
        <p:spPr>
          <a:xfrm>
            <a:off x="11036808"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78" name="Google Shape;1078;p32"/>
          <p:cNvSpPr/>
          <p:nvPr/>
        </p:nvSpPr>
        <p:spPr>
          <a:xfrm>
            <a:off x="7635240"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79" name="Google Shape;1079;p32"/>
          <p:cNvSpPr/>
          <p:nvPr/>
        </p:nvSpPr>
        <p:spPr>
          <a:xfrm>
            <a:off x="8202168"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80" name="Google Shape;1080;p32"/>
          <p:cNvSpPr/>
          <p:nvPr/>
        </p:nvSpPr>
        <p:spPr>
          <a:xfrm>
            <a:off x="8769096"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81" name="Google Shape;1081;p32"/>
          <p:cNvSpPr/>
          <p:nvPr/>
        </p:nvSpPr>
        <p:spPr>
          <a:xfrm>
            <a:off x="9336024"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82" name="Google Shape;1082;p32"/>
          <p:cNvSpPr/>
          <p:nvPr/>
        </p:nvSpPr>
        <p:spPr>
          <a:xfrm>
            <a:off x="9902952"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83" name="Google Shape;1083;p32"/>
          <p:cNvSpPr/>
          <p:nvPr/>
        </p:nvSpPr>
        <p:spPr>
          <a:xfrm>
            <a:off x="10469880"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84" name="Google Shape;1084;p32"/>
          <p:cNvSpPr/>
          <p:nvPr/>
        </p:nvSpPr>
        <p:spPr>
          <a:xfrm>
            <a:off x="11036808"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085" name="Google Shape;1085;p32"/>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54</a:t>
            </a:fld>
            <a:endParaRPr sz="1067">
              <a:solidFill>
                <a:schemeClr val="accent5"/>
              </a:solidFill>
              <a:latin typeface="Calibri"/>
              <a:ea typeface="Calibri"/>
              <a:cs typeface="Calibri"/>
              <a:sym typeface="Calibri"/>
            </a:endParaRPr>
          </a:p>
        </p:txBody>
      </p:sp>
      <p:sp>
        <p:nvSpPr>
          <p:cNvPr id="1086" name="Rectangle 1085"/>
          <p:cNvSpPr/>
          <p:nvPr/>
        </p:nvSpPr>
        <p:spPr>
          <a:xfrm>
            <a:off x="731520" y="2377440"/>
            <a:ext cx="1097280" cy="85344"/>
          </a:xfrm>
          <a:prstGeom prst="rect">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Tree>
    <p:extLst>
      <p:ext uri="{BB962C8B-B14F-4D97-AF65-F5344CB8AC3E}">
        <p14:creationId xmlns:p14="http://schemas.microsoft.com/office/powerpoint/2010/main" val="3957832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090"/>
        <p:cNvGrpSpPr/>
        <p:nvPr/>
      </p:nvGrpSpPr>
      <p:grpSpPr>
        <a:xfrm>
          <a:off x="0" y="0"/>
          <a:ext cx="0" cy="0"/>
          <a:chOff x="0" y="0"/>
          <a:chExt cx="0" cy="0"/>
        </a:xfrm>
      </p:grpSpPr>
      <p:sp>
        <p:nvSpPr>
          <p:cNvPr id="1091" name="Google Shape;1091;p33"/>
          <p:cNvSpPr txBox="1">
            <a:spLocks noGrp="1"/>
          </p:cNvSpPr>
          <p:nvPr>
            <p:ph type="title"/>
          </p:nvPr>
        </p:nvSpPr>
        <p:spPr>
          <a:xfrm>
            <a:off x="731520" y="1584960"/>
            <a:ext cx="10728960" cy="4267200"/>
          </a:xfrm>
          <a:prstGeom prst="rect">
            <a:avLst/>
          </a:prstGeom>
          <a:noFill/>
          <a:ln>
            <a:noFill/>
          </a:ln>
        </p:spPr>
        <p:txBody>
          <a:bodyPr spcFirstLastPara="1" wrap="square" lIns="0" tIns="0" rIns="0" bIns="0" rtlCol="0" anchor="t" anchorCtr="0">
            <a:noAutofit/>
          </a:bodyPr>
          <a:lstStyle/>
          <a:p>
            <a:r>
              <a:rPr lang="en-US" sz="3733" b="1">
                <a:solidFill>
                  <a:srgbClr val="FFFFFF"/>
                </a:solidFill>
              </a:rPr>
              <a:t>Is incorrectly identifying an open road worse than incorrectly identifying a blocked road?</a:t>
            </a:r>
            <a:endParaRPr/>
          </a:p>
        </p:txBody>
      </p:sp>
      <p:sp>
        <p:nvSpPr>
          <p:cNvPr id="1092" name="Google Shape;1092;p33"/>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55</a:t>
            </a:fld>
            <a:endParaRPr sz="1067">
              <a:solidFill>
                <a:schemeClr val="accent5"/>
              </a:solidFill>
              <a:latin typeface="Calibri"/>
              <a:ea typeface="Calibri"/>
              <a:cs typeface="Calibri"/>
              <a:sym typeface="Calibri"/>
            </a:endParaRPr>
          </a:p>
        </p:txBody>
      </p:sp>
      <p:sp>
        <p:nvSpPr>
          <p:cNvPr id="1093" name="Rectangle 1092"/>
          <p:cNvSpPr/>
          <p:nvPr/>
        </p:nvSpPr>
        <p:spPr>
          <a:xfrm>
            <a:off x="731520" y="1219200"/>
            <a:ext cx="1097280" cy="85344"/>
          </a:xfrm>
          <a:prstGeom prst="rect">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Tree>
    <p:extLst>
      <p:ext uri="{BB962C8B-B14F-4D97-AF65-F5344CB8AC3E}">
        <p14:creationId xmlns:p14="http://schemas.microsoft.com/office/powerpoint/2010/main" val="33947829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097"/>
        <p:cNvGrpSpPr/>
        <p:nvPr/>
      </p:nvGrpSpPr>
      <p:grpSpPr>
        <a:xfrm>
          <a:off x="0" y="0"/>
          <a:ext cx="0" cy="0"/>
          <a:chOff x="0" y="0"/>
          <a:chExt cx="0" cy="0"/>
        </a:xfrm>
      </p:grpSpPr>
      <p:sp>
        <p:nvSpPr>
          <p:cNvPr id="1098" name="Google Shape;1098;p34"/>
          <p:cNvSpPr txBox="1">
            <a:spLocks noGrp="1"/>
          </p:cNvSpPr>
          <p:nvPr>
            <p:ph type="title"/>
          </p:nvPr>
        </p:nvSpPr>
        <p:spPr>
          <a:xfrm>
            <a:off x="731520" y="1584960"/>
            <a:ext cx="10728960" cy="4267200"/>
          </a:xfrm>
          <a:prstGeom prst="rect">
            <a:avLst/>
          </a:prstGeom>
          <a:noFill/>
          <a:ln>
            <a:noFill/>
          </a:ln>
        </p:spPr>
        <p:txBody>
          <a:bodyPr spcFirstLastPara="1" wrap="square" lIns="0" tIns="0" rIns="0" bIns="0" rtlCol="0" anchor="t" anchorCtr="0">
            <a:noAutofit/>
          </a:bodyPr>
          <a:lstStyle/>
          <a:p>
            <a:r>
              <a:rPr lang="en-US" sz="3733" b="1">
                <a:solidFill>
                  <a:srgbClr val="FFFFFF"/>
                </a:solidFill>
              </a:rPr>
              <a:t>Results in Asymmetric Error Costs</a:t>
            </a:r>
            <a:endParaRPr/>
          </a:p>
        </p:txBody>
      </p:sp>
      <p:sp>
        <p:nvSpPr>
          <p:cNvPr id="1099" name="Google Shape;1099;p34"/>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56</a:t>
            </a:fld>
            <a:endParaRPr sz="1067">
              <a:solidFill>
                <a:schemeClr val="accent5"/>
              </a:solidFill>
              <a:latin typeface="Calibri"/>
              <a:ea typeface="Calibri"/>
              <a:cs typeface="Calibri"/>
              <a:sym typeface="Calibri"/>
            </a:endParaRPr>
          </a:p>
        </p:txBody>
      </p:sp>
      <p:sp>
        <p:nvSpPr>
          <p:cNvPr id="1100" name="Rectangle 1099"/>
          <p:cNvSpPr/>
          <p:nvPr/>
        </p:nvSpPr>
        <p:spPr>
          <a:xfrm>
            <a:off x="731520" y="1219200"/>
            <a:ext cx="1097280" cy="85344"/>
          </a:xfrm>
          <a:prstGeom prst="rect">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Tree>
    <p:extLst>
      <p:ext uri="{BB962C8B-B14F-4D97-AF65-F5344CB8AC3E}">
        <p14:creationId xmlns:p14="http://schemas.microsoft.com/office/powerpoint/2010/main" val="1240603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04"/>
        <p:cNvGrpSpPr/>
        <p:nvPr/>
      </p:nvGrpSpPr>
      <p:grpSpPr>
        <a:xfrm>
          <a:off x="0" y="0"/>
          <a:ext cx="0" cy="0"/>
          <a:chOff x="0" y="0"/>
          <a:chExt cx="0" cy="0"/>
        </a:xfrm>
      </p:grpSpPr>
      <p:sp>
        <p:nvSpPr>
          <p:cNvPr id="1116" name="Rectangle 1115"/>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05" name="Google Shape;1105;p35"/>
          <p:cNvSpPr txBox="1">
            <a:spLocks noGrp="1"/>
          </p:cNvSpPr>
          <p:nvPr>
            <p:ph type="title"/>
          </p:nvPr>
        </p:nvSpPr>
        <p:spPr>
          <a:xfrm>
            <a:off x="731520" y="365760"/>
            <a:ext cx="10728960" cy="853440"/>
          </a:xfrm>
          <a:prstGeom prst="rect">
            <a:avLst/>
          </a:prstGeom>
          <a:noFill/>
          <a:ln>
            <a:noFill/>
          </a:ln>
        </p:spPr>
        <p:txBody>
          <a:bodyPr spcFirstLastPara="1" wrap="square" lIns="0" tIns="0" rIns="0" bIns="0" rtlCol="0" anchor="ctr" anchorCtr="0">
            <a:noAutofit/>
          </a:bodyPr>
          <a:lstStyle/>
          <a:p>
            <a:r>
              <a:rPr lang="en-US" sz="3200">
                <a:solidFill>
                  <a:srgbClr val="1B1F3B"/>
                </a:solidFill>
              </a:rPr>
              <a:t>Core idea: the mistakes have different costs</a:t>
            </a:r>
            <a:endParaRPr/>
          </a:p>
        </p:txBody>
      </p:sp>
      <p:sp>
        <p:nvSpPr>
          <p:cNvPr id="1106" name="Google Shape;1106;p35"/>
          <p:cNvSpPr/>
          <p:nvPr/>
        </p:nvSpPr>
        <p:spPr>
          <a:xfrm>
            <a:off x="548640" y="1554480"/>
            <a:ext cx="5440680" cy="3063240"/>
          </a:xfrm>
          <a:prstGeom prst="rect">
            <a:avLst/>
          </a:prstGeom>
          <a:solidFill>
            <a:schemeClr val="accent3">
              <a:alpha val="16078"/>
            </a:scheme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07" name="Google Shape;1107;p35"/>
          <p:cNvSpPr/>
          <p:nvPr/>
        </p:nvSpPr>
        <p:spPr>
          <a:xfrm>
            <a:off x="914400" y="1938528"/>
            <a:ext cx="274320" cy="274320"/>
          </a:xfrm>
          <a:prstGeom prst="rect">
            <a:avLst/>
          </a:pr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08" name="Google Shape;1108;p35"/>
          <p:cNvSpPr txBox="1"/>
          <p:nvPr/>
        </p:nvSpPr>
        <p:spPr>
          <a:xfrm>
            <a:off x="1325880" y="1828800"/>
            <a:ext cx="4389120" cy="502920"/>
          </a:xfrm>
          <a:prstGeom prst="rect">
            <a:avLst/>
          </a:prstGeom>
          <a:noFill/>
          <a:ln>
            <a:noFill/>
          </a:ln>
        </p:spPr>
        <p:txBody>
          <a:bodyPr spcFirstLastPara="1" wrap="square" lIns="0" tIns="0" rIns="0" bIns="0" anchor="ctr" anchorCtr="0">
            <a:noAutofit/>
          </a:bodyPr>
          <a:lstStyle/>
          <a:p>
            <a:pPr>
              <a:buClr>
                <a:schemeClr val="dk1"/>
              </a:buClr>
              <a:buSzPts val="2400"/>
            </a:pPr>
            <a:r>
              <a:rPr lang="en-US" sz="2400" b="1">
                <a:solidFill>
                  <a:schemeClr val="dk1"/>
                </a:solidFill>
                <a:latin typeface="Calibri"/>
                <a:ea typeface="Calibri"/>
                <a:cs typeface="Calibri"/>
                <a:sym typeface="Calibri"/>
              </a:rPr>
              <a:t>False negative — missed hazard</a:t>
            </a:r>
            <a:endParaRPr sz="2400">
              <a:solidFill>
                <a:schemeClr val="dk1"/>
              </a:solidFill>
              <a:latin typeface="Calibri"/>
              <a:ea typeface="Calibri"/>
              <a:cs typeface="Calibri"/>
              <a:sym typeface="Calibri"/>
            </a:endParaRPr>
          </a:p>
        </p:txBody>
      </p:sp>
      <p:sp>
        <p:nvSpPr>
          <p:cNvPr id="1109" name="Google Shape;1109;p35"/>
          <p:cNvSpPr txBox="1"/>
          <p:nvPr/>
        </p:nvSpPr>
        <p:spPr>
          <a:xfrm>
            <a:off x="914400" y="2606040"/>
            <a:ext cx="4709160" cy="1828800"/>
          </a:xfrm>
          <a:prstGeom prst="rect">
            <a:avLst/>
          </a:prstGeom>
          <a:noFill/>
          <a:ln>
            <a:noFill/>
          </a:ln>
        </p:spPr>
        <p:txBody>
          <a:bodyPr spcFirstLastPara="1" wrap="square" lIns="0" tIns="0" rIns="0" bIns="0" anchor="t" anchorCtr="0">
            <a:noAutofit/>
          </a:bodyPr>
          <a:lstStyle/>
          <a:p>
            <a:pPr>
              <a:buClr>
                <a:schemeClr val="dk1"/>
              </a:buClr>
              <a:buSzPts val="2000"/>
            </a:pPr>
            <a:r>
              <a:rPr lang="en-US" sz="2000" b="1">
                <a:solidFill>
                  <a:schemeClr val="dk1"/>
                </a:solidFill>
                <a:latin typeface="Calibri"/>
                <a:ea typeface="Calibri"/>
                <a:cs typeface="Calibri"/>
                <a:sym typeface="Calibri"/>
              </a:rPr>
              <a:t>A blocked road is predicted as passable.</a:t>
            </a:r>
            <a:endParaRPr sz="2000">
              <a:solidFill>
                <a:schemeClr val="dk1"/>
              </a:solidFill>
              <a:latin typeface="Calibri"/>
              <a:ea typeface="Calibri"/>
              <a:cs typeface="Calibri"/>
              <a:sym typeface="Calibri"/>
            </a:endParaRPr>
          </a:p>
          <a:p>
            <a:pPr>
              <a:spcBef>
                <a:spcPts val="1200"/>
              </a:spcBef>
              <a:buClr>
                <a:schemeClr val="dk1"/>
              </a:buClr>
              <a:buSzPts val="2000"/>
            </a:pPr>
            <a:r>
              <a:rPr lang="en-US" sz="2000">
                <a:solidFill>
                  <a:schemeClr val="dk1"/>
                </a:solidFill>
                <a:latin typeface="Calibri"/>
                <a:ea typeface="Calibri"/>
                <a:cs typeface="Calibri"/>
                <a:sym typeface="Calibri"/>
              </a:rPr>
              <a:t>Possible consequence: a possible dead end, which can cost a failed or very late response.</a:t>
            </a:r>
            <a:endParaRPr sz="2000">
              <a:solidFill>
                <a:schemeClr val="dk1"/>
              </a:solidFill>
              <a:latin typeface="Calibri"/>
              <a:ea typeface="Calibri"/>
              <a:cs typeface="Calibri"/>
              <a:sym typeface="Calibri"/>
            </a:endParaRPr>
          </a:p>
        </p:txBody>
      </p:sp>
      <p:sp>
        <p:nvSpPr>
          <p:cNvPr id="1110" name="Google Shape;1110;p35"/>
          <p:cNvSpPr/>
          <p:nvPr/>
        </p:nvSpPr>
        <p:spPr>
          <a:xfrm>
            <a:off x="6172200" y="1554480"/>
            <a:ext cx="5440680" cy="3063240"/>
          </a:xfrm>
          <a:prstGeom prst="rect">
            <a:avLst/>
          </a:prstGeom>
          <a:solidFill>
            <a:schemeClr val="accent2">
              <a:alpha val="16078"/>
            </a:scheme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11" name="Google Shape;1111;p35"/>
          <p:cNvSpPr/>
          <p:nvPr/>
        </p:nvSpPr>
        <p:spPr>
          <a:xfrm>
            <a:off x="6537960" y="1938528"/>
            <a:ext cx="274320" cy="274320"/>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12" name="Google Shape;1112;p35"/>
          <p:cNvSpPr txBox="1"/>
          <p:nvPr/>
        </p:nvSpPr>
        <p:spPr>
          <a:xfrm>
            <a:off x="6949440" y="1828800"/>
            <a:ext cx="4389120" cy="502920"/>
          </a:xfrm>
          <a:prstGeom prst="rect">
            <a:avLst/>
          </a:prstGeom>
          <a:noFill/>
          <a:ln>
            <a:noFill/>
          </a:ln>
        </p:spPr>
        <p:txBody>
          <a:bodyPr spcFirstLastPara="1" wrap="square" lIns="0" tIns="0" rIns="0" bIns="0" anchor="ctr" anchorCtr="0">
            <a:noAutofit/>
          </a:bodyPr>
          <a:lstStyle/>
          <a:p>
            <a:pPr>
              <a:buClr>
                <a:schemeClr val="dk1"/>
              </a:buClr>
              <a:buSzPts val="2400"/>
            </a:pPr>
            <a:r>
              <a:rPr lang="en-US" sz="2400" b="1">
                <a:solidFill>
                  <a:schemeClr val="dk1"/>
                </a:solidFill>
                <a:latin typeface="Calibri"/>
                <a:ea typeface="Calibri"/>
                <a:cs typeface="Calibri"/>
                <a:sym typeface="Calibri"/>
              </a:rPr>
              <a:t>False positive — false alarm</a:t>
            </a:r>
            <a:endParaRPr sz="2400">
              <a:solidFill>
                <a:schemeClr val="dk1"/>
              </a:solidFill>
              <a:latin typeface="Calibri"/>
              <a:ea typeface="Calibri"/>
              <a:cs typeface="Calibri"/>
              <a:sym typeface="Calibri"/>
            </a:endParaRPr>
          </a:p>
        </p:txBody>
      </p:sp>
      <p:sp>
        <p:nvSpPr>
          <p:cNvPr id="1113" name="Google Shape;1113;p35"/>
          <p:cNvSpPr txBox="1"/>
          <p:nvPr/>
        </p:nvSpPr>
        <p:spPr>
          <a:xfrm>
            <a:off x="6537960" y="2606040"/>
            <a:ext cx="4709160" cy="1828800"/>
          </a:xfrm>
          <a:prstGeom prst="rect">
            <a:avLst/>
          </a:prstGeom>
          <a:noFill/>
          <a:ln>
            <a:noFill/>
          </a:ln>
        </p:spPr>
        <p:txBody>
          <a:bodyPr spcFirstLastPara="1" wrap="square" lIns="0" tIns="0" rIns="0" bIns="0" anchor="t" anchorCtr="0">
            <a:noAutofit/>
          </a:bodyPr>
          <a:lstStyle/>
          <a:p>
            <a:pPr>
              <a:buClr>
                <a:schemeClr val="dk1"/>
              </a:buClr>
              <a:buSzPts val="2000"/>
            </a:pPr>
            <a:r>
              <a:rPr lang="en-US" sz="2000" b="1">
                <a:solidFill>
                  <a:schemeClr val="dk1"/>
                </a:solidFill>
                <a:latin typeface="Calibri"/>
                <a:ea typeface="Calibri"/>
                <a:cs typeface="Calibri"/>
                <a:sym typeface="Calibri"/>
              </a:rPr>
              <a:t>An open road is predicted as blocked.</a:t>
            </a:r>
            <a:endParaRPr sz="2000">
              <a:solidFill>
                <a:schemeClr val="dk1"/>
              </a:solidFill>
              <a:latin typeface="Calibri"/>
              <a:ea typeface="Calibri"/>
              <a:cs typeface="Calibri"/>
              <a:sym typeface="Calibri"/>
            </a:endParaRPr>
          </a:p>
          <a:p>
            <a:pPr>
              <a:spcBef>
                <a:spcPts val="1200"/>
              </a:spcBef>
              <a:buClr>
                <a:schemeClr val="dk1"/>
              </a:buClr>
              <a:buSzPts val="2000"/>
            </a:pPr>
            <a:r>
              <a:rPr lang="en-US" sz="2000">
                <a:solidFill>
                  <a:schemeClr val="dk1"/>
                </a:solidFill>
                <a:latin typeface="Calibri"/>
                <a:ea typeface="Calibri"/>
                <a:cs typeface="Calibri"/>
                <a:sym typeface="Calibri"/>
              </a:rPr>
              <a:t>Possible consequence: an unnecessary detour of a few minutes.</a:t>
            </a:r>
            <a:endParaRPr sz="2000">
              <a:solidFill>
                <a:schemeClr val="dk1"/>
              </a:solidFill>
              <a:latin typeface="Calibri"/>
              <a:ea typeface="Calibri"/>
              <a:cs typeface="Calibri"/>
              <a:sym typeface="Calibri"/>
            </a:endParaRPr>
          </a:p>
        </p:txBody>
      </p:sp>
      <p:sp>
        <p:nvSpPr>
          <p:cNvPr id="1114" name="Google Shape;1114;p35"/>
          <p:cNvSpPr/>
          <p:nvPr/>
        </p:nvSpPr>
        <p:spPr>
          <a:xfrm>
            <a:off x="548640" y="4892040"/>
            <a:ext cx="11064240" cy="1188720"/>
          </a:xfrm>
          <a:prstGeom prst="rect">
            <a:avLst/>
          </a:prstGeom>
          <a:solidFill>
            <a:schemeClr val="dk1"/>
          </a:solidFill>
          <a:ln>
            <a:noFill/>
          </a:ln>
        </p:spPr>
        <p:txBody>
          <a:bodyPr spcFirstLastPara="1" wrap="square" lIns="355600" tIns="355600" rIns="355600" bIns="355600" anchor="ctr" anchorCtr="0">
            <a:noAutofit/>
          </a:bodyPr>
          <a:lstStyle/>
          <a:p>
            <a:pPr>
              <a:buClr>
                <a:schemeClr val="lt1"/>
              </a:buClr>
              <a:buSzPts val="2400"/>
            </a:pPr>
            <a:r>
              <a:rPr lang="en-US" sz="2400">
                <a:solidFill>
                  <a:schemeClr val="lt1"/>
                </a:solidFill>
                <a:latin typeface="Calibri"/>
                <a:ea typeface="Calibri"/>
                <a:cs typeface="Calibri"/>
                <a:sym typeface="Calibri"/>
              </a:rPr>
              <a:t>Standard metrics like accuracy and plain F1 treat both mistakes as equal.</a:t>
            </a:r>
            <a:endParaRPr sz="2400">
              <a:solidFill>
                <a:schemeClr val="dk1"/>
              </a:solidFill>
              <a:latin typeface="Calibri"/>
              <a:ea typeface="Calibri"/>
              <a:cs typeface="Calibri"/>
              <a:sym typeface="Calibri"/>
            </a:endParaRPr>
          </a:p>
          <a:p>
            <a:pPr>
              <a:buClr>
                <a:schemeClr val="lt1"/>
              </a:buClr>
              <a:buSzPts val="2400"/>
            </a:pPr>
            <a:r>
              <a:rPr lang="en-US" sz="2400" b="1">
                <a:solidFill>
                  <a:schemeClr val="lt1"/>
                </a:solidFill>
                <a:latin typeface="Calibri"/>
                <a:ea typeface="Calibri"/>
                <a:cs typeface="Calibri"/>
                <a:sym typeface="Calibri"/>
              </a:rPr>
              <a:t>The real world doesn’t.</a:t>
            </a:r>
            <a:endParaRPr sz="2400">
              <a:solidFill>
                <a:schemeClr val="dk1"/>
              </a:solidFill>
              <a:latin typeface="Calibri"/>
              <a:ea typeface="Calibri"/>
              <a:cs typeface="Calibri"/>
              <a:sym typeface="Calibri"/>
            </a:endParaRPr>
          </a:p>
        </p:txBody>
      </p:sp>
      <p:sp>
        <p:nvSpPr>
          <p:cNvPr id="1115" name="Google Shape;1115;p35"/>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57</a:t>
            </a:fld>
            <a:endParaRPr sz="1067">
              <a:solidFill>
                <a:schemeClr val="accent5"/>
              </a:solidFill>
              <a:latin typeface="Calibri"/>
              <a:ea typeface="Calibri"/>
              <a:cs typeface="Calibri"/>
              <a:sym typeface="Calibri"/>
            </a:endParaRPr>
          </a:p>
        </p:txBody>
      </p:sp>
    </p:spTree>
    <p:extLst>
      <p:ext uri="{BB962C8B-B14F-4D97-AF65-F5344CB8AC3E}">
        <p14:creationId xmlns:p14="http://schemas.microsoft.com/office/powerpoint/2010/main" val="29862015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120"/>
        <p:cNvGrpSpPr/>
        <p:nvPr/>
      </p:nvGrpSpPr>
      <p:grpSpPr>
        <a:xfrm>
          <a:off x="0" y="0"/>
          <a:ext cx="0" cy="0"/>
          <a:chOff x="0" y="0"/>
          <a:chExt cx="0" cy="0"/>
        </a:xfrm>
      </p:grpSpPr>
      <p:sp>
        <p:nvSpPr>
          <p:cNvPr id="1121" name="Google Shape;1121;p36"/>
          <p:cNvSpPr txBox="1"/>
          <p:nvPr/>
        </p:nvSpPr>
        <p:spPr>
          <a:xfrm>
            <a:off x="731520" y="1767840"/>
            <a:ext cx="1828800" cy="487680"/>
          </a:xfrm>
          <a:prstGeom prst="rect">
            <a:avLst/>
          </a:prstGeom>
          <a:noFill/>
          <a:ln>
            <a:noFill/>
          </a:ln>
        </p:spPr>
        <p:txBody>
          <a:bodyPr spcFirstLastPara="1" wrap="square" lIns="0" tIns="0" rIns="0" bIns="0" anchor="ctr" anchorCtr="0">
            <a:noAutofit/>
          </a:bodyPr>
          <a:lstStyle/>
          <a:p>
            <a:pPr>
              <a:buClr>
                <a:schemeClr val="accent5"/>
              </a:buClr>
              <a:buSzPts val="2000"/>
            </a:pPr>
            <a:r>
              <a:rPr lang="en-US" sz="2667" b="1">
                <a:solidFill>
                  <a:srgbClr val="F2A33A"/>
                </a:solidFill>
                <a:latin typeface="Calibri"/>
                <a:ea typeface="Calibri"/>
                <a:cs typeface="Calibri"/>
                <a:sym typeface="Calibri"/>
              </a:rPr>
              <a:t>07</a:t>
            </a:r>
            <a:endParaRPr sz="2000">
              <a:solidFill>
                <a:schemeClr val="dk1"/>
              </a:solidFill>
              <a:latin typeface="Calibri"/>
              <a:ea typeface="Calibri"/>
              <a:cs typeface="Calibri"/>
              <a:sym typeface="Calibri"/>
            </a:endParaRPr>
          </a:p>
        </p:txBody>
      </p:sp>
      <p:sp>
        <p:nvSpPr>
          <p:cNvPr id="1122" name="Google Shape;1122;p36"/>
          <p:cNvSpPr txBox="1">
            <a:spLocks noGrp="1"/>
          </p:cNvSpPr>
          <p:nvPr>
            <p:ph type="title"/>
          </p:nvPr>
        </p:nvSpPr>
        <p:spPr>
          <a:xfrm>
            <a:off x="731520" y="2560320"/>
            <a:ext cx="6400000" cy="1097280"/>
          </a:xfrm>
          <a:prstGeom prst="rect">
            <a:avLst/>
          </a:prstGeom>
          <a:noFill/>
          <a:ln>
            <a:noFill/>
          </a:ln>
        </p:spPr>
        <p:txBody>
          <a:bodyPr spcFirstLastPara="1" wrap="square" lIns="0" tIns="0" rIns="0" bIns="0" rtlCol="0" anchor="ctr" anchorCtr="0">
            <a:noAutofit/>
          </a:bodyPr>
          <a:lstStyle/>
          <a:p>
            <a:r>
              <a:rPr lang="en-US" sz="5333">
                <a:solidFill>
                  <a:srgbClr val="FFFFFF"/>
                </a:solidFill>
              </a:rPr>
              <a:t>A Solution</a:t>
            </a:r>
            <a:endParaRPr/>
          </a:p>
        </p:txBody>
      </p:sp>
      <p:sp>
        <p:nvSpPr>
          <p:cNvPr id="1123" name="Google Shape;1123;p36"/>
          <p:cNvSpPr/>
          <p:nvPr/>
        </p:nvSpPr>
        <p:spPr>
          <a:xfrm>
            <a:off x="7635240" y="1490472"/>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24" name="Google Shape;1124;p36"/>
          <p:cNvSpPr/>
          <p:nvPr/>
        </p:nvSpPr>
        <p:spPr>
          <a:xfrm>
            <a:off x="8202168"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25" name="Google Shape;1125;p36"/>
          <p:cNvSpPr/>
          <p:nvPr/>
        </p:nvSpPr>
        <p:spPr>
          <a:xfrm>
            <a:off x="8769096"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26" name="Google Shape;1126;p36"/>
          <p:cNvSpPr/>
          <p:nvPr/>
        </p:nvSpPr>
        <p:spPr>
          <a:xfrm>
            <a:off x="9336024"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27" name="Google Shape;1127;p36"/>
          <p:cNvSpPr/>
          <p:nvPr/>
        </p:nvSpPr>
        <p:spPr>
          <a:xfrm>
            <a:off x="9902952"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28" name="Google Shape;1128;p36"/>
          <p:cNvSpPr/>
          <p:nvPr/>
        </p:nvSpPr>
        <p:spPr>
          <a:xfrm>
            <a:off x="10469880"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29" name="Google Shape;1129;p36"/>
          <p:cNvSpPr/>
          <p:nvPr/>
        </p:nvSpPr>
        <p:spPr>
          <a:xfrm>
            <a:off x="11036808" y="1490472"/>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30" name="Google Shape;1130;p36"/>
          <p:cNvSpPr/>
          <p:nvPr/>
        </p:nvSpPr>
        <p:spPr>
          <a:xfrm>
            <a:off x="7635240" y="2057400"/>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31" name="Google Shape;1131;p36"/>
          <p:cNvSpPr/>
          <p:nvPr/>
        </p:nvSpPr>
        <p:spPr>
          <a:xfrm>
            <a:off x="8202168" y="2057400"/>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32" name="Google Shape;1132;p36"/>
          <p:cNvSpPr/>
          <p:nvPr/>
        </p:nvSpPr>
        <p:spPr>
          <a:xfrm>
            <a:off x="8769096"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33" name="Google Shape;1133;p36"/>
          <p:cNvSpPr/>
          <p:nvPr/>
        </p:nvSpPr>
        <p:spPr>
          <a:xfrm>
            <a:off x="9336024"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34" name="Google Shape;1134;p36"/>
          <p:cNvSpPr/>
          <p:nvPr/>
        </p:nvSpPr>
        <p:spPr>
          <a:xfrm>
            <a:off x="9902952"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35" name="Google Shape;1135;p36"/>
          <p:cNvSpPr/>
          <p:nvPr/>
        </p:nvSpPr>
        <p:spPr>
          <a:xfrm>
            <a:off x="10469880"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36" name="Google Shape;1136;p36"/>
          <p:cNvSpPr/>
          <p:nvPr/>
        </p:nvSpPr>
        <p:spPr>
          <a:xfrm>
            <a:off x="11036808" y="2057400"/>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37" name="Google Shape;1137;p36"/>
          <p:cNvSpPr/>
          <p:nvPr/>
        </p:nvSpPr>
        <p:spPr>
          <a:xfrm>
            <a:off x="7635240" y="2624328"/>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38" name="Google Shape;1138;p36"/>
          <p:cNvSpPr/>
          <p:nvPr/>
        </p:nvSpPr>
        <p:spPr>
          <a:xfrm>
            <a:off x="8202168"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39" name="Google Shape;1139;p36"/>
          <p:cNvSpPr/>
          <p:nvPr/>
        </p:nvSpPr>
        <p:spPr>
          <a:xfrm>
            <a:off x="8769096"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40" name="Google Shape;1140;p36"/>
          <p:cNvSpPr/>
          <p:nvPr/>
        </p:nvSpPr>
        <p:spPr>
          <a:xfrm>
            <a:off x="9336024" y="2624328"/>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41" name="Google Shape;1141;p36"/>
          <p:cNvSpPr/>
          <p:nvPr/>
        </p:nvSpPr>
        <p:spPr>
          <a:xfrm>
            <a:off x="9902952"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42" name="Google Shape;1142;p36"/>
          <p:cNvSpPr/>
          <p:nvPr/>
        </p:nvSpPr>
        <p:spPr>
          <a:xfrm>
            <a:off x="10469880"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43" name="Google Shape;1143;p36"/>
          <p:cNvSpPr/>
          <p:nvPr/>
        </p:nvSpPr>
        <p:spPr>
          <a:xfrm>
            <a:off x="11036808"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44" name="Google Shape;1144;p36"/>
          <p:cNvSpPr/>
          <p:nvPr/>
        </p:nvSpPr>
        <p:spPr>
          <a:xfrm>
            <a:off x="7635240"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45" name="Google Shape;1145;p36"/>
          <p:cNvSpPr/>
          <p:nvPr/>
        </p:nvSpPr>
        <p:spPr>
          <a:xfrm>
            <a:off x="8202168"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46" name="Google Shape;1146;p36"/>
          <p:cNvSpPr/>
          <p:nvPr/>
        </p:nvSpPr>
        <p:spPr>
          <a:xfrm>
            <a:off x="8769096"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47" name="Google Shape;1147;p36"/>
          <p:cNvSpPr/>
          <p:nvPr/>
        </p:nvSpPr>
        <p:spPr>
          <a:xfrm>
            <a:off x="9336024"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48" name="Google Shape;1148;p36"/>
          <p:cNvSpPr/>
          <p:nvPr/>
        </p:nvSpPr>
        <p:spPr>
          <a:xfrm>
            <a:off x="9902952"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49" name="Google Shape;1149;p36"/>
          <p:cNvSpPr/>
          <p:nvPr/>
        </p:nvSpPr>
        <p:spPr>
          <a:xfrm>
            <a:off x="10469880"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50" name="Google Shape;1150;p36"/>
          <p:cNvSpPr/>
          <p:nvPr/>
        </p:nvSpPr>
        <p:spPr>
          <a:xfrm>
            <a:off x="11036808"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51" name="Google Shape;1151;p36"/>
          <p:cNvSpPr/>
          <p:nvPr/>
        </p:nvSpPr>
        <p:spPr>
          <a:xfrm>
            <a:off x="7635240" y="3758184"/>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52" name="Google Shape;1152;p36"/>
          <p:cNvSpPr/>
          <p:nvPr/>
        </p:nvSpPr>
        <p:spPr>
          <a:xfrm>
            <a:off x="8202168"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53" name="Google Shape;1153;p36"/>
          <p:cNvSpPr/>
          <p:nvPr/>
        </p:nvSpPr>
        <p:spPr>
          <a:xfrm>
            <a:off x="8769096" y="3758184"/>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54" name="Google Shape;1154;p36"/>
          <p:cNvSpPr/>
          <p:nvPr/>
        </p:nvSpPr>
        <p:spPr>
          <a:xfrm>
            <a:off x="9336024" y="3758184"/>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55" name="Google Shape;1155;p36"/>
          <p:cNvSpPr/>
          <p:nvPr/>
        </p:nvSpPr>
        <p:spPr>
          <a:xfrm>
            <a:off x="9902952"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56" name="Google Shape;1156;p36"/>
          <p:cNvSpPr/>
          <p:nvPr/>
        </p:nvSpPr>
        <p:spPr>
          <a:xfrm>
            <a:off x="10469880"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57" name="Google Shape;1157;p36"/>
          <p:cNvSpPr/>
          <p:nvPr/>
        </p:nvSpPr>
        <p:spPr>
          <a:xfrm>
            <a:off x="11036808"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58" name="Google Shape;1158;p36"/>
          <p:cNvSpPr/>
          <p:nvPr/>
        </p:nvSpPr>
        <p:spPr>
          <a:xfrm>
            <a:off x="7635240"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59" name="Google Shape;1159;p36"/>
          <p:cNvSpPr/>
          <p:nvPr/>
        </p:nvSpPr>
        <p:spPr>
          <a:xfrm>
            <a:off x="8202168"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60" name="Google Shape;1160;p36"/>
          <p:cNvSpPr/>
          <p:nvPr/>
        </p:nvSpPr>
        <p:spPr>
          <a:xfrm>
            <a:off x="8769096"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61" name="Google Shape;1161;p36"/>
          <p:cNvSpPr/>
          <p:nvPr/>
        </p:nvSpPr>
        <p:spPr>
          <a:xfrm>
            <a:off x="9336024"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62" name="Google Shape;1162;p36"/>
          <p:cNvSpPr/>
          <p:nvPr/>
        </p:nvSpPr>
        <p:spPr>
          <a:xfrm>
            <a:off x="9902952" y="4325112"/>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63" name="Google Shape;1163;p36"/>
          <p:cNvSpPr/>
          <p:nvPr/>
        </p:nvSpPr>
        <p:spPr>
          <a:xfrm>
            <a:off x="10469880"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64" name="Google Shape;1164;p36"/>
          <p:cNvSpPr/>
          <p:nvPr/>
        </p:nvSpPr>
        <p:spPr>
          <a:xfrm>
            <a:off x="11036808" y="4325112"/>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65" name="Google Shape;1165;p36"/>
          <p:cNvSpPr/>
          <p:nvPr/>
        </p:nvSpPr>
        <p:spPr>
          <a:xfrm>
            <a:off x="7635240"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66" name="Google Shape;1166;p36"/>
          <p:cNvSpPr/>
          <p:nvPr/>
        </p:nvSpPr>
        <p:spPr>
          <a:xfrm>
            <a:off x="8202168"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67" name="Google Shape;1167;p36"/>
          <p:cNvSpPr/>
          <p:nvPr/>
        </p:nvSpPr>
        <p:spPr>
          <a:xfrm>
            <a:off x="8769096"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68" name="Google Shape;1168;p36"/>
          <p:cNvSpPr/>
          <p:nvPr/>
        </p:nvSpPr>
        <p:spPr>
          <a:xfrm>
            <a:off x="9336024"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69" name="Google Shape;1169;p36"/>
          <p:cNvSpPr/>
          <p:nvPr/>
        </p:nvSpPr>
        <p:spPr>
          <a:xfrm>
            <a:off x="9902952"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70" name="Google Shape;1170;p36"/>
          <p:cNvSpPr/>
          <p:nvPr/>
        </p:nvSpPr>
        <p:spPr>
          <a:xfrm>
            <a:off x="10469880" y="4892040"/>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71" name="Google Shape;1171;p36"/>
          <p:cNvSpPr/>
          <p:nvPr/>
        </p:nvSpPr>
        <p:spPr>
          <a:xfrm>
            <a:off x="11036808"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72" name="Google Shape;1172;p36"/>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58</a:t>
            </a:fld>
            <a:endParaRPr sz="1067">
              <a:solidFill>
                <a:schemeClr val="accent5"/>
              </a:solidFill>
              <a:latin typeface="Calibri"/>
              <a:ea typeface="Calibri"/>
              <a:cs typeface="Calibri"/>
              <a:sym typeface="Calibri"/>
            </a:endParaRPr>
          </a:p>
        </p:txBody>
      </p:sp>
      <p:sp>
        <p:nvSpPr>
          <p:cNvPr id="1173" name="Rectangle 1172"/>
          <p:cNvSpPr/>
          <p:nvPr/>
        </p:nvSpPr>
        <p:spPr>
          <a:xfrm>
            <a:off x="731520" y="2377440"/>
            <a:ext cx="1097280" cy="85344"/>
          </a:xfrm>
          <a:prstGeom prst="rect">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Tree>
    <p:extLst>
      <p:ext uri="{BB962C8B-B14F-4D97-AF65-F5344CB8AC3E}">
        <p14:creationId xmlns:p14="http://schemas.microsoft.com/office/powerpoint/2010/main" val="11138264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177"/>
        <p:cNvGrpSpPr/>
        <p:nvPr/>
      </p:nvGrpSpPr>
      <p:grpSpPr>
        <a:xfrm>
          <a:off x="0" y="0"/>
          <a:ext cx="0" cy="0"/>
          <a:chOff x="0" y="0"/>
          <a:chExt cx="0" cy="0"/>
        </a:xfrm>
      </p:grpSpPr>
      <p:sp>
        <p:nvSpPr>
          <p:cNvPr id="1219" name="Rectangle 1218"/>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78" name="Google Shape;1178;p37"/>
          <p:cNvSpPr txBox="1">
            <a:spLocks noGrp="1"/>
          </p:cNvSpPr>
          <p:nvPr>
            <p:ph type="title"/>
          </p:nvPr>
        </p:nvSpPr>
        <p:spPr>
          <a:xfrm>
            <a:off x="731520" y="365760"/>
            <a:ext cx="10728960" cy="853440"/>
          </a:xfrm>
          <a:prstGeom prst="rect">
            <a:avLst/>
          </a:prstGeom>
          <a:noFill/>
          <a:ln>
            <a:noFill/>
          </a:ln>
        </p:spPr>
        <p:txBody>
          <a:bodyPr spcFirstLastPara="1" wrap="square" lIns="0" tIns="0" rIns="0" bIns="0" rtlCol="0" anchor="ctr" anchorCtr="0">
            <a:noAutofit/>
          </a:bodyPr>
          <a:lstStyle/>
          <a:p>
            <a:r>
              <a:rPr lang="en-US" sz="3200">
                <a:solidFill>
                  <a:srgbClr val="1B1F3B"/>
                </a:solidFill>
              </a:rPr>
              <a:t>The knob you control: the blocking threshold</a:t>
            </a:r>
            <a:endParaRPr/>
          </a:p>
        </p:txBody>
      </p:sp>
      <p:sp>
        <p:nvSpPr>
          <p:cNvPr id="1179" name="Google Shape;1179;p37"/>
          <p:cNvSpPr txBox="1"/>
          <p:nvPr/>
        </p:nvSpPr>
        <p:spPr>
          <a:xfrm>
            <a:off x="548640" y="1234440"/>
            <a:ext cx="11064240" cy="868680"/>
          </a:xfrm>
          <a:prstGeom prst="rect">
            <a:avLst/>
          </a:prstGeom>
          <a:noFill/>
          <a:ln>
            <a:noFill/>
          </a:ln>
        </p:spPr>
        <p:txBody>
          <a:bodyPr spcFirstLastPara="1" wrap="square" lIns="0" tIns="0" rIns="0" bIns="0" anchor="t" anchorCtr="0">
            <a:noAutofit/>
          </a:bodyPr>
          <a:lstStyle/>
          <a:p>
            <a:pPr marL="203195" indent="-203195">
              <a:buClr>
                <a:schemeClr val="dk1"/>
              </a:buClr>
              <a:buSzPts val="1800"/>
              <a:buFont typeface="Calibri"/>
              <a:buChar char="•"/>
            </a:pPr>
            <a:r>
              <a:rPr lang="en-US">
                <a:solidFill>
                  <a:schemeClr val="dk1"/>
                </a:solidFill>
                <a:latin typeface="Calibri"/>
                <a:ea typeface="Calibri"/>
                <a:cs typeface="Calibri"/>
                <a:sym typeface="Calibri"/>
              </a:rPr>
              <a:t>The model outputs a probability of blocked for each cell: </a:t>
            </a:r>
            <a:r>
              <a:rPr lang="en-US" i="1">
                <a:solidFill>
                  <a:schemeClr val="dk1"/>
                </a:solidFill>
                <a:latin typeface="Calibri"/>
                <a:ea typeface="Calibri"/>
                <a:cs typeface="Calibri"/>
                <a:sym typeface="Calibri"/>
              </a:rPr>
              <a:t>P</a:t>
            </a:r>
            <a:r>
              <a:rPr lang="en-US">
                <a:solidFill>
                  <a:schemeClr val="dk1"/>
                </a:solidFill>
                <a:latin typeface="Calibri"/>
                <a:ea typeface="Calibri"/>
                <a:cs typeface="Calibri"/>
                <a:sym typeface="Calibri"/>
              </a:rPr>
              <a:t>(blocked).</a:t>
            </a:r>
            <a:endParaRPr>
              <a:solidFill>
                <a:schemeClr val="dk1"/>
              </a:solidFill>
              <a:latin typeface="Calibri"/>
              <a:ea typeface="Calibri"/>
              <a:cs typeface="Calibri"/>
              <a:sym typeface="Calibri"/>
            </a:endParaRPr>
          </a:p>
          <a:p>
            <a:pPr marL="203195" indent="-203195">
              <a:spcBef>
                <a:spcPts val="600"/>
              </a:spcBef>
              <a:buClr>
                <a:schemeClr val="dk1"/>
              </a:buClr>
              <a:buSzPts val="1800"/>
              <a:buFont typeface="Calibri"/>
              <a:buChar char="•"/>
            </a:pPr>
            <a:r>
              <a:rPr lang="en-US">
                <a:solidFill>
                  <a:schemeClr val="dk1"/>
                </a:solidFill>
                <a:latin typeface="Calibri"/>
                <a:ea typeface="Calibri"/>
                <a:cs typeface="Calibri"/>
                <a:sym typeface="Calibri"/>
              </a:rPr>
              <a:t>Policy: treat the cell as blocked if </a:t>
            </a:r>
            <a:r>
              <a:rPr lang="en-US" i="1">
                <a:solidFill>
                  <a:schemeClr val="dk1"/>
                </a:solidFill>
                <a:latin typeface="Calibri"/>
                <a:ea typeface="Calibri"/>
                <a:cs typeface="Calibri"/>
                <a:sym typeface="Calibri"/>
              </a:rPr>
              <a:t>P</a:t>
            </a:r>
            <a:r>
              <a:rPr lang="en-US">
                <a:solidFill>
                  <a:schemeClr val="dk1"/>
                </a:solidFill>
                <a:latin typeface="Calibri"/>
                <a:ea typeface="Calibri"/>
                <a:cs typeface="Calibri"/>
                <a:sym typeface="Calibri"/>
              </a:rPr>
              <a:t>(blocked) &gt; </a:t>
            </a:r>
            <a:r>
              <a:rPr lang="en-US" i="1">
                <a:solidFill>
                  <a:schemeClr val="dk1"/>
                </a:solidFill>
                <a:latin typeface="Calibri"/>
                <a:ea typeface="Calibri"/>
                <a:cs typeface="Calibri"/>
                <a:sym typeface="Calibri"/>
              </a:rPr>
              <a:t>t</a:t>
            </a:r>
            <a:r>
              <a:rPr lang="en-US">
                <a:solidFill>
                  <a:schemeClr val="dk1"/>
                </a:solidFill>
                <a:latin typeface="Calibri"/>
                <a:ea typeface="Calibri"/>
                <a:cs typeface="Calibri"/>
                <a:sym typeface="Calibri"/>
              </a:rPr>
              <a:t> (threshold </a:t>
            </a:r>
            <a:r>
              <a:rPr lang="en-US" i="1">
                <a:solidFill>
                  <a:schemeClr val="dk1"/>
                </a:solidFill>
                <a:latin typeface="Calibri"/>
                <a:ea typeface="Calibri"/>
                <a:cs typeface="Calibri"/>
                <a:sym typeface="Calibri"/>
              </a:rPr>
              <a:t>t</a:t>
            </a:r>
            <a:r>
              <a:rPr lang="en-US">
                <a:solidFill>
                  <a:schemeClr val="dk1"/>
                </a:solidFill>
                <a:latin typeface="Calibri"/>
                <a:ea typeface="Calibri"/>
                <a:cs typeface="Calibri"/>
                <a:sym typeface="Calibri"/>
              </a:rPr>
              <a:t>).</a:t>
            </a:r>
            <a:endParaRPr>
              <a:solidFill>
                <a:schemeClr val="dk1"/>
              </a:solidFill>
              <a:latin typeface="Calibri"/>
              <a:ea typeface="Calibri"/>
              <a:cs typeface="Calibri"/>
              <a:sym typeface="Calibri"/>
            </a:endParaRPr>
          </a:p>
        </p:txBody>
      </p:sp>
      <p:sp>
        <p:nvSpPr>
          <p:cNvPr id="1180" name="Google Shape;1180;p37"/>
          <p:cNvSpPr/>
          <p:nvPr/>
        </p:nvSpPr>
        <p:spPr>
          <a:xfrm>
            <a:off x="548640" y="2240280"/>
            <a:ext cx="5303520" cy="393192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81" name="Google Shape;1181;p37"/>
          <p:cNvSpPr txBox="1"/>
          <p:nvPr/>
        </p:nvSpPr>
        <p:spPr>
          <a:xfrm>
            <a:off x="914400" y="2377440"/>
            <a:ext cx="4572000" cy="457200"/>
          </a:xfrm>
          <a:prstGeom prst="rect">
            <a:avLst/>
          </a:prstGeom>
          <a:noFill/>
          <a:ln>
            <a:noFill/>
          </a:ln>
        </p:spPr>
        <p:txBody>
          <a:bodyPr spcFirstLastPara="1" wrap="square" lIns="0" tIns="0" rIns="0" bIns="0" anchor="ctr" anchorCtr="0">
            <a:noAutofit/>
          </a:bodyPr>
          <a:lstStyle/>
          <a:p>
            <a:pPr>
              <a:buClr>
                <a:schemeClr val="dk1"/>
              </a:buClr>
              <a:buSzPts val="2200"/>
            </a:pPr>
            <a:r>
              <a:rPr lang="en-US" sz="2200" b="1">
                <a:solidFill>
                  <a:schemeClr val="dk1"/>
                </a:solidFill>
                <a:latin typeface="Calibri"/>
                <a:ea typeface="Calibri"/>
                <a:cs typeface="Calibri"/>
                <a:sym typeface="Calibri"/>
              </a:rPr>
              <a:t>Lower threshold (e.g. </a:t>
            </a:r>
            <a:r>
              <a:rPr lang="en-US" sz="2200" b="1" i="1">
                <a:solidFill>
                  <a:schemeClr val="dk1"/>
                </a:solidFill>
                <a:latin typeface="Calibri"/>
                <a:ea typeface="Calibri"/>
                <a:cs typeface="Calibri"/>
                <a:sym typeface="Calibri"/>
              </a:rPr>
              <a:t>t</a:t>
            </a:r>
            <a:r>
              <a:rPr lang="en-US" sz="2200" b="1">
                <a:solidFill>
                  <a:schemeClr val="dk1"/>
                </a:solidFill>
                <a:latin typeface="Calibri"/>
                <a:ea typeface="Calibri"/>
                <a:cs typeface="Calibri"/>
                <a:sym typeface="Calibri"/>
              </a:rPr>
              <a:t> = 0.2)</a:t>
            </a:r>
            <a:endParaRPr sz="2200">
              <a:solidFill>
                <a:schemeClr val="dk1"/>
              </a:solidFill>
              <a:latin typeface="Calibri"/>
              <a:ea typeface="Calibri"/>
              <a:cs typeface="Calibri"/>
              <a:sym typeface="Calibri"/>
            </a:endParaRPr>
          </a:p>
        </p:txBody>
      </p:sp>
      <p:sp>
        <p:nvSpPr>
          <p:cNvPr id="1182" name="Google Shape;1182;p37"/>
          <p:cNvSpPr txBox="1"/>
          <p:nvPr/>
        </p:nvSpPr>
        <p:spPr>
          <a:xfrm>
            <a:off x="914400" y="2834640"/>
            <a:ext cx="4572000" cy="320040"/>
          </a:xfrm>
          <a:prstGeom prst="rect">
            <a:avLst/>
          </a:prstGeom>
          <a:noFill/>
          <a:ln>
            <a:noFill/>
          </a:ln>
        </p:spPr>
        <p:txBody>
          <a:bodyPr spcFirstLastPara="1" wrap="square" lIns="0" tIns="0" rIns="0" bIns="0" anchor="ctr" anchorCtr="0">
            <a:noAutofit/>
          </a:bodyPr>
          <a:lstStyle/>
          <a:p>
            <a:pPr>
              <a:buClr>
                <a:schemeClr val="accent6"/>
              </a:buClr>
              <a:buSzPts val="1600"/>
            </a:pPr>
            <a:r>
              <a:rPr lang="en-US" sz="1600">
                <a:solidFill>
                  <a:schemeClr val="accent6"/>
                </a:solidFill>
                <a:latin typeface="Calibri"/>
                <a:ea typeface="Calibri"/>
                <a:cs typeface="Calibri"/>
                <a:sym typeface="Calibri"/>
              </a:rPr>
              <a:t>More cells are classified as blocked.</a:t>
            </a:r>
            <a:endParaRPr sz="1600">
              <a:solidFill>
                <a:schemeClr val="dk1"/>
              </a:solidFill>
              <a:latin typeface="Calibri"/>
              <a:ea typeface="Calibri"/>
              <a:cs typeface="Calibri"/>
              <a:sym typeface="Calibri"/>
            </a:endParaRPr>
          </a:p>
        </p:txBody>
      </p:sp>
      <p:sp>
        <p:nvSpPr>
          <p:cNvPr id="1183" name="Google Shape;1183;p37"/>
          <p:cNvSpPr txBox="1"/>
          <p:nvPr/>
        </p:nvSpPr>
        <p:spPr>
          <a:xfrm>
            <a:off x="1289304" y="3355848"/>
            <a:ext cx="749808" cy="274320"/>
          </a:xfrm>
          <a:prstGeom prst="rect">
            <a:avLst/>
          </a:prstGeom>
          <a:noFill/>
          <a:ln>
            <a:noFill/>
          </a:ln>
        </p:spPr>
        <p:txBody>
          <a:bodyPr spcFirstLastPara="1" wrap="square" lIns="0" tIns="0" rIns="0" bIns="0" anchor="ctr" anchorCtr="0">
            <a:noAutofit/>
          </a:bodyPr>
          <a:lstStyle/>
          <a:p>
            <a:pPr algn="ctr">
              <a:buClr>
                <a:schemeClr val="dk1"/>
              </a:buClr>
              <a:buSzPts val="1400"/>
            </a:pPr>
            <a:r>
              <a:rPr lang="en-US" sz="1400">
                <a:solidFill>
                  <a:schemeClr val="dk1"/>
                </a:solidFill>
                <a:latin typeface="Calibri"/>
                <a:ea typeface="Calibri"/>
                <a:cs typeface="Calibri"/>
                <a:sym typeface="Calibri"/>
              </a:rPr>
              <a:t>0.1</a:t>
            </a:r>
            <a:endParaRPr sz="1400">
              <a:solidFill>
                <a:schemeClr val="dk1"/>
              </a:solidFill>
              <a:latin typeface="Calibri"/>
              <a:ea typeface="Calibri"/>
              <a:cs typeface="Calibri"/>
              <a:sym typeface="Calibri"/>
            </a:endParaRPr>
          </a:p>
        </p:txBody>
      </p:sp>
      <p:sp>
        <p:nvSpPr>
          <p:cNvPr id="1184" name="Google Shape;1184;p37"/>
          <p:cNvSpPr/>
          <p:nvPr/>
        </p:nvSpPr>
        <p:spPr>
          <a:xfrm>
            <a:off x="1380744" y="3703320"/>
            <a:ext cx="566928" cy="566928"/>
          </a:xfrm>
          <a:prstGeom prst="rect">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85" name="Google Shape;1185;p37"/>
          <p:cNvSpPr txBox="1"/>
          <p:nvPr/>
        </p:nvSpPr>
        <p:spPr>
          <a:xfrm>
            <a:off x="2057400" y="3355848"/>
            <a:ext cx="749808" cy="274320"/>
          </a:xfrm>
          <a:prstGeom prst="rect">
            <a:avLst/>
          </a:prstGeom>
          <a:noFill/>
          <a:ln>
            <a:noFill/>
          </a:ln>
        </p:spPr>
        <p:txBody>
          <a:bodyPr spcFirstLastPara="1" wrap="square" lIns="0" tIns="0" rIns="0" bIns="0" anchor="ctr" anchorCtr="0">
            <a:noAutofit/>
          </a:bodyPr>
          <a:lstStyle/>
          <a:p>
            <a:pPr algn="ctr">
              <a:buClr>
                <a:schemeClr val="dk1"/>
              </a:buClr>
              <a:buSzPts val="1400"/>
            </a:pPr>
            <a:r>
              <a:rPr lang="en-US" sz="1400">
                <a:solidFill>
                  <a:schemeClr val="dk1"/>
                </a:solidFill>
                <a:latin typeface="Calibri"/>
                <a:ea typeface="Calibri"/>
                <a:cs typeface="Calibri"/>
                <a:sym typeface="Calibri"/>
              </a:rPr>
              <a:t>0.3</a:t>
            </a:r>
            <a:endParaRPr sz="1400">
              <a:solidFill>
                <a:schemeClr val="dk1"/>
              </a:solidFill>
              <a:latin typeface="Calibri"/>
              <a:ea typeface="Calibri"/>
              <a:cs typeface="Calibri"/>
              <a:sym typeface="Calibri"/>
            </a:endParaRPr>
          </a:p>
        </p:txBody>
      </p:sp>
      <p:sp>
        <p:nvSpPr>
          <p:cNvPr id="1186" name="Google Shape;1186;p37"/>
          <p:cNvSpPr/>
          <p:nvPr/>
        </p:nvSpPr>
        <p:spPr>
          <a:xfrm>
            <a:off x="2148840" y="3703320"/>
            <a:ext cx="566928" cy="566928"/>
          </a:xfrm>
          <a:prstGeom prst="rect">
            <a:avLst/>
          </a:prstGeom>
          <a:solidFill>
            <a:schemeClr val="accent3"/>
          </a:solidFill>
          <a:ln w="11906"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87" name="Google Shape;1187;p37"/>
          <p:cNvSpPr txBox="1"/>
          <p:nvPr/>
        </p:nvSpPr>
        <p:spPr>
          <a:xfrm>
            <a:off x="2825496" y="3355848"/>
            <a:ext cx="749808" cy="274320"/>
          </a:xfrm>
          <a:prstGeom prst="rect">
            <a:avLst/>
          </a:prstGeom>
          <a:noFill/>
          <a:ln>
            <a:noFill/>
          </a:ln>
        </p:spPr>
        <p:txBody>
          <a:bodyPr spcFirstLastPara="1" wrap="square" lIns="0" tIns="0" rIns="0" bIns="0" anchor="ctr" anchorCtr="0">
            <a:noAutofit/>
          </a:bodyPr>
          <a:lstStyle/>
          <a:p>
            <a:pPr algn="ctr">
              <a:buClr>
                <a:schemeClr val="dk1"/>
              </a:buClr>
              <a:buSzPts val="1400"/>
            </a:pPr>
            <a:r>
              <a:rPr lang="en-US" sz="1400">
                <a:solidFill>
                  <a:schemeClr val="dk1"/>
                </a:solidFill>
                <a:latin typeface="Calibri"/>
                <a:ea typeface="Calibri"/>
                <a:cs typeface="Calibri"/>
                <a:sym typeface="Calibri"/>
              </a:rPr>
              <a:t>0.4</a:t>
            </a:r>
            <a:endParaRPr sz="1400">
              <a:solidFill>
                <a:schemeClr val="dk1"/>
              </a:solidFill>
              <a:latin typeface="Calibri"/>
              <a:ea typeface="Calibri"/>
              <a:cs typeface="Calibri"/>
              <a:sym typeface="Calibri"/>
            </a:endParaRPr>
          </a:p>
        </p:txBody>
      </p:sp>
      <p:sp>
        <p:nvSpPr>
          <p:cNvPr id="1188" name="Google Shape;1188;p37"/>
          <p:cNvSpPr/>
          <p:nvPr/>
        </p:nvSpPr>
        <p:spPr>
          <a:xfrm>
            <a:off x="2916936" y="3703320"/>
            <a:ext cx="566928" cy="566928"/>
          </a:xfrm>
          <a:prstGeom prst="rect">
            <a:avLst/>
          </a:prstGeom>
          <a:solidFill>
            <a:schemeClr val="accent3"/>
          </a:solidFill>
          <a:ln w="11906"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89" name="Google Shape;1189;p37"/>
          <p:cNvSpPr txBox="1"/>
          <p:nvPr/>
        </p:nvSpPr>
        <p:spPr>
          <a:xfrm>
            <a:off x="3593592" y="3355848"/>
            <a:ext cx="749808" cy="274320"/>
          </a:xfrm>
          <a:prstGeom prst="rect">
            <a:avLst/>
          </a:prstGeom>
          <a:noFill/>
          <a:ln>
            <a:noFill/>
          </a:ln>
        </p:spPr>
        <p:txBody>
          <a:bodyPr spcFirstLastPara="1" wrap="square" lIns="0" tIns="0" rIns="0" bIns="0" anchor="ctr" anchorCtr="0">
            <a:noAutofit/>
          </a:bodyPr>
          <a:lstStyle/>
          <a:p>
            <a:pPr algn="ctr">
              <a:buClr>
                <a:schemeClr val="dk1"/>
              </a:buClr>
              <a:buSzPts val="1400"/>
            </a:pPr>
            <a:r>
              <a:rPr lang="en-US" sz="1400">
                <a:solidFill>
                  <a:schemeClr val="dk1"/>
                </a:solidFill>
                <a:latin typeface="Calibri"/>
                <a:ea typeface="Calibri"/>
                <a:cs typeface="Calibri"/>
                <a:sym typeface="Calibri"/>
              </a:rPr>
              <a:t>0.6</a:t>
            </a:r>
            <a:endParaRPr sz="1400">
              <a:solidFill>
                <a:schemeClr val="dk1"/>
              </a:solidFill>
              <a:latin typeface="Calibri"/>
              <a:ea typeface="Calibri"/>
              <a:cs typeface="Calibri"/>
              <a:sym typeface="Calibri"/>
            </a:endParaRPr>
          </a:p>
        </p:txBody>
      </p:sp>
      <p:sp>
        <p:nvSpPr>
          <p:cNvPr id="1190" name="Google Shape;1190;p37"/>
          <p:cNvSpPr/>
          <p:nvPr/>
        </p:nvSpPr>
        <p:spPr>
          <a:xfrm>
            <a:off x="3685032" y="3703320"/>
            <a:ext cx="566928" cy="566928"/>
          </a:xfrm>
          <a:prstGeom prst="rect">
            <a:avLst/>
          </a:prstGeom>
          <a:solidFill>
            <a:schemeClr val="accent3"/>
          </a:solidFill>
          <a:ln w="11906"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91" name="Google Shape;1191;p37"/>
          <p:cNvSpPr txBox="1"/>
          <p:nvPr/>
        </p:nvSpPr>
        <p:spPr>
          <a:xfrm>
            <a:off x="4361688" y="3355848"/>
            <a:ext cx="749808" cy="274320"/>
          </a:xfrm>
          <a:prstGeom prst="rect">
            <a:avLst/>
          </a:prstGeom>
          <a:noFill/>
          <a:ln>
            <a:noFill/>
          </a:ln>
        </p:spPr>
        <p:txBody>
          <a:bodyPr spcFirstLastPara="1" wrap="square" lIns="0" tIns="0" rIns="0" bIns="0" anchor="ctr" anchorCtr="0">
            <a:noAutofit/>
          </a:bodyPr>
          <a:lstStyle/>
          <a:p>
            <a:pPr algn="ctr">
              <a:buClr>
                <a:schemeClr val="dk1"/>
              </a:buClr>
              <a:buSzPts val="1400"/>
            </a:pPr>
            <a:r>
              <a:rPr lang="en-US" sz="1400">
                <a:solidFill>
                  <a:schemeClr val="dk1"/>
                </a:solidFill>
                <a:latin typeface="Calibri"/>
                <a:ea typeface="Calibri"/>
                <a:cs typeface="Calibri"/>
                <a:sym typeface="Calibri"/>
              </a:rPr>
              <a:t>0.8</a:t>
            </a:r>
            <a:endParaRPr sz="1400">
              <a:solidFill>
                <a:schemeClr val="dk1"/>
              </a:solidFill>
              <a:latin typeface="Calibri"/>
              <a:ea typeface="Calibri"/>
              <a:cs typeface="Calibri"/>
              <a:sym typeface="Calibri"/>
            </a:endParaRPr>
          </a:p>
        </p:txBody>
      </p:sp>
      <p:sp>
        <p:nvSpPr>
          <p:cNvPr id="1192" name="Google Shape;1192;p37"/>
          <p:cNvSpPr/>
          <p:nvPr/>
        </p:nvSpPr>
        <p:spPr>
          <a:xfrm>
            <a:off x="4453128" y="3703320"/>
            <a:ext cx="566928" cy="566928"/>
          </a:xfrm>
          <a:prstGeom prst="rect">
            <a:avLst/>
          </a:prstGeom>
          <a:solidFill>
            <a:schemeClr val="accent3"/>
          </a:solidFill>
          <a:ln w="11906"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endParaRPr sz="2400"/>
          </a:p>
        </p:txBody>
      </p:sp>
      <p:cxnSp>
        <p:nvCxnSpPr>
          <p:cNvPr id="1193" name="Google Shape;1193;p37"/>
          <p:cNvCxnSpPr/>
          <p:nvPr/>
        </p:nvCxnSpPr>
        <p:spPr>
          <a:xfrm>
            <a:off x="2048256" y="3566160"/>
            <a:ext cx="0" cy="932688"/>
          </a:xfrm>
          <a:prstGeom prst="straightConnector1">
            <a:avLst/>
          </a:prstGeom>
          <a:noFill/>
          <a:ln w="14288" cap="flat" cmpd="sng">
            <a:solidFill>
              <a:schemeClr val="dk1"/>
            </a:solidFill>
            <a:prstDash val="dash"/>
            <a:round/>
            <a:headEnd type="none" w="sm" len="sm"/>
            <a:tailEnd type="none" w="sm" len="sm"/>
          </a:ln>
        </p:spPr>
      </p:cxnSp>
      <p:sp>
        <p:nvSpPr>
          <p:cNvPr id="1194" name="Google Shape;1194;p37"/>
          <p:cNvSpPr txBox="1"/>
          <p:nvPr/>
        </p:nvSpPr>
        <p:spPr>
          <a:xfrm>
            <a:off x="1499616" y="4517136"/>
            <a:ext cx="1097280" cy="274320"/>
          </a:xfrm>
          <a:prstGeom prst="rect">
            <a:avLst/>
          </a:prstGeom>
          <a:noFill/>
          <a:ln>
            <a:noFill/>
          </a:ln>
        </p:spPr>
        <p:txBody>
          <a:bodyPr spcFirstLastPara="1" wrap="square" lIns="0" tIns="0" rIns="0" bIns="0" anchor="ctr" anchorCtr="0">
            <a:noAutofit/>
          </a:bodyPr>
          <a:lstStyle/>
          <a:p>
            <a:pPr algn="ctr">
              <a:buClr>
                <a:schemeClr val="dk1"/>
              </a:buClr>
              <a:buSzPts val="1400"/>
            </a:pPr>
            <a:r>
              <a:rPr lang="en-US" sz="1400" i="1">
                <a:solidFill>
                  <a:schemeClr val="dk1"/>
                </a:solidFill>
                <a:latin typeface="Calibri"/>
                <a:ea typeface="Calibri"/>
                <a:cs typeface="Calibri"/>
                <a:sym typeface="Calibri"/>
              </a:rPr>
              <a:t>t</a:t>
            </a:r>
            <a:r>
              <a:rPr lang="en-US" sz="1400">
                <a:solidFill>
                  <a:schemeClr val="dk1"/>
                </a:solidFill>
                <a:latin typeface="Calibri"/>
                <a:ea typeface="Calibri"/>
                <a:cs typeface="Calibri"/>
                <a:sym typeface="Calibri"/>
              </a:rPr>
              <a:t> = 0.2</a:t>
            </a:r>
            <a:endParaRPr sz="1400">
              <a:solidFill>
                <a:schemeClr val="dk1"/>
              </a:solidFill>
              <a:latin typeface="Calibri"/>
              <a:ea typeface="Calibri"/>
              <a:cs typeface="Calibri"/>
              <a:sym typeface="Calibri"/>
            </a:endParaRPr>
          </a:p>
        </p:txBody>
      </p:sp>
      <p:sp>
        <p:nvSpPr>
          <p:cNvPr id="1195" name="Google Shape;1195;p37"/>
          <p:cNvSpPr/>
          <p:nvPr/>
        </p:nvSpPr>
        <p:spPr>
          <a:xfrm>
            <a:off x="960120" y="4882896"/>
            <a:ext cx="256032" cy="411480"/>
          </a:xfrm>
          <a:prstGeom prst="up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96" name="Google Shape;1196;p37"/>
          <p:cNvSpPr txBox="1"/>
          <p:nvPr/>
        </p:nvSpPr>
        <p:spPr>
          <a:xfrm>
            <a:off x="1417320" y="4846320"/>
            <a:ext cx="4114800" cy="530352"/>
          </a:xfrm>
          <a:prstGeom prst="rect">
            <a:avLst/>
          </a:prstGeom>
          <a:noFill/>
          <a:ln>
            <a:noFill/>
          </a:ln>
        </p:spPr>
        <p:txBody>
          <a:bodyPr spcFirstLastPara="1" wrap="square" lIns="0" tIns="0" rIns="0" bIns="0" anchor="ctr" anchorCtr="0">
            <a:noAutofit/>
          </a:bodyPr>
          <a:lstStyle/>
          <a:p>
            <a:pPr>
              <a:buClr>
                <a:schemeClr val="dk1"/>
              </a:buClr>
              <a:buSzPts val="1600"/>
            </a:pPr>
            <a:r>
              <a:rPr lang="en-US" sz="1600" b="1">
                <a:solidFill>
                  <a:schemeClr val="dk1"/>
                </a:solidFill>
                <a:latin typeface="Calibri"/>
                <a:ea typeface="Calibri"/>
                <a:cs typeface="Calibri"/>
                <a:sym typeface="Calibri"/>
              </a:rPr>
              <a:t>Recall goes up</a:t>
            </a:r>
            <a:endParaRPr sz="1600">
              <a:solidFill>
                <a:schemeClr val="dk1"/>
              </a:solidFill>
              <a:latin typeface="Calibri"/>
              <a:ea typeface="Calibri"/>
              <a:cs typeface="Calibri"/>
              <a:sym typeface="Calibri"/>
            </a:endParaRPr>
          </a:p>
          <a:p>
            <a:pPr>
              <a:buClr>
                <a:schemeClr val="accent6"/>
              </a:buClr>
              <a:buSzPts val="1400"/>
            </a:pPr>
            <a:r>
              <a:rPr lang="en-US" sz="1400">
                <a:solidFill>
                  <a:schemeClr val="accent6"/>
                </a:solidFill>
                <a:latin typeface="Calibri"/>
                <a:ea typeface="Calibri"/>
                <a:cs typeface="Calibri"/>
                <a:sym typeface="Calibri"/>
              </a:rPr>
              <a:t>(you catch more real blocked cells).</a:t>
            </a:r>
            <a:endParaRPr sz="1600">
              <a:solidFill>
                <a:schemeClr val="dk1"/>
              </a:solidFill>
              <a:latin typeface="Calibri"/>
              <a:ea typeface="Calibri"/>
              <a:cs typeface="Calibri"/>
              <a:sym typeface="Calibri"/>
            </a:endParaRPr>
          </a:p>
        </p:txBody>
      </p:sp>
      <p:sp>
        <p:nvSpPr>
          <p:cNvPr id="1197" name="Google Shape;1197;p37"/>
          <p:cNvSpPr/>
          <p:nvPr/>
        </p:nvSpPr>
        <p:spPr>
          <a:xfrm>
            <a:off x="960120" y="5522976"/>
            <a:ext cx="256032" cy="411480"/>
          </a:xfrm>
          <a:prstGeom prst="downArrow">
            <a:avLst>
              <a:gd name="adj1" fmla="val 50000"/>
              <a:gd name="adj2" fmla="val 50000"/>
            </a:avLst>
          </a:pr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198" name="Google Shape;1198;p37"/>
          <p:cNvSpPr txBox="1"/>
          <p:nvPr/>
        </p:nvSpPr>
        <p:spPr>
          <a:xfrm>
            <a:off x="1417320" y="5486400"/>
            <a:ext cx="4114800" cy="530352"/>
          </a:xfrm>
          <a:prstGeom prst="rect">
            <a:avLst/>
          </a:prstGeom>
          <a:noFill/>
          <a:ln>
            <a:noFill/>
          </a:ln>
        </p:spPr>
        <p:txBody>
          <a:bodyPr spcFirstLastPara="1" wrap="square" lIns="0" tIns="0" rIns="0" bIns="0" anchor="ctr" anchorCtr="0">
            <a:noAutofit/>
          </a:bodyPr>
          <a:lstStyle/>
          <a:p>
            <a:pPr>
              <a:buClr>
                <a:schemeClr val="dk1"/>
              </a:buClr>
              <a:buSzPts val="1600"/>
            </a:pPr>
            <a:r>
              <a:rPr lang="en-US" sz="1600" b="1">
                <a:solidFill>
                  <a:schemeClr val="dk1"/>
                </a:solidFill>
                <a:latin typeface="Calibri"/>
                <a:ea typeface="Calibri"/>
                <a:cs typeface="Calibri"/>
                <a:sym typeface="Calibri"/>
              </a:rPr>
              <a:t>Precision goes down</a:t>
            </a:r>
            <a:endParaRPr sz="1600">
              <a:solidFill>
                <a:schemeClr val="dk1"/>
              </a:solidFill>
              <a:latin typeface="Calibri"/>
              <a:ea typeface="Calibri"/>
              <a:cs typeface="Calibri"/>
              <a:sym typeface="Calibri"/>
            </a:endParaRPr>
          </a:p>
          <a:p>
            <a:pPr>
              <a:buClr>
                <a:schemeClr val="accent6"/>
              </a:buClr>
              <a:buSzPts val="1400"/>
            </a:pPr>
            <a:r>
              <a:rPr lang="en-US" sz="1400">
                <a:solidFill>
                  <a:schemeClr val="accent6"/>
                </a:solidFill>
                <a:latin typeface="Calibri"/>
                <a:ea typeface="Calibri"/>
                <a:cs typeface="Calibri"/>
                <a:sym typeface="Calibri"/>
              </a:rPr>
              <a:t>(more false alarms and longer detours).</a:t>
            </a:r>
            <a:endParaRPr sz="1600">
              <a:solidFill>
                <a:schemeClr val="dk1"/>
              </a:solidFill>
              <a:latin typeface="Calibri"/>
              <a:ea typeface="Calibri"/>
              <a:cs typeface="Calibri"/>
              <a:sym typeface="Calibri"/>
            </a:endParaRPr>
          </a:p>
        </p:txBody>
      </p:sp>
      <p:sp>
        <p:nvSpPr>
          <p:cNvPr id="1199" name="Google Shape;1199;p37"/>
          <p:cNvSpPr/>
          <p:nvPr/>
        </p:nvSpPr>
        <p:spPr>
          <a:xfrm>
            <a:off x="6309360" y="2240280"/>
            <a:ext cx="5303520" cy="393192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00" name="Google Shape;1200;p37"/>
          <p:cNvSpPr txBox="1"/>
          <p:nvPr/>
        </p:nvSpPr>
        <p:spPr>
          <a:xfrm>
            <a:off x="6675120" y="2377440"/>
            <a:ext cx="4572000" cy="457200"/>
          </a:xfrm>
          <a:prstGeom prst="rect">
            <a:avLst/>
          </a:prstGeom>
          <a:noFill/>
          <a:ln>
            <a:noFill/>
          </a:ln>
        </p:spPr>
        <p:txBody>
          <a:bodyPr spcFirstLastPara="1" wrap="square" lIns="0" tIns="0" rIns="0" bIns="0" anchor="ctr" anchorCtr="0">
            <a:noAutofit/>
          </a:bodyPr>
          <a:lstStyle/>
          <a:p>
            <a:pPr>
              <a:buClr>
                <a:schemeClr val="dk1"/>
              </a:buClr>
              <a:buSzPts val="2200"/>
            </a:pPr>
            <a:r>
              <a:rPr lang="en-US" sz="2200" b="1">
                <a:solidFill>
                  <a:schemeClr val="dk1"/>
                </a:solidFill>
                <a:latin typeface="Calibri"/>
                <a:ea typeface="Calibri"/>
                <a:cs typeface="Calibri"/>
                <a:sym typeface="Calibri"/>
              </a:rPr>
              <a:t>Higher threshold (e.g. </a:t>
            </a:r>
            <a:r>
              <a:rPr lang="en-US" sz="2200" b="1" i="1">
                <a:solidFill>
                  <a:schemeClr val="dk1"/>
                </a:solidFill>
                <a:latin typeface="Calibri"/>
                <a:ea typeface="Calibri"/>
                <a:cs typeface="Calibri"/>
                <a:sym typeface="Calibri"/>
              </a:rPr>
              <a:t>t</a:t>
            </a:r>
            <a:r>
              <a:rPr lang="en-US" sz="2200" b="1">
                <a:solidFill>
                  <a:schemeClr val="dk1"/>
                </a:solidFill>
                <a:latin typeface="Calibri"/>
                <a:ea typeface="Calibri"/>
                <a:cs typeface="Calibri"/>
                <a:sym typeface="Calibri"/>
              </a:rPr>
              <a:t> = 0.7)</a:t>
            </a:r>
            <a:endParaRPr sz="2200">
              <a:solidFill>
                <a:schemeClr val="dk1"/>
              </a:solidFill>
              <a:latin typeface="Calibri"/>
              <a:ea typeface="Calibri"/>
              <a:cs typeface="Calibri"/>
              <a:sym typeface="Calibri"/>
            </a:endParaRPr>
          </a:p>
        </p:txBody>
      </p:sp>
      <p:sp>
        <p:nvSpPr>
          <p:cNvPr id="1201" name="Google Shape;1201;p37"/>
          <p:cNvSpPr txBox="1"/>
          <p:nvPr/>
        </p:nvSpPr>
        <p:spPr>
          <a:xfrm>
            <a:off x="6675120" y="2834640"/>
            <a:ext cx="4572000" cy="320040"/>
          </a:xfrm>
          <a:prstGeom prst="rect">
            <a:avLst/>
          </a:prstGeom>
          <a:noFill/>
          <a:ln>
            <a:noFill/>
          </a:ln>
        </p:spPr>
        <p:txBody>
          <a:bodyPr spcFirstLastPara="1" wrap="square" lIns="0" tIns="0" rIns="0" bIns="0" anchor="ctr" anchorCtr="0">
            <a:noAutofit/>
          </a:bodyPr>
          <a:lstStyle/>
          <a:p>
            <a:pPr>
              <a:buClr>
                <a:schemeClr val="accent6"/>
              </a:buClr>
              <a:buSzPts val="1600"/>
            </a:pPr>
            <a:r>
              <a:rPr lang="en-US" sz="1600">
                <a:solidFill>
                  <a:schemeClr val="accent6"/>
                </a:solidFill>
                <a:latin typeface="Calibri"/>
                <a:ea typeface="Calibri"/>
                <a:cs typeface="Calibri"/>
                <a:sym typeface="Calibri"/>
              </a:rPr>
              <a:t>Fewer cells are classified as blocked.</a:t>
            </a:r>
            <a:endParaRPr sz="1600">
              <a:solidFill>
                <a:schemeClr val="dk1"/>
              </a:solidFill>
              <a:latin typeface="Calibri"/>
              <a:ea typeface="Calibri"/>
              <a:cs typeface="Calibri"/>
              <a:sym typeface="Calibri"/>
            </a:endParaRPr>
          </a:p>
        </p:txBody>
      </p:sp>
      <p:sp>
        <p:nvSpPr>
          <p:cNvPr id="1202" name="Google Shape;1202;p37"/>
          <p:cNvSpPr txBox="1"/>
          <p:nvPr/>
        </p:nvSpPr>
        <p:spPr>
          <a:xfrm>
            <a:off x="7050024" y="3355848"/>
            <a:ext cx="749808" cy="274320"/>
          </a:xfrm>
          <a:prstGeom prst="rect">
            <a:avLst/>
          </a:prstGeom>
          <a:noFill/>
          <a:ln>
            <a:noFill/>
          </a:ln>
        </p:spPr>
        <p:txBody>
          <a:bodyPr spcFirstLastPara="1" wrap="square" lIns="0" tIns="0" rIns="0" bIns="0" anchor="ctr" anchorCtr="0">
            <a:noAutofit/>
          </a:bodyPr>
          <a:lstStyle/>
          <a:p>
            <a:pPr algn="ctr">
              <a:buClr>
                <a:schemeClr val="dk1"/>
              </a:buClr>
              <a:buSzPts val="1400"/>
            </a:pPr>
            <a:r>
              <a:rPr lang="en-US" sz="1400">
                <a:solidFill>
                  <a:schemeClr val="dk1"/>
                </a:solidFill>
                <a:latin typeface="Calibri"/>
                <a:ea typeface="Calibri"/>
                <a:cs typeface="Calibri"/>
                <a:sym typeface="Calibri"/>
              </a:rPr>
              <a:t>0.1</a:t>
            </a:r>
            <a:endParaRPr sz="1400">
              <a:solidFill>
                <a:schemeClr val="dk1"/>
              </a:solidFill>
              <a:latin typeface="Calibri"/>
              <a:ea typeface="Calibri"/>
              <a:cs typeface="Calibri"/>
              <a:sym typeface="Calibri"/>
            </a:endParaRPr>
          </a:p>
        </p:txBody>
      </p:sp>
      <p:sp>
        <p:nvSpPr>
          <p:cNvPr id="1203" name="Google Shape;1203;p37"/>
          <p:cNvSpPr/>
          <p:nvPr/>
        </p:nvSpPr>
        <p:spPr>
          <a:xfrm>
            <a:off x="7141464" y="3703320"/>
            <a:ext cx="566928" cy="566928"/>
          </a:xfrm>
          <a:prstGeom prst="rect">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04" name="Google Shape;1204;p37"/>
          <p:cNvSpPr txBox="1"/>
          <p:nvPr/>
        </p:nvSpPr>
        <p:spPr>
          <a:xfrm>
            <a:off x="7818120" y="3355848"/>
            <a:ext cx="749808" cy="274320"/>
          </a:xfrm>
          <a:prstGeom prst="rect">
            <a:avLst/>
          </a:prstGeom>
          <a:noFill/>
          <a:ln>
            <a:noFill/>
          </a:ln>
        </p:spPr>
        <p:txBody>
          <a:bodyPr spcFirstLastPara="1" wrap="square" lIns="0" tIns="0" rIns="0" bIns="0" anchor="ctr" anchorCtr="0">
            <a:noAutofit/>
          </a:bodyPr>
          <a:lstStyle/>
          <a:p>
            <a:pPr algn="ctr">
              <a:buClr>
                <a:schemeClr val="dk1"/>
              </a:buClr>
              <a:buSzPts val="1400"/>
            </a:pPr>
            <a:r>
              <a:rPr lang="en-US" sz="1400">
                <a:solidFill>
                  <a:schemeClr val="dk1"/>
                </a:solidFill>
                <a:latin typeface="Calibri"/>
                <a:ea typeface="Calibri"/>
                <a:cs typeface="Calibri"/>
                <a:sym typeface="Calibri"/>
              </a:rPr>
              <a:t>0.3</a:t>
            </a:r>
            <a:endParaRPr sz="1400">
              <a:solidFill>
                <a:schemeClr val="dk1"/>
              </a:solidFill>
              <a:latin typeface="Calibri"/>
              <a:ea typeface="Calibri"/>
              <a:cs typeface="Calibri"/>
              <a:sym typeface="Calibri"/>
            </a:endParaRPr>
          </a:p>
        </p:txBody>
      </p:sp>
      <p:sp>
        <p:nvSpPr>
          <p:cNvPr id="1205" name="Google Shape;1205;p37"/>
          <p:cNvSpPr/>
          <p:nvPr/>
        </p:nvSpPr>
        <p:spPr>
          <a:xfrm>
            <a:off x="7909560" y="3703320"/>
            <a:ext cx="566928" cy="566928"/>
          </a:xfrm>
          <a:prstGeom prst="rect">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06" name="Google Shape;1206;p37"/>
          <p:cNvSpPr txBox="1"/>
          <p:nvPr/>
        </p:nvSpPr>
        <p:spPr>
          <a:xfrm>
            <a:off x="8586216" y="3355848"/>
            <a:ext cx="749808" cy="274320"/>
          </a:xfrm>
          <a:prstGeom prst="rect">
            <a:avLst/>
          </a:prstGeom>
          <a:noFill/>
          <a:ln>
            <a:noFill/>
          </a:ln>
        </p:spPr>
        <p:txBody>
          <a:bodyPr spcFirstLastPara="1" wrap="square" lIns="0" tIns="0" rIns="0" bIns="0" anchor="ctr" anchorCtr="0">
            <a:noAutofit/>
          </a:bodyPr>
          <a:lstStyle/>
          <a:p>
            <a:pPr algn="ctr">
              <a:buClr>
                <a:schemeClr val="dk1"/>
              </a:buClr>
              <a:buSzPts val="1400"/>
            </a:pPr>
            <a:r>
              <a:rPr lang="en-US" sz="1400">
                <a:solidFill>
                  <a:schemeClr val="dk1"/>
                </a:solidFill>
                <a:latin typeface="Calibri"/>
                <a:ea typeface="Calibri"/>
                <a:cs typeface="Calibri"/>
                <a:sym typeface="Calibri"/>
              </a:rPr>
              <a:t>0.4</a:t>
            </a:r>
            <a:endParaRPr sz="1400">
              <a:solidFill>
                <a:schemeClr val="dk1"/>
              </a:solidFill>
              <a:latin typeface="Calibri"/>
              <a:ea typeface="Calibri"/>
              <a:cs typeface="Calibri"/>
              <a:sym typeface="Calibri"/>
            </a:endParaRPr>
          </a:p>
        </p:txBody>
      </p:sp>
      <p:sp>
        <p:nvSpPr>
          <p:cNvPr id="1207" name="Google Shape;1207;p37"/>
          <p:cNvSpPr/>
          <p:nvPr/>
        </p:nvSpPr>
        <p:spPr>
          <a:xfrm>
            <a:off x="8677656" y="3703320"/>
            <a:ext cx="566928" cy="566928"/>
          </a:xfrm>
          <a:prstGeom prst="rect">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08" name="Google Shape;1208;p37"/>
          <p:cNvSpPr txBox="1"/>
          <p:nvPr/>
        </p:nvSpPr>
        <p:spPr>
          <a:xfrm>
            <a:off x="9354312" y="3355848"/>
            <a:ext cx="749808" cy="274320"/>
          </a:xfrm>
          <a:prstGeom prst="rect">
            <a:avLst/>
          </a:prstGeom>
          <a:noFill/>
          <a:ln>
            <a:noFill/>
          </a:ln>
        </p:spPr>
        <p:txBody>
          <a:bodyPr spcFirstLastPara="1" wrap="square" lIns="0" tIns="0" rIns="0" bIns="0" anchor="ctr" anchorCtr="0">
            <a:noAutofit/>
          </a:bodyPr>
          <a:lstStyle/>
          <a:p>
            <a:pPr algn="ctr">
              <a:buClr>
                <a:schemeClr val="dk1"/>
              </a:buClr>
              <a:buSzPts val="1400"/>
            </a:pPr>
            <a:r>
              <a:rPr lang="en-US" sz="1400">
                <a:solidFill>
                  <a:schemeClr val="dk1"/>
                </a:solidFill>
                <a:latin typeface="Calibri"/>
                <a:ea typeface="Calibri"/>
                <a:cs typeface="Calibri"/>
                <a:sym typeface="Calibri"/>
              </a:rPr>
              <a:t>0.6</a:t>
            </a:r>
            <a:endParaRPr sz="1400">
              <a:solidFill>
                <a:schemeClr val="dk1"/>
              </a:solidFill>
              <a:latin typeface="Calibri"/>
              <a:ea typeface="Calibri"/>
              <a:cs typeface="Calibri"/>
              <a:sym typeface="Calibri"/>
            </a:endParaRPr>
          </a:p>
        </p:txBody>
      </p:sp>
      <p:sp>
        <p:nvSpPr>
          <p:cNvPr id="1209" name="Google Shape;1209;p37"/>
          <p:cNvSpPr/>
          <p:nvPr/>
        </p:nvSpPr>
        <p:spPr>
          <a:xfrm>
            <a:off x="9445752" y="3703320"/>
            <a:ext cx="566928" cy="566928"/>
          </a:xfrm>
          <a:prstGeom prst="rect">
            <a:avLst/>
          </a:prstGeom>
          <a:solidFill>
            <a:schemeClr val="lt1"/>
          </a:solidFill>
          <a:ln w="11906"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10" name="Google Shape;1210;p37"/>
          <p:cNvSpPr txBox="1"/>
          <p:nvPr/>
        </p:nvSpPr>
        <p:spPr>
          <a:xfrm>
            <a:off x="10122408" y="3355848"/>
            <a:ext cx="749808" cy="274320"/>
          </a:xfrm>
          <a:prstGeom prst="rect">
            <a:avLst/>
          </a:prstGeom>
          <a:noFill/>
          <a:ln>
            <a:noFill/>
          </a:ln>
        </p:spPr>
        <p:txBody>
          <a:bodyPr spcFirstLastPara="1" wrap="square" lIns="0" tIns="0" rIns="0" bIns="0" anchor="ctr" anchorCtr="0">
            <a:noAutofit/>
          </a:bodyPr>
          <a:lstStyle/>
          <a:p>
            <a:pPr algn="ctr">
              <a:buClr>
                <a:schemeClr val="dk1"/>
              </a:buClr>
              <a:buSzPts val="1400"/>
            </a:pPr>
            <a:r>
              <a:rPr lang="en-US" sz="1400">
                <a:solidFill>
                  <a:schemeClr val="dk1"/>
                </a:solidFill>
                <a:latin typeface="Calibri"/>
                <a:ea typeface="Calibri"/>
                <a:cs typeface="Calibri"/>
                <a:sym typeface="Calibri"/>
              </a:rPr>
              <a:t>0.8</a:t>
            </a:r>
            <a:endParaRPr sz="1400">
              <a:solidFill>
                <a:schemeClr val="dk1"/>
              </a:solidFill>
              <a:latin typeface="Calibri"/>
              <a:ea typeface="Calibri"/>
              <a:cs typeface="Calibri"/>
              <a:sym typeface="Calibri"/>
            </a:endParaRPr>
          </a:p>
        </p:txBody>
      </p:sp>
      <p:sp>
        <p:nvSpPr>
          <p:cNvPr id="1211" name="Google Shape;1211;p37"/>
          <p:cNvSpPr/>
          <p:nvPr/>
        </p:nvSpPr>
        <p:spPr>
          <a:xfrm>
            <a:off x="10213848" y="3703320"/>
            <a:ext cx="566928" cy="566928"/>
          </a:xfrm>
          <a:prstGeom prst="rect">
            <a:avLst/>
          </a:prstGeom>
          <a:solidFill>
            <a:schemeClr val="accent3"/>
          </a:solidFill>
          <a:ln w="11906"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endParaRPr sz="2400"/>
          </a:p>
        </p:txBody>
      </p:sp>
      <p:cxnSp>
        <p:nvCxnSpPr>
          <p:cNvPr id="1212" name="Google Shape;1212;p37"/>
          <p:cNvCxnSpPr/>
          <p:nvPr/>
        </p:nvCxnSpPr>
        <p:spPr>
          <a:xfrm>
            <a:off x="10113264" y="3566160"/>
            <a:ext cx="0" cy="932688"/>
          </a:xfrm>
          <a:prstGeom prst="straightConnector1">
            <a:avLst/>
          </a:prstGeom>
          <a:noFill/>
          <a:ln w="14288" cap="flat" cmpd="sng">
            <a:solidFill>
              <a:schemeClr val="dk1"/>
            </a:solidFill>
            <a:prstDash val="dash"/>
            <a:round/>
            <a:headEnd type="none" w="sm" len="sm"/>
            <a:tailEnd type="none" w="sm" len="sm"/>
          </a:ln>
        </p:spPr>
      </p:cxnSp>
      <p:sp>
        <p:nvSpPr>
          <p:cNvPr id="1213" name="Google Shape;1213;p37"/>
          <p:cNvSpPr txBox="1"/>
          <p:nvPr/>
        </p:nvSpPr>
        <p:spPr>
          <a:xfrm>
            <a:off x="9564624" y="4517136"/>
            <a:ext cx="1097280" cy="274320"/>
          </a:xfrm>
          <a:prstGeom prst="rect">
            <a:avLst/>
          </a:prstGeom>
          <a:noFill/>
          <a:ln>
            <a:noFill/>
          </a:ln>
        </p:spPr>
        <p:txBody>
          <a:bodyPr spcFirstLastPara="1" wrap="square" lIns="0" tIns="0" rIns="0" bIns="0" anchor="ctr" anchorCtr="0">
            <a:noAutofit/>
          </a:bodyPr>
          <a:lstStyle/>
          <a:p>
            <a:pPr algn="ctr">
              <a:buClr>
                <a:schemeClr val="dk1"/>
              </a:buClr>
              <a:buSzPts val="1400"/>
            </a:pPr>
            <a:r>
              <a:rPr lang="en-US" sz="1400" i="1">
                <a:solidFill>
                  <a:schemeClr val="dk1"/>
                </a:solidFill>
                <a:latin typeface="Calibri"/>
                <a:ea typeface="Calibri"/>
                <a:cs typeface="Calibri"/>
                <a:sym typeface="Calibri"/>
              </a:rPr>
              <a:t>t</a:t>
            </a:r>
            <a:r>
              <a:rPr lang="en-US" sz="1400">
                <a:solidFill>
                  <a:schemeClr val="dk1"/>
                </a:solidFill>
                <a:latin typeface="Calibri"/>
                <a:ea typeface="Calibri"/>
                <a:cs typeface="Calibri"/>
                <a:sym typeface="Calibri"/>
              </a:rPr>
              <a:t> = 0.7</a:t>
            </a:r>
            <a:endParaRPr sz="1400">
              <a:solidFill>
                <a:schemeClr val="dk1"/>
              </a:solidFill>
              <a:latin typeface="Calibri"/>
              <a:ea typeface="Calibri"/>
              <a:cs typeface="Calibri"/>
              <a:sym typeface="Calibri"/>
            </a:endParaRPr>
          </a:p>
        </p:txBody>
      </p:sp>
      <p:sp>
        <p:nvSpPr>
          <p:cNvPr id="1214" name="Google Shape;1214;p37"/>
          <p:cNvSpPr/>
          <p:nvPr/>
        </p:nvSpPr>
        <p:spPr>
          <a:xfrm>
            <a:off x="6720840" y="4882896"/>
            <a:ext cx="256032" cy="411480"/>
          </a:xfrm>
          <a:prstGeom prst="up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15" name="Google Shape;1215;p37"/>
          <p:cNvSpPr txBox="1"/>
          <p:nvPr/>
        </p:nvSpPr>
        <p:spPr>
          <a:xfrm>
            <a:off x="7178040" y="4846320"/>
            <a:ext cx="4114800" cy="530352"/>
          </a:xfrm>
          <a:prstGeom prst="rect">
            <a:avLst/>
          </a:prstGeom>
          <a:noFill/>
          <a:ln>
            <a:noFill/>
          </a:ln>
        </p:spPr>
        <p:txBody>
          <a:bodyPr spcFirstLastPara="1" wrap="square" lIns="0" tIns="0" rIns="0" bIns="0" anchor="ctr" anchorCtr="0">
            <a:noAutofit/>
          </a:bodyPr>
          <a:lstStyle/>
          <a:p>
            <a:pPr>
              <a:buClr>
                <a:schemeClr val="dk1"/>
              </a:buClr>
              <a:buSzPts val="1600"/>
            </a:pPr>
            <a:r>
              <a:rPr lang="en-US" sz="1600" b="1">
                <a:solidFill>
                  <a:schemeClr val="dk1"/>
                </a:solidFill>
                <a:latin typeface="Calibri"/>
                <a:ea typeface="Calibri"/>
                <a:cs typeface="Calibri"/>
                <a:sym typeface="Calibri"/>
              </a:rPr>
              <a:t>Precision goes up</a:t>
            </a:r>
            <a:endParaRPr sz="1600">
              <a:solidFill>
                <a:schemeClr val="dk1"/>
              </a:solidFill>
              <a:latin typeface="Calibri"/>
              <a:ea typeface="Calibri"/>
              <a:cs typeface="Calibri"/>
              <a:sym typeface="Calibri"/>
            </a:endParaRPr>
          </a:p>
          <a:p>
            <a:pPr>
              <a:buClr>
                <a:schemeClr val="accent6"/>
              </a:buClr>
              <a:buSzPts val="1400"/>
            </a:pPr>
            <a:r>
              <a:rPr lang="en-US" sz="1400">
                <a:solidFill>
                  <a:schemeClr val="accent6"/>
                </a:solidFill>
                <a:latin typeface="Calibri"/>
                <a:ea typeface="Calibri"/>
                <a:cs typeface="Calibri"/>
                <a:sym typeface="Calibri"/>
              </a:rPr>
              <a:t>(fewer false alarms and detours).</a:t>
            </a:r>
            <a:endParaRPr sz="1600">
              <a:solidFill>
                <a:schemeClr val="dk1"/>
              </a:solidFill>
              <a:latin typeface="Calibri"/>
              <a:ea typeface="Calibri"/>
              <a:cs typeface="Calibri"/>
              <a:sym typeface="Calibri"/>
            </a:endParaRPr>
          </a:p>
        </p:txBody>
      </p:sp>
      <p:sp>
        <p:nvSpPr>
          <p:cNvPr id="1216" name="Google Shape;1216;p37"/>
          <p:cNvSpPr/>
          <p:nvPr/>
        </p:nvSpPr>
        <p:spPr>
          <a:xfrm>
            <a:off x="6720840" y="5522976"/>
            <a:ext cx="256032" cy="411480"/>
          </a:xfrm>
          <a:prstGeom prst="downArrow">
            <a:avLst>
              <a:gd name="adj1" fmla="val 50000"/>
              <a:gd name="adj2" fmla="val 50000"/>
            </a:avLst>
          </a:pr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17" name="Google Shape;1217;p37"/>
          <p:cNvSpPr txBox="1"/>
          <p:nvPr/>
        </p:nvSpPr>
        <p:spPr>
          <a:xfrm>
            <a:off x="7178040" y="5486400"/>
            <a:ext cx="4114800" cy="530352"/>
          </a:xfrm>
          <a:prstGeom prst="rect">
            <a:avLst/>
          </a:prstGeom>
          <a:noFill/>
          <a:ln>
            <a:noFill/>
          </a:ln>
        </p:spPr>
        <p:txBody>
          <a:bodyPr spcFirstLastPara="1" wrap="square" lIns="0" tIns="0" rIns="0" bIns="0" anchor="ctr" anchorCtr="0">
            <a:noAutofit/>
          </a:bodyPr>
          <a:lstStyle/>
          <a:p>
            <a:pPr>
              <a:buClr>
                <a:schemeClr val="dk1"/>
              </a:buClr>
              <a:buSzPts val="1600"/>
            </a:pPr>
            <a:r>
              <a:rPr lang="en-US" sz="1600" b="1">
                <a:solidFill>
                  <a:schemeClr val="dk1"/>
                </a:solidFill>
                <a:latin typeface="Calibri"/>
                <a:ea typeface="Calibri"/>
                <a:cs typeface="Calibri"/>
                <a:sym typeface="Calibri"/>
              </a:rPr>
              <a:t>Recall goes down</a:t>
            </a:r>
            <a:endParaRPr sz="1600">
              <a:solidFill>
                <a:schemeClr val="dk1"/>
              </a:solidFill>
              <a:latin typeface="Calibri"/>
              <a:ea typeface="Calibri"/>
              <a:cs typeface="Calibri"/>
              <a:sym typeface="Calibri"/>
            </a:endParaRPr>
          </a:p>
          <a:p>
            <a:pPr>
              <a:buClr>
                <a:schemeClr val="accent6"/>
              </a:buClr>
              <a:buSzPts val="1400"/>
            </a:pPr>
            <a:r>
              <a:rPr lang="en-US" sz="1400">
                <a:solidFill>
                  <a:schemeClr val="accent6"/>
                </a:solidFill>
                <a:latin typeface="Calibri"/>
                <a:ea typeface="Calibri"/>
                <a:cs typeface="Calibri"/>
                <a:sym typeface="Calibri"/>
              </a:rPr>
              <a:t>(more real hazards slip through).</a:t>
            </a:r>
            <a:endParaRPr sz="1600">
              <a:solidFill>
                <a:schemeClr val="dk1"/>
              </a:solidFill>
              <a:latin typeface="Calibri"/>
              <a:ea typeface="Calibri"/>
              <a:cs typeface="Calibri"/>
              <a:sym typeface="Calibri"/>
            </a:endParaRPr>
          </a:p>
        </p:txBody>
      </p:sp>
      <p:sp>
        <p:nvSpPr>
          <p:cNvPr id="1218" name="Google Shape;1218;p37"/>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59</a:t>
            </a:fld>
            <a:endParaRPr sz="1067">
              <a:solidFill>
                <a:schemeClr val="accent5"/>
              </a:solidFill>
              <a:latin typeface="Calibri"/>
              <a:ea typeface="Calibri"/>
              <a:cs typeface="Calibri"/>
              <a:sym typeface="Calibri"/>
            </a:endParaRPr>
          </a:p>
        </p:txBody>
      </p:sp>
    </p:spTree>
    <p:extLst>
      <p:ext uri="{BB962C8B-B14F-4D97-AF65-F5344CB8AC3E}">
        <p14:creationId xmlns:p14="http://schemas.microsoft.com/office/powerpoint/2010/main" val="75665192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223"/>
        <p:cNvGrpSpPr/>
        <p:nvPr/>
      </p:nvGrpSpPr>
      <p:grpSpPr>
        <a:xfrm>
          <a:off x="0" y="0"/>
          <a:ext cx="0" cy="0"/>
          <a:chOff x="0" y="0"/>
          <a:chExt cx="0" cy="0"/>
        </a:xfrm>
      </p:grpSpPr>
      <p:sp>
        <p:nvSpPr>
          <p:cNvPr id="1240" name="Rectangle 1239"/>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224" name="Google Shape;1224;p38"/>
          <p:cNvSpPr txBox="1">
            <a:spLocks noGrp="1"/>
          </p:cNvSpPr>
          <p:nvPr>
            <p:ph type="title"/>
          </p:nvPr>
        </p:nvSpPr>
        <p:spPr>
          <a:xfrm>
            <a:off x="731520" y="365760"/>
            <a:ext cx="10728960" cy="853440"/>
          </a:xfrm>
          <a:prstGeom prst="rect">
            <a:avLst/>
          </a:prstGeom>
          <a:noFill/>
          <a:ln>
            <a:noFill/>
          </a:ln>
        </p:spPr>
        <p:txBody>
          <a:bodyPr spcFirstLastPara="1" wrap="square" lIns="0" tIns="0" rIns="0" bIns="0" rtlCol="0" anchor="ctr" anchorCtr="0">
            <a:noAutofit/>
          </a:bodyPr>
          <a:lstStyle/>
          <a:p>
            <a:r>
              <a:rPr lang="en-US" sz="3733">
                <a:solidFill>
                  <a:srgbClr val="1B1F3B"/>
                </a:solidFill>
              </a:rPr>
              <a:t>Precision–recall (PR) curve</a:t>
            </a:r>
            <a:endParaRPr/>
          </a:p>
        </p:txBody>
      </p:sp>
      <p:sp>
        <p:nvSpPr>
          <p:cNvPr id="1225" name="Google Shape;1225;p38"/>
          <p:cNvSpPr txBox="1"/>
          <p:nvPr/>
        </p:nvSpPr>
        <p:spPr>
          <a:xfrm>
            <a:off x="548640" y="1280160"/>
            <a:ext cx="5303520" cy="365760"/>
          </a:xfrm>
          <a:prstGeom prst="rect">
            <a:avLst/>
          </a:prstGeom>
          <a:noFill/>
          <a:ln>
            <a:noFill/>
          </a:ln>
        </p:spPr>
        <p:txBody>
          <a:bodyPr spcFirstLastPara="1" wrap="square" lIns="0" tIns="0" rIns="0" bIns="0" anchor="ctr" anchorCtr="0">
            <a:noAutofit/>
          </a:bodyPr>
          <a:lstStyle/>
          <a:p>
            <a:pPr>
              <a:buClr>
                <a:schemeClr val="dk1"/>
              </a:buClr>
              <a:buSzPts val="2000"/>
            </a:pPr>
            <a:r>
              <a:rPr lang="en-US" sz="2000" b="1">
                <a:solidFill>
                  <a:schemeClr val="dk1"/>
                </a:solidFill>
                <a:latin typeface="Calibri"/>
                <a:ea typeface="Calibri"/>
                <a:cs typeface="Calibri"/>
                <a:sym typeface="Calibri"/>
              </a:rPr>
              <a:t>Core idea</a:t>
            </a:r>
            <a:endParaRPr sz="2000">
              <a:solidFill>
                <a:schemeClr val="dk1"/>
              </a:solidFill>
              <a:latin typeface="Calibri"/>
              <a:ea typeface="Calibri"/>
              <a:cs typeface="Calibri"/>
              <a:sym typeface="Calibri"/>
            </a:endParaRPr>
          </a:p>
        </p:txBody>
      </p:sp>
      <p:sp>
        <p:nvSpPr>
          <p:cNvPr id="1226" name="Google Shape;1226;p38"/>
          <p:cNvSpPr txBox="1"/>
          <p:nvPr/>
        </p:nvSpPr>
        <p:spPr>
          <a:xfrm>
            <a:off x="548640" y="1691640"/>
            <a:ext cx="5303520" cy="1600200"/>
          </a:xfrm>
          <a:prstGeom prst="rect">
            <a:avLst/>
          </a:prstGeom>
          <a:noFill/>
          <a:ln>
            <a:noFill/>
          </a:ln>
        </p:spPr>
        <p:txBody>
          <a:bodyPr spcFirstLastPara="1" wrap="square" lIns="0" tIns="0" rIns="0" bIns="0" anchor="t" anchorCtr="0">
            <a:noAutofit/>
          </a:bodyPr>
          <a:lstStyle/>
          <a:p>
            <a:pPr marL="203195" indent="-203195">
              <a:buClr>
                <a:schemeClr val="dk1"/>
              </a:buClr>
              <a:buSzPts val="1600"/>
              <a:buFont typeface="Calibri"/>
              <a:buChar char="•"/>
            </a:pPr>
            <a:r>
              <a:rPr lang="en-US" sz="1600">
                <a:solidFill>
                  <a:schemeClr val="dk1"/>
                </a:solidFill>
                <a:latin typeface="Calibri"/>
                <a:ea typeface="Calibri"/>
                <a:cs typeface="Calibri"/>
                <a:sym typeface="Calibri"/>
              </a:rPr>
              <a:t>Each threshold </a:t>
            </a:r>
            <a:r>
              <a:rPr lang="en-US" sz="1600" i="1">
                <a:solidFill>
                  <a:schemeClr val="dk1"/>
                </a:solidFill>
                <a:latin typeface="Calibri"/>
                <a:ea typeface="Calibri"/>
                <a:cs typeface="Calibri"/>
                <a:sym typeface="Calibri"/>
              </a:rPr>
              <a:t>t</a:t>
            </a:r>
            <a:r>
              <a:rPr lang="en-US" sz="1600">
                <a:solidFill>
                  <a:schemeClr val="dk1"/>
                </a:solidFill>
                <a:latin typeface="Calibri"/>
                <a:ea typeface="Calibri"/>
                <a:cs typeface="Calibri"/>
                <a:sym typeface="Calibri"/>
              </a:rPr>
              <a:t> gives one (precision, recall) pair.</a:t>
            </a:r>
            <a:endParaRPr sz="1600">
              <a:solidFill>
                <a:schemeClr val="dk1"/>
              </a:solidFill>
              <a:latin typeface="Calibri"/>
              <a:ea typeface="Calibri"/>
              <a:cs typeface="Calibri"/>
              <a:sym typeface="Calibri"/>
            </a:endParaRPr>
          </a:p>
          <a:p>
            <a:pPr marL="203195" indent="-203195">
              <a:spcBef>
                <a:spcPts val="600"/>
              </a:spcBef>
              <a:buClr>
                <a:schemeClr val="dk1"/>
              </a:buClr>
              <a:buSzPts val="1600"/>
              <a:buFont typeface="Calibri"/>
              <a:buChar char="•"/>
            </a:pPr>
            <a:r>
              <a:rPr lang="en-US" sz="1600">
                <a:solidFill>
                  <a:schemeClr val="dk1"/>
                </a:solidFill>
                <a:latin typeface="Calibri"/>
                <a:ea typeface="Calibri"/>
                <a:cs typeface="Calibri"/>
                <a:sym typeface="Calibri"/>
              </a:rPr>
              <a:t>Vary </a:t>
            </a:r>
            <a:r>
              <a:rPr lang="en-US" sz="1600" i="1">
                <a:solidFill>
                  <a:schemeClr val="dk1"/>
                </a:solidFill>
                <a:latin typeface="Calibri"/>
                <a:ea typeface="Calibri"/>
                <a:cs typeface="Calibri"/>
                <a:sym typeface="Calibri"/>
              </a:rPr>
              <a:t>t</a:t>
            </a:r>
            <a:r>
              <a:rPr lang="en-US" sz="1600">
                <a:solidFill>
                  <a:schemeClr val="dk1"/>
                </a:solidFill>
                <a:latin typeface="Calibri"/>
                <a:ea typeface="Calibri"/>
                <a:cs typeface="Calibri"/>
                <a:sym typeface="Calibri"/>
              </a:rPr>
              <a:t> from 0 to 1 to get a curve.</a:t>
            </a:r>
            <a:endParaRPr sz="1600">
              <a:solidFill>
                <a:schemeClr val="dk1"/>
              </a:solidFill>
              <a:latin typeface="Calibri"/>
              <a:ea typeface="Calibri"/>
              <a:cs typeface="Calibri"/>
              <a:sym typeface="Calibri"/>
            </a:endParaRPr>
          </a:p>
          <a:p>
            <a:pPr marL="203195" indent="-203195">
              <a:spcBef>
                <a:spcPts val="600"/>
              </a:spcBef>
              <a:buClr>
                <a:schemeClr val="dk1"/>
              </a:buClr>
              <a:buSzPts val="1600"/>
              <a:buFont typeface="Calibri"/>
              <a:buChar char="•"/>
            </a:pPr>
            <a:r>
              <a:rPr lang="en-US" sz="1600">
                <a:solidFill>
                  <a:schemeClr val="dk1"/>
                </a:solidFill>
                <a:latin typeface="Calibri"/>
                <a:ea typeface="Calibri"/>
                <a:cs typeface="Calibri"/>
                <a:sym typeface="Calibri"/>
              </a:rPr>
              <a:t>A single-number summary is the area under the curve (average precision). Closer to 1 is better.</a:t>
            </a:r>
            <a:endParaRPr sz="1600">
              <a:solidFill>
                <a:schemeClr val="dk1"/>
              </a:solidFill>
              <a:latin typeface="Calibri"/>
              <a:ea typeface="Calibri"/>
              <a:cs typeface="Calibri"/>
              <a:sym typeface="Calibri"/>
            </a:endParaRPr>
          </a:p>
        </p:txBody>
      </p:sp>
      <p:sp>
        <p:nvSpPr>
          <p:cNvPr id="1227" name="Google Shape;1227;p38"/>
          <p:cNvSpPr txBox="1"/>
          <p:nvPr/>
        </p:nvSpPr>
        <p:spPr>
          <a:xfrm>
            <a:off x="548640" y="3429000"/>
            <a:ext cx="5303520" cy="365760"/>
          </a:xfrm>
          <a:prstGeom prst="rect">
            <a:avLst/>
          </a:prstGeom>
          <a:noFill/>
          <a:ln>
            <a:noFill/>
          </a:ln>
        </p:spPr>
        <p:txBody>
          <a:bodyPr spcFirstLastPara="1" wrap="square" lIns="0" tIns="0" rIns="0" bIns="0" anchor="ctr" anchorCtr="0">
            <a:noAutofit/>
          </a:bodyPr>
          <a:lstStyle/>
          <a:p>
            <a:pPr>
              <a:buClr>
                <a:schemeClr val="dk1"/>
              </a:buClr>
              <a:buSzPts val="2000"/>
            </a:pPr>
            <a:r>
              <a:rPr lang="en-US" sz="2000" b="1">
                <a:solidFill>
                  <a:schemeClr val="dk1"/>
                </a:solidFill>
                <a:latin typeface="Calibri"/>
                <a:ea typeface="Calibri"/>
                <a:cs typeface="Calibri"/>
                <a:sym typeface="Calibri"/>
              </a:rPr>
              <a:t>How to read the curve</a:t>
            </a:r>
            <a:endParaRPr sz="2000">
              <a:solidFill>
                <a:schemeClr val="dk1"/>
              </a:solidFill>
              <a:latin typeface="Calibri"/>
              <a:ea typeface="Calibri"/>
              <a:cs typeface="Calibri"/>
              <a:sym typeface="Calibri"/>
            </a:endParaRPr>
          </a:p>
        </p:txBody>
      </p:sp>
      <p:sp>
        <p:nvSpPr>
          <p:cNvPr id="1228" name="Google Shape;1228;p38"/>
          <p:cNvSpPr txBox="1"/>
          <p:nvPr/>
        </p:nvSpPr>
        <p:spPr>
          <a:xfrm>
            <a:off x="548640" y="3840480"/>
            <a:ext cx="5303520" cy="2377440"/>
          </a:xfrm>
          <a:prstGeom prst="rect">
            <a:avLst/>
          </a:prstGeom>
          <a:noFill/>
          <a:ln>
            <a:noFill/>
          </a:ln>
        </p:spPr>
        <p:txBody>
          <a:bodyPr spcFirstLastPara="1" wrap="square" lIns="0" tIns="0" rIns="0" bIns="0" anchor="t" anchorCtr="0">
            <a:noAutofit/>
          </a:bodyPr>
          <a:lstStyle/>
          <a:p>
            <a:pPr marL="203195" indent="-203195">
              <a:buClr>
                <a:schemeClr val="dk1"/>
              </a:buClr>
              <a:buSzPts val="1600"/>
              <a:buFont typeface="Calibri"/>
              <a:buChar char="•"/>
            </a:pPr>
            <a:r>
              <a:rPr lang="en-US" sz="1600">
                <a:solidFill>
                  <a:schemeClr val="dk1"/>
                </a:solidFill>
                <a:latin typeface="Calibri"/>
                <a:ea typeface="Calibri"/>
                <a:cs typeface="Calibri"/>
                <a:sym typeface="Calibri"/>
              </a:rPr>
              <a:t>X-axis: recall. Y-axis: precision.</a:t>
            </a:r>
            <a:endParaRPr sz="1600">
              <a:solidFill>
                <a:schemeClr val="dk1"/>
              </a:solidFill>
              <a:latin typeface="Calibri"/>
              <a:ea typeface="Calibri"/>
              <a:cs typeface="Calibri"/>
              <a:sym typeface="Calibri"/>
            </a:endParaRPr>
          </a:p>
          <a:p>
            <a:pPr marL="203195" indent="-203195">
              <a:spcBef>
                <a:spcPts val="600"/>
              </a:spcBef>
              <a:buClr>
                <a:schemeClr val="dk1"/>
              </a:buClr>
              <a:buSzPts val="1600"/>
              <a:buFont typeface="Calibri"/>
              <a:buChar char="•"/>
            </a:pPr>
            <a:r>
              <a:rPr lang="en-US" sz="1600">
                <a:solidFill>
                  <a:schemeClr val="dk1"/>
                </a:solidFill>
                <a:latin typeface="Calibri"/>
                <a:ea typeface="Calibri"/>
                <a:cs typeface="Calibri"/>
                <a:sym typeface="Calibri"/>
              </a:rPr>
              <a:t>Each point corresponds to one threshold.</a:t>
            </a:r>
            <a:endParaRPr sz="1600">
              <a:solidFill>
                <a:schemeClr val="dk1"/>
              </a:solidFill>
              <a:latin typeface="Calibri"/>
              <a:ea typeface="Calibri"/>
              <a:cs typeface="Calibri"/>
              <a:sym typeface="Calibri"/>
            </a:endParaRPr>
          </a:p>
          <a:p>
            <a:pPr marL="203195" indent="-203195">
              <a:spcBef>
                <a:spcPts val="600"/>
              </a:spcBef>
              <a:buClr>
                <a:schemeClr val="dk1"/>
              </a:buClr>
              <a:buSzPts val="1600"/>
              <a:buFont typeface="Calibri"/>
              <a:buChar char="•"/>
            </a:pPr>
            <a:r>
              <a:rPr lang="en-US" sz="1600">
                <a:solidFill>
                  <a:schemeClr val="dk1"/>
                </a:solidFill>
                <a:latin typeface="Calibri"/>
                <a:ea typeface="Calibri"/>
                <a:cs typeface="Calibri"/>
                <a:sym typeface="Calibri"/>
              </a:rPr>
              <a:t>Low </a:t>
            </a:r>
            <a:r>
              <a:rPr lang="en-US" sz="1600" i="1">
                <a:solidFill>
                  <a:schemeClr val="dk1"/>
                </a:solidFill>
                <a:latin typeface="Calibri"/>
                <a:ea typeface="Calibri"/>
                <a:cs typeface="Calibri"/>
                <a:sym typeface="Calibri"/>
              </a:rPr>
              <a:t>t</a:t>
            </a:r>
            <a:r>
              <a:rPr lang="en-US" sz="1600">
                <a:solidFill>
                  <a:schemeClr val="dk1"/>
                </a:solidFill>
                <a:latin typeface="Calibri"/>
                <a:ea typeface="Calibri"/>
                <a:cs typeface="Calibri"/>
                <a:sym typeface="Calibri"/>
              </a:rPr>
              <a:t> → high recall, low precision (more blocked predictions).</a:t>
            </a:r>
            <a:endParaRPr sz="1600">
              <a:solidFill>
                <a:schemeClr val="dk1"/>
              </a:solidFill>
              <a:latin typeface="Calibri"/>
              <a:ea typeface="Calibri"/>
              <a:cs typeface="Calibri"/>
              <a:sym typeface="Calibri"/>
            </a:endParaRPr>
          </a:p>
          <a:p>
            <a:pPr marL="203195" indent="-203195">
              <a:spcBef>
                <a:spcPts val="600"/>
              </a:spcBef>
              <a:buClr>
                <a:schemeClr val="dk1"/>
              </a:buClr>
              <a:buSzPts val="1600"/>
              <a:buFont typeface="Calibri"/>
              <a:buChar char="•"/>
            </a:pPr>
            <a:r>
              <a:rPr lang="en-US" sz="1600">
                <a:solidFill>
                  <a:schemeClr val="dk1"/>
                </a:solidFill>
                <a:latin typeface="Calibri"/>
                <a:ea typeface="Calibri"/>
                <a:cs typeface="Calibri"/>
                <a:sym typeface="Calibri"/>
              </a:rPr>
              <a:t>High </a:t>
            </a:r>
            <a:r>
              <a:rPr lang="en-US" sz="1600" i="1">
                <a:solidFill>
                  <a:schemeClr val="dk1"/>
                </a:solidFill>
                <a:latin typeface="Calibri"/>
                <a:ea typeface="Calibri"/>
                <a:cs typeface="Calibri"/>
                <a:sym typeface="Calibri"/>
              </a:rPr>
              <a:t>t</a:t>
            </a:r>
            <a:r>
              <a:rPr lang="en-US" sz="1600">
                <a:solidFill>
                  <a:schemeClr val="dk1"/>
                </a:solidFill>
                <a:latin typeface="Calibri"/>
                <a:ea typeface="Calibri"/>
                <a:cs typeface="Calibri"/>
                <a:sym typeface="Calibri"/>
              </a:rPr>
              <a:t> → low recall, high precision (fewer blocked predictions).</a:t>
            </a:r>
            <a:endParaRPr sz="1600">
              <a:solidFill>
                <a:schemeClr val="dk1"/>
              </a:solidFill>
              <a:latin typeface="Calibri"/>
              <a:ea typeface="Calibri"/>
              <a:cs typeface="Calibri"/>
              <a:sym typeface="Calibri"/>
            </a:endParaRPr>
          </a:p>
          <a:p>
            <a:pPr marL="203195" indent="-203195">
              <a:spcBef>
                <a:spcPts val="600"/>
              </a:spcBef>
              <a:buClr>
                <a:schemeClr val="dk1"/>
              </a:buClr>
              <a:buSzPts val="1600"/>
              <a:buFont typeface="Calibri"/>
              <a:buChar char="•"/>
            </a:pPr>
            <a:r>
              <a:rPr lang="en-US" sz="1600">
                <a:solidFill>
                  <a:schemeClr val="dk1"/>
                </a:solidFill>
                <a:latin typeface="Calibri"/>
                <a:ea typeface="Calibri"/>
                <a:cs typeface="Calibri"/>
                <a:sym typeface="Calibri"/>
              </a:rPr>
              <a:t>A better model’s curve bows towards the top-right corner (high precision and high recall).</a:t>
            </a:r>
            <a:endParaRPr sz="1600">
              <a:solidFill>
                <a:schemeClr val="dk1"/>
              </a:solidFill>
              <a:latin typeface="Calibri"/>
              <a:ea typeface="Calibri"/>
              <a:cs typeface="Calibri"/>
              <a:sym typeface="Calibri"/>
            </a:endParaRPr>
          </a:p>
        </p:txBody>
      </p:sp>
      <p:pic>
        <p:nvPicPr>
          <p:cNvPr id="1229" name="Google Shape;1229;p38"/>
          <p:cNvPicPr preferRelativeResize="0"/>
          <p:nvPr/>
        </p:nvPicPr>
        <p:blipFill rotWithShape="1">
          <a:blip r:embed="rId3">
            <a:alphaModFix/>
          </a:blip>
          <a:srcRect/>
          <a:stretch/>
        </p:blipFill>
        <p:spPr>
          <a:xfrm>
            <a:off x="6172200" y="1234440"/>
            <a:ext cx="5486400" cy="4572000"/>
          </a:xfrm>
          <a:prstGeom prst="rect">
            <a:avLst/>
          </a:prstGeom>
          <a:noFill/>
          <a:ln>
            <a:noFill/>
          </a:ln>
        </p:spPr>
      </p:pic>
      <p:sp>
        <p:nvSpPr>
          <p:cNvPr id="1230" name="Google Shape;1230;p38"/>
          <p:cNvSpPr/>
          <p:nvPr/>
        </p:nvSpPr>
        <p:spPr>
          <a:xfrm>
            <a:off x="6876288" y="1353312"/>
            <a:ext cx="128016" cy="128016"/>
          </a:xfrm>
          <a:prstGeom prst="ellipse">
            <a:avLst/>
          </a:prstGeom>
          <a:solidFill>
            <a:schemeClr val="dk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31" name="Google Shape;1231;p38"/>
          <p:cNvSpPr/>
          <p:nvPr/>
        </p:nvSpPr>
        <p:spPr>
          <a:xfrm>
            <a:off x="10299803" y="2199132"/>
            <a:ext cx="128016" cy="128016"/>
          </a:xfrm>
          <a:prstGeom prst="ellipse">
            <a:avLst/>
          </a:prstGeom>
          <a:solidFill>
            <a:schemeClr val="dk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32" name="Google Shape;1232;p38"/>
          <p:cNvSpPr/>
          <p:nvPr/>
        </p:nvSpPr>
        <p:spPr>
          <a:xfrm>
            <a:off x="11265408" y="4702759"/>
            <a:ext cx="128016" cy="128016"/>
          </a:xfrm>
          <a:prstGeom prst="ellipse">
            <a:avLst/>
          </a:prstGeom>
          <a:solidFill>
            <a:schemeClr val="dk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33" name="Google Shape;1233;p38"/>
          <p:cNvSpPr txBox="1"/>
          <p:nvPr/>
        </p:nvSpPr>
        <p:spPr>
          <a:xfrm>
            <a:off x="6172200" y="5897880"/>
            <a:ext cx="5486400" cy="365760"/>
          </a:xfrm>
          <a:prstGeom prst="rect">
            <a:avLst/>
          </a:prstGeom>
          <a:noFill/>
          <a:ln>
            <a:noFill/>
          </a:ln>
        </p:spPr>
        <p:txBody>
          <a:bodyPr spcFirstLastPara="1" wrap="square" lIns="0" tIns="0" rIns="0" bIns="0" anchor="ctr" anchorCtr="0">
            <a:noAutofit/>
          </a:bodyPr>
          <a:lstStyle/>
          <a:p>
            <a:pPr algn="ctr">
              <a:buClr>
                <a:schemeClr val="accent6"/>
              </a:buClr>
              <a:buSzPts val="1200"/>
            </a:pPr>
            <a:r>
              <a:rPr lang="en-US" sz="1200">
                <a:solidFill>
                  <a:schemeClr val="accent6"/>
                </a:solidFill>
                <a:latin typeface="Calibri"/>
                <a:ea typeface="Calibri"/>
                <a:cs typeface="Calibri"/>
                <a:sym typeface="Calibri"/>
              </a:rPr>
              <a:t>At recall = 1, precision falls to the share of blocked cells (10 / 1,000 = 1%).</a:t>
            </a:r>
            <a:endParaRPr sz="1200">
              <a:solidFill>
                <a:schemeClr val="dk1"/>
              </a:solidFill>
              <a:latin typeface="Calibri"/>
              <a:ea typeface="Calibri"/>
              <a:cs typeface="Calibri"/>
              <a:sym typeface="Calibri"/>
            </a:endParaRPr>
          </a:p>
        </p:txBody>
      </p:sp>
      <p:sp>
        <p:nvSpPr>
          <p:cNvPr id="1234" name="Google Shape;1234;p38"/>
          <p:cNvSpPr txBox="1"/>
          <p:nvPr/>
        </p:nvSpPr>
        <p:spPr>
          <a:xfrm>
            <a:off x="7291427" y="1721815"/>
            <a:ext cx="2103120" cy="566928"/>
          </a:xfrm>
          <a:prstGeom prst="rect">
            <a:avLst/>
          </a:prstGeom>
          <a:noFill/>
          <a:ln>
            <a:noFill/>
          </a:ln>
        </p:spPr>
        <p:txBody>
          <a:bodyPr spcFirstLastPara="1" wrap="square" lIns="0" tIns="0" rIns="0" bIns="0" anchor="t" anchorCtr="0">
            <a:noAutofit/>
          </a:bodyPr>
          <a:lstStyle/>
          <a:p>
            <a:pPr>
              <a:buClr>
                <a:schemeClr val="dk1"/>
              </a:buClr>
              <a:buSzPts val="1200"/>
            </a:pPr>
            <a:r>
              <a:rPr lang="en-US" sz="1200">
                <a:solidFill>
                  <a:schemeClr val="dk1"/>
                </a:solidFill>
                <a:latin typeface="Calibri"/>
                <a:ea typeface="Calibri"/>
                <a:cs typeface="Calibri"/>
                <a:sym typeface="Calibri"/>
              </a:rPr>
              <a:t>High precision, low recall (high threshold)</a:t>
            </a:r>
            <a:endParaRPr sz="1200">
              <a:solidFill>
                <a:schemeClr val="dk1"/>
              </a:solidFill>
              <a:latin typeface="Calibri"/>
              <a:ea typeface="Calibri"/>
              <a:cs typeface="Calibri"/>
              <a:sym typeface="Calibri"/>
            </a:endParaRPr>
          </a:p>
        </p:txBody>
      </p:sp>
      <p:sp>
        <p:nvSpPr>
          <p:cNvPr id="1235" name="Google Shape;1235;p38"/>
          <p:cNvSpPr txBox="1"/>
          <p:nvPr/>
        </p:nvSpPr>
        <p:spPr>
          <a:xfrm>
            <a:off x="8123531" y="2567635"/>
            <a:ext cx="2103120" cy="566928"/>
          </a:xfrm>
          <a:prstGeom prst="rect">
            <a:avLst/>
          </a:prstGeom>
          <a:noFill/>
          <a:ln>
            <a:noFill/>
          </a:ln>
        </p:spPr>
        <p:txBody>
          <a:bodyPr spcFirstLastPara="1" wrap="square" lIns="0" tIns="0" rIns="0" bIns="0" anchor="t" anchorCtr="0">
            <a:noAutofit/>
          </a:bodyPr>
          <a:lstStyle/>
          <a:p>
            <a:pPr algn="r">
              <a:buClr>
                <a:schemeClr val="dk1"/>
              </a:buClr>
              <a:buSzPts val="1200"/>
            </a:pPr>
            <a:r>
              <a:rPr lang="en-US" sz="1200">
                <a:solidFill>
                  <a:schemeClr val="dk1"/>
                </a:solidFill>
                <a:latin typeface="Calibri"/>
                <a:ea typeface="Calibri"/>
                <a:cs typeface="Calibri"/>
                <a:sym typeface="Calibri"/>
              </a:rPr>
              <a:t>High precision and high recall (good model)</a:t>
            </a:r>
            <a:endParaRPr sz="1200">
              <a:solidFill>
                <a:schemeClr val="dk1"/>
              </a:solidFill>
              <a:latin typeface="Calibri"/>
              <a:ea typeface="Calibri"/>
              <a:cs typeface="Calibri"/>
              <a:sym typeface="Calibri"/>
            </a:endParaRPr>
          </a:p>
        </p:txBody>
      </p:sp>
      <p:cxnSp>
        <p:nvCxnSpPr>
          <p:cNvPr id="1236" name="Google Shape;1236;p38"/>
          <p:cNvCxnSpPr/>
          <p:nvPr/>
        </p:nvCxnSpPr>
        <p:spPr>
          <a:xfrm>
            <a:off x="10254083" y="2336293"/>
            <a:ext cx="0" cy="322783"/>
          </a:xfrm>
          <a:prstGeom prst="straightConnector1">
            <a:avLst/>
          </a:prstGeom>
          <a:noFill/>
          <a:ln w="9525" cap="flat" cmpd="sng">
            <a:solidFill>
              <a:schemeClr val="accent6"/>
            </a:solidFill>
            <a:prstDash val="solid"/>
            <a:round/>
            <a:headEnd type="none" w="sm" len="sm"/>
            <a:tailEnd type="none" w="sm" len="sm"/>
          </a:ln>
        </p:spPr>
      </p:cxnSp>
      <p:sp>
        <p:nvSpPr>
          <p:cNvPr id="1237" name="Google Shape;1237;p38"/>
          <p:cNvSpPr txBox="1"/>
          <p:nvPr/>
        </p:nvSpPr>
        <p:spPr>
          <a:xfrm>
            <a:off x="8695944" y="4445356"/>
            <a:ext cx="1783080" cy="566928"/>
          </a:xfrm>
          <a:prstGeom prst="rect">
            <a:avLst/>
          </a:prstGeom>
          <a:noFill/>
          <a:ln>
            <a:noFill/>
          </a:ln>
        </p:spPr>
        <p:txBody>
          <a:bodyPr spcFirstLastPara="1" wrap="square" lIns="0" tIns="0" rIns="0" bIns="0" anchor="t" anchorCtr="0">
            <a:noAutofit/>
          </a:bodyPr>
          <a:lstStyle/>
          <a:p>
            <a:pPr algn="r">
              <a:buClr>
                <a:schemeClr val="dk1"/>
              </a:buClr>
              <a:buSzPts val="1200"/>
            </a:pPr>
            <a:r>
              <a:rPr lang="en-US" sz="1200">
                <a:solidFill>
                  <a:schemeClr val="dk1"/>
                </a:solidFill>
                <a:latin typeface="Calibri"/>
                <a:ea typeface="Calibri"/>
                <a:cs typeface="Calibri"/>
                <a:sym typeface="Calibri"/>
              </a:rPr>
              <a:t>Low precision, high recall (low threshold)</a:t>
            </a:r>
            <a:endParaRPr sz="1200">
              <a:solidFill>
                <a:schemeClr val="dk1"/>
              </a:solidFill>
              <a:latin typeface="Calibri"/>
              <a:ea typeface="Calibri"/>
              <a:cs typeface="Calibri"/>
              <a:sym typeface="Calibri"/>
            </a:endParaRPr>
          </a:p>
        </p:txBody>
      </p:sp>
      <p:cxnSp>
        <p:nvCxnSpPr>
          <p:cNvPr id="1238" name="Google Shape;1238;p38"/>
          <p:cNvCxnSpPr/>
          <p:nvPr/>
        </p:nvCxnSpPr>
        <p:spPr>
          <a:xfrm>
            <a:off x="10497312" y="4631437"/>
            <a:ext cx="749808" cy="150876"/>
          </a:xfrm>
          <a:prstGeom prst="straightConnector1">
            <a:avLst/>
          </a:prstGeom>
          <a:noFill/>
          <a:ln w="9525" cap="flat" cmpd="sng">
            <a:solidFill>
              <a:schemeClr val="accent6"/>
            </a:solidFill>
            <a:prstDash val="solid"/>
            <a:round/>
            <a:headEnd type="none" w="sm" len="sm"/>
            <a:tailEnd type="none" w="sm" len="sm"/>
          </a:ln>
        </p:spPr>
      </p:cxnSp>
      <p:sp>
        <p:nvSpPr>
          <p:cNvPr id="1239" name="Google Shape;1239;p38"/>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60</a:t>
            </a:fld>
            <a:endParaRPr sz="1067">
              <a:solidFill>
                <a:schemeClr val="accent5"/>
              </a:solidFill>
              <a:latin typeface="Calibri"/>
              <a:ea typeface="Calibri"/>
              <a:cs typeface="Calibri"/>
              <a:sym typeface="Calibri"/>
            </a:endParaRPr>
          </a:p>
        </p:txBody>
      </p:sp>
    </p:spTree>
    <p:extLst>
      <p:ext uri="{BB962C8B-B14F-4D97-AF65-F5344CB8AC3E}">
        <p14:creationId xmlns:p14="http://schemas.microsoft.com/office/powerpoint/2010/main" val="662531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244"/>
        <p:cNvGrpSpPr/>
        <p:nvPr/>
      </p:nvGrpSpPr>
      <p:grpSpPr>
        <a:xfrm>
          <a:off x="0" y="0"/>
          <a:ext cx="0" cy="0"/>
          <a:chOff x="0" y="0"/>
          <a:chExt cx="0" cy="0"/>
        </a:xfrm>
      </p:grpSpPr>
      <p:sp>
        <p:nvSpPr>
          <p:cNvPr id="1260" name="Rectangle 1259"/>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245" name="Google Shape;1245;p39"/>
          <p:cNvSpPr txBox="1">
            <a:spLocks noGrp="1"/>
          </p:cNvSpPr>
          <p:nvPr>
            <p:ph type="title"/>
          </p:nvPr>
        </p:nvSpPr>
        <p:spPr>
          <a:xfrm>
            <a:off x="731520" y="365760"/>
            <a:ext cx="10728960" cy="853440"/>
          </a:xfrm>
          <a:prstGeom prst="rect">
            <a:avLst/>
          </a:prstGeom>
          <a:noFill/>
          <a:ln>
            <a:noFill/>
          </a:ln>
        </p:spPr>
        <p:txBody>
          <a:bodyPr spcFirstLastPara="1" wrap="square" lIns="0" tIns="0" rIns="0" bIns="0" rtlCol="0" anchor="ctr" anchorCtr="0">
            <a:noAutofit/>
          </a:bodyPr>
          <a:lstStyle/>
          <a:p>
            <a:r>
              <a:rPr lang="en-US" sz="3733">
                <a:solidFill>
                  <a:srgbClr val="1B1F3B"/>
                </a:solidFill>
              </a:rPr>
              <a:t>How to choose t</a:t>
            </a:r>
            <a:endParaRPr/>
          </a:p>
        </p:txBody>
      </p:sp>
      <p:sp>
        <p:nvSpPr>
          <p:cNvPr id="1246" name="Google Shape;1246;p39"/>
          <p:cNvSpPr/>
          <p:nvPr/>
        </p:nvSpPr>
        <p:spPr>
          <a:xfrm>
            <a:off x="548640" y="1417320"/>
            <a:ext cx="3566160" cy="333756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47" name="Google Shape;1247;p39"/>
          <p:cNvSpPr/>
          <p:nvPr/>
        </p:nvSpPr>
        <p:spPr>
          <a:xfrm>
            <a:off x="868680" y="1737360"/>
            <a:ext cx="548640" cy="548640"/>
          </a:xfrm>
          <a:prstGeom prst="rect">
            <a:avLst/>
          </a:prstGeom>
          <a:solidFill>
            <a:schemeClr val="accent4"/>
          </a:solidFill>
          <a:ln>
            <a:noFill/>
          </a:ln>
        </p:spPr>
        <p:txBody>
          <a:bodyPr spcFirstLastPara="1" wrap="square" lIns="0" tIns="0" rIns="0" bIns="0" anchor="ctr" anchorCtr="0">
            <a:noAutofit/>
          </a:bodyPr>
          <a:lstStyle/>
          <a:p>
            <a:pPr algn="ctr">
              <a:buClr>
                <a:schemeClr val="lt1"/>
              </a:buClr>
              <a:buSzPts val="2400"/>
            </a:pPr>
            <a:r>
              <a:rPr lang="en-US" sz="2400" b="1">
                <a:solidFill>
                  <a:schemeClr val="lt1"/>
                </a:solidFill>
                <a:latin typeface="Calibri"/>
                <a:ea typeface="Calibri"/>
                <a:cs typeface="Calibri"/>
                <a:sym typeface="Calibri"/>
              </a:rPr>
              <a:t>1</a:t>
            </a:r>
            <a:endParaRPr sz="2400">
              <a:solidFill>
                <a:schemeClr val="dk1"/>
              </a:solidFill>
              <a:latin typeface="Calibri"/>
              <a:ea typeface="Calibri"/>
              <a:cs typeface="Calibri"/>
              <a:sym typeface="Calibri"/>
            </a:endParaRPr>
          </a:p>
        </p:txBody>
      </p:sp>
      <p:sp>
        <p:nvSpPr>
          <p:cNvPr id="1248" name="Google Shape;1248;p39"/>
          <p:cNvSpPr txBox="1"/>
          <p:nvPr/>
        </p:nvSpPr>
        <p:spPr>
          <a:xfrm>
            <a:off x="868680" y="2423160"/>
            <a:ext cx="2926080" cy="1097280"/>
          </a:xfrm>
          <a:prstGeom prst="rect">
            <a:avLst/>
          </a:prstGeom>
          <a:noFill/>
          <a:ln>
            <a:noFill/>
          </a:ln>
        </p:spPr>
        <p:txBody>
          <a:bodyPr spcFirstLastPara="1" wrap="square" lIns="0" tIns="0" rIns="0" bIns="0" anchor="t" anchorCtr="0">
            <a:noAutofit/>
          </a:bodyPr>
          <a:lstStyle/>
          <a:p>
            <a:pPr>
              <a:buClr>
                <a:schemeClr val="dk1"/>
              </a:buClr>
              <a:buSzPts val="2000"/>
            </a:pPr>
            <a:r>
              <a:rPr lang="en-US" sz="2000" b="1">
                <a:solidFill>
                  <a:schemeClr val="dk1"/>
                </a:solidFill>
                <a:latin typeface="Calibri"/>
                <a:ea typeface="Calibri"/>
                <a:cs typeface="Calibri"/>
                <a:sym typeface="Calibri"/>
              </a:rPr>
              <a:t>Put rough costs on each mistake</a:t>
            </a:r>
            <a:endParaRPr sz="2000">
              <a:solidFill>
                <a:schemeClr val="dk1"/>
              </a:solidFill>
              <a:latin typeface="Calibri"/>
              <a:ea typeface="Calibri"/>
              <a:cs typeface="Calibri"/>
              <a:sym typeface="Calibri"/>
            </a:endParaRPr>
          </a:p>
        </p:txBody>
      </p:sp>
      <p:sp>
        <p:nvSpPr>
          <p:cNvPr id="1249" name="Google Shape;1249;p39"/>
          <p:cNvSpPr txBox="1"/>
          <p:nvPr/>
        </p:nvSpPr>
        <p:spPr>
          <a:xfrm>
            <a:off x="868680" y="3611880"/>
            <a:ext cx="2926080" cy="1005840"/>
          </a:xfrm>
          <a:prstGeom prst="rect">
            <a:avLst/>
          </a:prstGeom>
          <a:noFill/>
          <a:ln>
            <a:noFill/>
          </a:ln>
        </p:spPr>
        <p:txBody>
          <a:bodyPr spcFirstLastPara="1" wrap="square" lIns="0" tIns="0" rIns="0" bIns="0" anchor="t" anchorCtr="0">
            <a:noAutofit/>
          </a:bodyPr>
          <a:lstStyle/>
          <a:p>
            <a:pPr>
              <a:buClr>
                <a:schemeClr val="accent6"/>
              </a:buClr>
              <a:buSzPts val="1600"/>
            </a:pPr>
            <a:r>
              <a:rPr lang="en-US" sz="1600">
                <a:solidFill>
                  <a:schemeClr val="accent6"/>
                </a:solidFill>
                <a:latin typeface="Calibri"/>
                <a:ea typeface="Calibri"/>
                <a:cs typeface="Calibri"/>
                <a:sym typeface="Calibri"/>
              </a:rPr>
              <a:t>e.g. one missed hazard ≈ 10 minutes of lost time, one detour ≈ 1 minute (illustrative).</a:t>
            </a:r>
            <a:endParaRPr sz="1600">
              <a:solidFill>
                <a:schemeClr val="dk1"/>
              </a:solidFill>
              <a:latin typeface="Calibri"/>
              <a:ea typeface="Calibri"/>
              <a:cs typeface="Calibri"/>
              <a:sym typeface="Calibri"/>
            </a:endParaRPr>
          </a:p>
        </p:txBody>
      </p:sp>
      <p:sp>
        <p:nvSpPr>
          <p:cNvPr id="1250" name="Google Shape;1250;p39"/>
          <p:cNvSpPr/>
          <p:nvPr/>
        </p:nvSpPr>
        <p:spPr>
          <a:xfrm>
            <a:off x="4297680" y="1417320"/>
            <a:ext cx="3566160" cy="333756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51" name="Google Shape;1251;p39"/>
          <p:cNvSpPr/>
          <p:nvPr/>
        </p:nvSpPr>
        <p:spPr>
          <a:xfrm>
            <a:off x="4617720" y="1737360"/>
            <a:ext cx="548640" cy="548640"/>
          </a:xfrm>
          <a:prstGeom prst="rect">
            <a:avLst/>
          </a:prstGeom>
          <a:solidFill>
            <a:schemeClr val="accent4"/>
          </a:solidFill>
          <a:ln>
            <a:noFill/>
          </a:ln>
        </p:spPr>
        <p:txBody>
          <a:bodyPr spcFirstLastPara="1" wrap="square" lIns="0" tIns="0" rIns="0" bIns="0" anchor="ctr" anchorCtr="0">
            <a:noAutofit/>
          </a:bodyPr>
          <a:lstStyle/>
          <a:p>
            <a:pPr algn="ctr">
              <a:buClr>
                <a:schemeClr val="lt1"/>
              </a:buClr>
              <a:buSzPts val="2400"/>
            </a:pPr>
            <a:r>
              <a:rPr lang="en-US" sz="2400" b="1">
                <a:solidFill>
                  <a:schemeClr val="lt1"/>
                </a:solidFill>
                <a:latin typeface="Calibri"/>
                <a:ea typeface="Calibri"/>
                <a:cs typeface="Calibri"/>
                <a:sym typeface="Calibri"/>
              </a:rPr>
              <a:t>2</a:t>
            </a:r>
            <a:endParaRPr sz="2400">
              <a:solidFill>
                <a:schemeClr val="dk1"/>
              </a:solidFill>
              <a:latin typeface="Calibri"/>
              <a:ea typeface="Calibri"/>
              <a:cs typeface="Calibri"/>
              <a:sym typeface="Calibri"/>
            </a:endParaRPr>
          </a:p>
        </p:txBody>
      </p:sp>
      <p:sp>
        <p:nvSpPr>
          <p:cNvPr id="1252" name="Google Shape;1252;p39"/>
          <p:cNvSpPr txBox="1"/>
          <p:nvPr/>
        </p:nvSpPr>
        <p:spPr>
          <a:xfrm>
            <a:off x="4617720" y="2423160"/>
            <a:ext cx="2926080" cy="1097280"/>
          </a:xfrm>
          <a:prstGeom prst="rect">
            <a:avLst/>
          </a:prstGeom>
          <a:noFill/>
          <a:ln>
            <a:noFill/>
          </a:ln>
        </p:spPr>
        <p:txBody>
          <a:bodyPr spcFirstLastPara="1" wrap="square" lIns="0" tIns="0" rIns="0" bIns="0" anchor="t" anchorCtr="0">
            <a:noAutofit/>
          </a:bodyPr>
          <a:lstStyle/>
          <a:p>
            <a:pPr>
              <a:buClr>
                <a:schemeClr val="dk1"/>
              </a:buClr>
              <a:buSzPts val="2000"/>
            </a:pPr>
            <a:r>
              <a:rPr lang="en-US" sz="2000" b="1">
                <a:solidFill>
                  <a:schemeClr val="dk1"/>
                </a:solidFill>
                <a:latin typeface="Calibri"/>
                <a:ea typeface="Calibri"/>
                <a:cs typeface="Calibri"/>
                <a:sym typeface="Calibri"/>
              </a:rPr>
              <a:t>Pick the threshold that minimises the total expected cost</a:t>
            </a:r>
            <a:endParaRPr sz="2000">
              <a:solidFill>
                <a:schemeClr val="dk1"/>
              </a:solidFill>
              <a:latin typeface="Calibri"/>
              <a:ea typeface="Calibri"/>
              <a:cs typeface="Calibri"/>
              <a:sym typeface="Calibri"/>
            </a:endParaRPr>
          </a:p>
        </p:txBody>
      </p:sp>
      <p:sp>
        <p:nvSpPr>
          <p:cNvPr id="1253" name="Google Shape;1253;p39"/>
          <p:cNvSpPr txBox="1"/>
          <p:nvPr/>
        </p:nvSpPr>
        <p:spPr>
          <a:xfrm>
            <a:off x="4617720" y="3611880"/>
            <a:ext cx="2926080" cy="1005840"/>
          </a:xfrm>
          <a:prstGeom prst="rect">
            <a:avLst/>
          </a:prstGeom>
          <a:noFill/>
          <a:ln>
            <a:noFill/>
          </a:ln>
        </p:spPr>
        <p:txBody>
          <a:bodyPr spcFirstLastPara="1" wrap="square" lIns="0" tIns="0" rIns="0" bIns="0" anchor="t" anchorCtr="0">
            <a:noAutofit/>
          </a:bodyPr>
          <a:lstStyle/>
          <a:p>
            <a:pPr>
              <a:buClr>
                <a:schemeClr val="accent6"/>
              </a:buClr>
              <a:buSzPts val="1600"/>
            </a:pPr>
            <a:r>
              <a:rPr lang="en-US" sz="1600">
                <a:solidFill>
                  <a:schemeClr val="accent6"/>
                </a:solidFill>
                <a:latin typeface="Calibri"/>
                <a:ea typeface="Calibri"/>
                <a:cs typeface="Calibri"/>
                <a:sym typeface="Calibri"/>
              </a:rPr>
              <a:t>Compare thresholds by adding up the cost of every missed hazard and every detour.</a:t>
            </a:r>
            <a:endParaRPr sz="1600">
              <a:solidFill>
                <a:schemeClr val="dk1"/>
              </a:solidFill>
              <a:latin typeface="Calibri"/>
              <a:ea typeface="Calibri"/>
              <a:cs typeface="Calibri"/>
              <a:sym typeface="Calibri"/>
            </a:endParaRPr>
          </a:p>
        </p:txBody>
      </p:sp>
      <p:sp>
        <p:nvSpPr>
          <p:cNvPr id="1254" name="Google Shape;1254;p39"/>
          <p:cNvSpPr/>
          <p:nvPr/>
        </p:nvSpPr>
        <p:spPr>
          <a:xfrm>
            <a:off x="8046720" y="1417320"/>
            <a:ext cx="3566160" cy="333756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55" name="Google Shape;1255;p39"/>
          <p:cNvSpPr/>
          <p:nvPr/>
        </p:nvSpPr>
        <p:spPr>
          <a:xfrm>
            <a:off x="8366760" y="1737360"/>
            <a:ext cx="548640" cy="548640"/>
          </a:xfrm>
          <a:prstGeom prst="rect">
            <a:avLst/>
          </a:prstGeom>
          <a:solidFill>
            <a:schemeClr val="accent4"/>
          </a:solidFill>
          <a:ln>
            <a:noFill/>
          </a:ln>
        </p:spPr>
        <p:txBody>
          <a:bodyPr spcFirstLastPara="1" wrap="square" lIns="0" tIns="0" rIns="0" bIns="0" anchor="ctr" anchorCtr="0">
            <a:noAutofit/>
          </a:bodyPr>
          <a:lstStyle/>
          <a:p>
            <a:pPr algn="ctr">
              <a:buClr>
                <a:schemeClr val="lt1"/>
              </a:buClr>
              <a:buSzPts val="2400"/>
            </a:pPr>
            <a:r>
              <a:rPr lang="en-US" sz="2400" b="1">
                <a:solidFill>
                  <a:schemeClr val="lt1"/>
                </a:solidFill>
                <a:latin typeface="Calibri"/>
                <a:ea typeface="Calibri"/>
                <a:cs typeface="Calibri"/>
                <a:sym typeface="Calibri"/>
              </a:rPr>
              <a:t>3</a:t>
            </a:r>
            <a:endParaRPr sz="2400">
              <a:solidFill>
                <a:schemeClr val="dk1"/>
              </a:solidFill>
              <a:latin typeface="Calibri"/>
              <a:ea typeface="Calibri"/>
              <a:cs typeface="Calibri"/>
              <a:sym typeface="Calibri"/>
            </a:endParaRPr>
          </a:p>
        </p:txBody>
      </p:sp>
      <p:sp>
        <p:nvSpPr>
          <p:cNvPr id="1256" name="Google Shape;1256;p39"/>
          <p:cNvSpPr txBox="1"/>
          <p:nvPr/>
        </p:nvSpPr>
        <p:spPr>
          <a:xfrm>
            <a:off x="8366760" y="2423160"/>
            <a:ext cx="2926080" cy="1097280"/>
          </a:xfrm>
          <a:prstGeom prst="rect">
            <a:avLst/>
          </a:prstGeom>
          <a:noFill/>
          <a:ln>
            <a:noFill/>
          </a:ln>
        </p:spPr>
        <p:txBody>
          <a:bodyPr spcFirstLastPara="1" wrap="square" lIns="0" tIns="0" rIns="0" bIns="0" anchor="t" anchorCtr="0">
            <a:noAutofit/>
          </a:bodyPr>
          <a:lstStyle/>
          <a:p>
            <a:pPr>
              <a:buClr>
                <a:schemeClr val="dk1"/>
              </a:buClr>
              <a:buSzPts val="2000"/>
            </a:pPr>
            <a:r>
              <a:rPr lang="en-US" sz="2000" b="1">
                <a:solidFill>
                  <a:schemeClr val="dk1"/>
                </a:solidFill>
                <a:latin typeface="Calibri"/>
                <a:ea typeface="Calibri"/>
                <a:cs typeface="Calibri"/>
                <a:sym typeface="Calibri"/>
              </a:rPr>
              <a:t>Document and justify your blocking policy</a:t>
            </a:r>
            <a:endParaRPr sz="2000">
              <a:solidFill>
                <a:schemeClr val="dk1"/>
              </a:solidFill>
              <a:latin typeface="Calibri"/>
              <a:ea typeface="Calibri"/>
              <a:cs typeface="Calibri"/>
              <a:sym typeface="Calibri"/>
            </a:endParaRPr>
          </a:p>
        </p:txBody>
      </p:sp>
      <p:sp>
        <p:nvSpPr>
          <p:cNvPr id="1257" name="Google Shape;1257;p39"/>
          <p:cNvSpPr txBox="1"/>
          <p:nvPr/>
        </p:nvSpPr>
        <p:spPr>
          <a:xfrm>
            <a:off x="8366760" y="3611880"/>
            <a:ext cx="2926080" cy="1005840"/>
          </a:xfrm>
          <a:prstGeom prst="rect">
            <a:avLst/>
          </a:prstGeom>
          <a:noFill/>
          <a:ln>
            <a:noFill/>
          </a:ln>
        </p:spPr>
        <p:txBody>
          <a:bodyPr spcFirstLastPara="1" wrap="square" lIns="0" tIns="0" rIns="0" bIns="0" anchor="t" anchorCtr="0">
            <a:noAutofit/>
          </a:bodyPr>
          <a:lstStyle/>
          <a:p>
            <a:pPr>
              <a:buClr>
                <a:schemeClr val="accent6"/>
              </a:buClr>
              <a:buSzPts val="1600"/>
            </a:pPr>
            <a:r>
              <a:rPr lang="en-US" sz="1600">
                <a:solidFill>
                  <a:schemeClr val="accent6"/>
                </a:solidFill>
                <a:latin typeface="Calibri"/>
                <a:ea typeface="Calibri"/>
                <a:cs typeface="Calibri"/>
                <a:sym typeface="Calibri"/>
              </a:rPr>
              <a:t>State the costs you assumed and why, so the choice of t can be defended.</a:t>
            </a:r>
            <a:endParaRPr sz="1600">
              <a:solidFill>
                <a:schemeClr val="dk1"/>
              </a:solidFill>
              <a:latin typeface="Calibri"/>
              <a:ea typeface="Calibri"/>
              <a:cs typeface="Calibri"/>
              <a:sym typeface="Calibri"/>
            </a:endParaRPr>
          </a:p>
        </p:txBody>
      </p:sp>
      <p:sp>
        <p:nvSpPr>
          <p:cNvPr id="1258" name="Google Shape;1258;p39"/>
          <p:cNvSpPr/>
          <p:nvPr/>
        </p:nvSpPr>
        <p:spPr>
          <a:xfrm>
            <a:off x="548640" y="4983480"/>
            <a:ext cx="11064240" cy="1234440"/>
          </a:xfrm>
          <a:prstGeom prst="rect">
            <a:avLst/>
          </a:prstGeom>
          <a:solidFill>
            <a:schemeClr val="dk1"/>
          </a:solidFill>
          <a:ln>
            <a:noFill/>
          </a:ln>
        </p:spPr>
        <p:txBody>
          <a:bodyPr spcFirstLastPara="1" wrap="square" lIns="355600" tIns="355600" rIns="355600" bIns="355600" anchor="ctr" anchorCtr="0">
            <a:noAutofit/>
          </a:bodyPr>
          <a:lstStyle/>
          <a:p>
            <a:pPr>
              <a:buClr>
                <a:schemeClr val="lt1"/>
              </a:buClr>
              <a:buSzPts val="2400"/>
            </a:pPr>
            <a:r>
              <a:rPr lang="en-US" sz="2400" b="1">
                <a:solidFill>
                  <a:schemeClr val="lt1"/>
                </a:solidFill>
                <a:latin typeface="Calibri"/>
                <a:ea typeface="Calibri"/>
                <a:cs typeface="Calibri"/>
                <a:sym typeface="Calibri"/>
              </a:rPr>
              <a:t>Worked example (smarter model, illustrative costs): </a:t>
            </a:r>
            <a:r>
              <a:rPr lang="en-US" sz="2400">
                <a:solidFill>
                  <a:schemeClr val="lt1"/>
                </a:solidFill>
                <a:latin typeface="Calibri"/>
                <a:ea typeface="Calibri"/>
                <a:cs typeface="Calibri"/>
                <a:sym typeface="Calibri"/>
              </a:rPr>
              <a:t>5 missed hazards × 10 min + 10 detours × 1 min = </a:t>
            </a:r>
            <a:r>
              <a:rPr lang="en-US" sz="2400" b="1">
                <a:solidFill>
                  <a:schemeClr val="accent2"/>
                </a:solidFill>
                <a:latin typeface="Calibri"/>
                <a:ea typeface="Calibri"/>
                <a:cs typeface="Calibri"/>
                <a:sym typeface="Calibri"/>
              </a:rPr>
              <a:t>60 min</a:t>
            </a:r>
            <a:endParaRPr sz="2400">
              <a:solidFill>
                <a:schemeClr val="dk1"/>
              </a:solidFill>
              <a:latin typeface="Calibri"/>
              <a:ea typeface="Calibri"/>
              <a:cs typeface="Calibri"/>
              <a:sym typeface="Calibri"/>
            </a:endParaRPr>
          </a:p>
        </p:txBody>
      </p:sp>
      <p:sp>
        <p:nvSpPr>
          <p:cNvPr id="1259" name="Google Shape;1259;p39"/>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61</a:t>
            </a:fld>
            <a:endParaRPr sz="1067">
              <a:solidFill>
                <a:schemeClr val="accent5"/>
              </a:solidFill>
              <a:latin typeface="Calibri"/>
              <a:ea typeface="Calibri"/>
              <a:cs typeface="Calibri"/>
              <a:sym typeface="Calibri"/>
            </a:endParaRPr>
          </a:p>
        </p:txBody>
      </p:sp>
    </p:spTree>
    <p:extLst>
      <p:ext uri="{BB962C8B-B14F-4D97-AF65-F5344CB8AC3E}">
        <p14:creationId xmlns:p14="http://schemas.microsoft.com/office/powerpoint/2010/main" val="37692478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264"/>
        <p:cNvGrpSpPr/>
        <p:nvPr/>
      </p:nvGrpSpPr>
      <p:grpSpPr>
        <a:xfrm>
          <a:off x="0" y="0"/>
          <a:ext cx="0" cy="0"/>
          <a:chOff x="0" y="0"/>
          <a:chExt cx="0" cy="0"/>
        </a:xfrm>
      </p:grpSpPr>
      <p:sp>
        <p:nvSpPr>
          <p:cNvPr id="1265" name="Google Shape;1265;p40"/>
          <p:cNvSpPr txBox="1"/>
          <p:nvPr/>
        </p:nvSpPr>
        <p:spPr>
          <a:xfrm>
            <a:off x="731520" y="1767840"/>
            <a:ext cx="1828800" cy="487680"/>
          </a:xfrm>
          <a:prstGeom prst="rect">
            <a:avLst/>
          </a:prstGeom>
          <a:noFill/>
          <a:ln>
            <a:noFill/>
          </a:ln>
        </p:spPr>
        <p:txBody>
          <a:bodyPr spcFirstLastPara="1" wrap="square" lIns="0" tIns="0" rIns="0" bIns="0" anchor="ctr" anchorCtr="0">
            <a:noAutofit/>
          </a:bodyPr>
          <a:lstStyle/>
          <a:p>
            <a:pPr>
              <a:buClr>
                <a:schemeClr val="accent5"/>
              </a:buClr>
              <a:buSzPts val="2000"/>
            </a:pPr>
            <a:r>
              <a:rPr lang="en-US" sz="2667" b="1">
                <a:solidFill>
                  <a:srgbClr val="F2A33A"/>
                </a:solidFill>
                <a:latin typeface="Calibri"/>
                <a:ea typeface="Calibri"/>
                <a:cs typeface="Calibri"/>
                <a:sym typeface="Calibri"/>
              </a:rPr>
              <a:t>08</a:t>
            </a:r>
            <a:endParaRPr sz="2000">
              <a:solidFill>
                <a:schemeClr val="dk1"/>
              </a:solidFill>
              <a:latin typeface="Calibri"/>
              <a:ea typeface="Calibri"/>
              <a:cs typeface="Calibri"/>
              <a:sym typeface="Calibri"/>
            </a:endParaRPr>
          </a:p>
        </p:txBody>
      </p:sp>
      <p:sp>
        <p:nvSpPr>
          <p:cNvPr id="1266" name="Google Shape;1266;p40"/>
          <p:cNvSpPr txBox="1">
            <a:spLocks noGrp="1"/>
          </p:cNvSpPr>
          <p:nvPr>
            <p:ph type="title"/>
          </p:nvPr>
        </p:nvSpPr>
        <p:spPr>
          <a:xfrm>
            <a:off x="731520" y="2560320"/>
            <a:ext cx="6400000" cy="1097280"/>
          </a:xfrm>
          <a:prstGeom prst="rect">
            <a:avLst/>
          </a:prstGeom>
          <a:noFill/>
          <a:ln>
            <a:noFill/>
          </a:ln>
        </p:spPr>
        <p:txBody>
          <a:bodyPr spcFirstLastPara="1" wrap="square" lIns="0" tIns="0" rIns="0" bIns="0" rtlCol="0" anchor="ctr" anchorCtr="0">
            <a:noAutofit/>
          </a:bodyPr>
          <a:lstStyle/>
          <a:p>
            <a:r>
              <a:rPr lang="en-US" sz="5333">
                <a:solidFill>
                  <a:srgbClr val="FFFFFF"/>
                </a:solidFill>
              </a:rPr>
              <a:t>Error Analysis</a:t>
            </a:r>
            <a:endParaRPr/>
          </a:p>
        </p:txBody>
      </p:sp>
      <p:sp>
        <p:nvSpPr>
          <p:cNvPr id="1267" name="Google Shape;1267;p40"/>
          <p:cNvSpPr/>
          <p:nvPr/>
        </p:nvSpPr>
        <p:spPr>
          <a:xfrm>
            <a:off x="7635240"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68" name="Google Shape;1268;p40"/>
          <p:cNvSpPr/>
          <p:nvPr/>
        </p:nvSpPr>
        <p:spPr>
          <a:xfrm>
            <a:off x="8202168"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69" name="Google Shape;1269;p40"/>
          <p:cNvSpPr/>
          <p:nvPr/>
        </p:nvSpPr>
        <p:spPr>
          <a:xfrm>
            <a:off x="8769096"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70" name="Google Shape;1270;p40"/>
          <p:cNvSpPr/>
          <p:nvPr/>
        </p:nvSpPr>
        <p:spPr>
          <a:xfrm>
            <a:off x="9336024"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71" name="Google Shape;1271;p40"/>
          <p:cNvSpPr/>
          <p:nvPr/>
        </p:nvSpPr>
        <p:spPr>
          <a:xfrm>
            <a:off x="9902952"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72" name="Google Shape;1272;p40"/>
          <p:cNvSpPr/>
          <p:nvPr/>
        </p:nvSpPr>
        <p:spPr>
          <a:xfrm>
            <a:off x="10469880"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73" name="Google Shape;1273;p40"/>
          <p:cNvSpPr/>
          <p:nvPr/>
        </p:nvSpPr>
        <p:spPr>
          <a:xfrm>
            <a:off x="11036808" y="149047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74" name="Google Shape;1274;p40"/>
          <p:cNvSpPr/>
          <p:nvPr/>
        </p:nvSpPr>
        <p:spPr>
          <a:xfrm>
            <a:off x="7635240"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75" name="Google Shape;1275;p40"/>
          <p:cNvSpPr/>
          <p:nvPr/>
        </p:nvSpPr>
        <p:spPr>
          <a:xfrm>
            <a:off x="8202168"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76" name="Google Shape;1276;p40"/>
          <p:cNvSpPr/>
          <p:nvPr/>
        </p:nvSpPr>
        <p:spPr>
          <a:xfrm>
            <a:off x="8769096"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77" name="Google Shape;1277;p40"/>
          <p:cNvSpPr/>
          <p:nvPr/>
        </p:nvSpPr>
        <p:spPr>
          <a:xfrm>
            <a:off x="9336024"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78" name="Google Shape;1278;p40"/>
          <p:cNvSpPr/>
          <p:nvPr/>
        </p:nvSpPr>
        <p:spPr>
          <a:xfrm>
            <a:off x="9902952" y="2057400"/>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79" name="Google Shape;1279;p40"/>
          <p:cNvSpPr/>
          <p:nvPr/>
        </p:nvSpPr>
        <p:spPr>
          <a:xfrm>
            <a:off x="10469880"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80" name="Google Shape;1280;p40"/>
          <p:cNvSpPr/>
          <p:nvPr/>
        </p:nvSpPr>
        <p:spPr>
          <a:xfrm>
            <a:off x="11036808" y="205740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81" name="Google Shape;1281;p40"/>
          <p:cNvSpPr/>
          <p:nvPr/>
        </p:nvSpPr>
        <p:spPr>
          <a:xfrm>
            <a:off x="7635240"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82" name="Google Shape;1282;p40"/>
          <p:cNvSpPr/>
          <p:nvPr/>
        </p:nvSpPr>
        <p:spPr>
          <a:xfrm>
            <a:off x="8202168"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83" name="Google Shape;1283;p40"/>
          <p:cNvSpPr/>
          <p:nvPr/>
        </p:nvSpPr>
        <p:spPr>
          <a:xfrm>
            <a:off x="8769096" y="2624328"/>
            <a:ext cx="475488" cy="475488"/>
          </a:xfrm>
          <a:prstGeom prst="rect">
            <a:avLst/>
          </a:pr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84" name="Google Shape;1284;p40"/>
          <p:cNvSpPr/>
          <p:nvPr/>
        </p:nvSpPr>
        <p:spPr>
          <a:xfrm>
            <a:off x="9336024"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85" name="Google Shape;1285;p40"/>
          <p:cNvSpPr/>
          <p:nvPr/>
        </p:nvSpPr>
        <p:spPr>
          <a:xfrm>
            <a:off x="9902952"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86" name="Google Shape;1286;p40"/>
          <p:cNvSpPr/>
          <p:nvPr/>
        </p:nvSpPr>
        <p:spPr>
          <a:xfrm>
            <a:off x="10469880" y="2624328"/>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87" name="Google Shape;1287;p40"/>
          <p:cNvSpPr/>
          <p:nvPr/>
        </p:nvSpPr>
        <p:spPr>
          <a:xfrm>
            <a:off x="11036808" y="2624328"/>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88" name="Google Shape;1288;p40"/>
          <p:cNvSpPr/>
          <p:nvPr/>
        </p:nvSpPr>
        <p:spPr>
          <a:xfrm>
            <a:off x="7635240"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89" name="Google Shape;1289;p40"/>
          <p:cNvSpPr/>
          <p:nvPr/>
        </p:nvSpPr>
        <p:spPr>
          <a:xfrm>
            <a:off x="8202168"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90" name="Google Shape;1290;p40"/>
          <p:cNvSpPr/>
          <p:nvPr/>
        </p:nvSpPr>
        <p:spPr>
          <a:xfrm>
            <a:off x="8769096"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91" name="Google Shape;1291;p40"/>
          <p:cNvSpPr/>
          <p:nvPr/>
        </p:nvSpPr>
        <p:spPr>
          <a:xfrm>
            <a:off x="9336024"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92" name="Google Shape;1292;p40"/>
          <p:cNvSpPr/>
          <p:nvPr/>
        </p:nvSpPr>
        <p:spPr>
          <a:xfrm>
            <a:off x="9902952"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93" name="Google Shape;1293;p40"/>
          <p:cNvSpPr/>
          <p:nvPr/>
        </p:nvSpPr>
        <p:spPr>
          <a:xfrm>
            <a:off x="10469880"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94" name="Google Shape;1294;p40"/>
          <p:cNvSpPr/>
          <p:nvPr/>
        </p:nvSpPr>
        <p:spPr>
          <a:xfrm>
            <a:off x="11036808" y="3191256"/>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95" name="Google Shape;1295;p40"/>
          <p:cNvSpPr/>
          <p:nvPr/>
        </p:nvSpPr>
        <p:spPr>
          <a:xfrm>
            <a:off x="7635240" y="3758184"/>
            <a:ext cx="475488" cy="475488"/>
          </a:xfrm>
          <a:prstGeom prst="rect">
            <a:avLst/>
          </a:pr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96" name="Google Shape;1296;p40"/>
          <p:cNvSpPr/>
          <p:nvPr/>
        </p:nvSpPr>
        <p:spPr>
          <a:xfrm>
            <a:off x="8202168"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97" name="Google Shape;1297;p40"/>
          <p:cNvSpPr/>
          <p:nvPr/>
        </p:nvSpPr>
        <p:spPr>
          <a:xfrm>
            <a:off x="8769096"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98" name="Google Shape;1298;p40"/>
          <p:cNvSpPr/>
          <p:nvPr/>
        </p:nvSpPr>
        <p:spPr>
          <a:xfrm>
            <a:off x="9336024"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299" name="Google Shape;1299;p40"/>
          <p:cNvSpPr/>
          <p:nvPr/>
        </p:nvSpPr>
        <p:spPr>
          <a:xfrm>
            <a:off x="9902952"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00" name="Google Shape;1300;p40"/>
          <p:cNvSpPr/>
          <p:nvPr/>
        </p:nvSpPr>
        <p:spPr>
          <a:xfrm>
            <a:off x="10469880" y="3758184"/>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01" name="Google Shape;1301;p40"/>
          <p:cNvSpPr/>
          <p:nvPr/>
        </p:nvSpPr>
        <p:spPr>
          <a:xfrm>
            <a:off x="11036808" y="3758184"/>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02" name="Google Shape;1302;p40"/>
          <p:cNvSpPr/>
          <p:nvPr/>
        </p:nvSpPr>
        <p:spPr>
          <a:xfrm>
            <a:off x="7635240"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03" name="Google Shape;1303;p40"/>
          <p:cNvSpPr/>
          <p:nvPr/>
        </p:nvSpPr>
        <p:spPr>
          <a:xfrm>
            <a:off x="8202168" y="4325112"/>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04" name="Google Shape;1304;p40"/>
          <p:cNvSpPr/>
          <p:nvPr/>
        </p:nvSpPr>
        <p:spPr>
          <a:xfrm>
            <a:off x="8769096" y="4325112"/>
            <a:ext cx="475488" cy="475488"/>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05" name="Google Shape;1305;p40"/>
          <p:cNvSpPr/>
          <p:nvPr/>
        </p:nvSpPr>
        <p:spPr>
          <a:xfrm>
            <a:off x="9336024" y="4325112"/>
            <a:ext cx="475488" cy="4754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06" name="Google Shape;1306;p40"/>
          <p:cNvSpPr/>
          <p:nvPr/>
        </p:nvSpPr>
        <p:spPr>
          <a:xfrm>
            <a:off x="9902952"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07" name="Google Shape;1307;p40"/>
          <p:cNvSpPr/>
          <p:nvPr/>
        </p:nvSpPr>
        <p:spPr>
          <a:xfrm>
            <a:off x="10469880"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08" name="Google Shape;1308;p40"/>
          <p:cNvSpPr/>
          <p:nvPr/>
        </p:nvSpPr>
        <p:spPr>
          <a:xfrm>
            <a:off x="11036808" y="4325112"/>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09" name="Google Shape;1309;p40"/>
          <p:cNvSpPr/>
          <p:nvPr/>
        </p:nvSpPr>
        <p:spPr>
          <a:xfrm>
            <a:off x="7635240"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10" name="Google Shape;1310;p40"/>
          <p:cNvSpPr/>
          <p:nvPr/>
        </p:nvSpPr>
        <p:spPr>
          <a:xfrm>
            <a:off x="8202168" y="4892040"/>
            <a:ext cx="475488" cy="475488"/>
          </a:xfrm>
          <a:prstGeom prst="rect">
            <a:avLst/>
          </a:pr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11" name="Google Shape;1311;p40"/>
          <p:cNvSpPr/>
          <p:nvPr/>
        </p:nvSpPr>
        <p:spPr>
          <a:xfrm>
            <a:off x="8769096"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12" name="Google Shape;1312;p40"/>
          <p:cNvSpPr/>
          <p:nvPr/>
        </p:nvSpPr>
        <p:spPr>
          <a:xfrm>
            <a:off x="9336024"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13" name="Google Shape;1313;p40"/>
          <p:cNvSpPr/>
          <p:nvPr/>
        </p:nvSpPr>
        <p:spPr>
          <a:xfrm>
            <a:off x="9902952"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14" name="Google Shape;1314;p40"/>
          <p:cNvSpPr/>
          <p:nvPr/>
        </p:nvSpPr>
        <p:spPr>
          <a:xfrm>
            <a:off x="10469880"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15" name="Google Shape;1315;p40"/>
          <p:cNvSpPr/>
          <p:nvPr/>
        </p:nvSpPr>
        <p:spPr>
          <a:xfrm>
            <a:off x="11036808" y="4892040"/>
            <a:ext cx="475488" cy="475488"/>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16" name="Google Shape;1316;p40"/>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62</a:t>
            </a:fld>
            <a:endParaRPr sz="1067">
              <a:solidFill>
                <a:schemeClr val="accent5"/>
              </a:solidFill>
              <a:latin typeface="Calibri"/>
              <a:ea typeface="Calibri"/>
              <a:cs typeface="Calibri"/>
              <a:sym typeface="Calibri"/>
            </a:endParaRPr>
          </a:p>
        </p:txBody>
      </p:sp>
      <p:sp>
        <p:nvSpPr>
          <p:cNvPr id="1317" name="Rectangle 1316"/>
          <p:cNvSpPr/>
          <p:nvPr/>
        </p:nvSpPr>
        <p:spPr>
          <a:xfrm>
            <a:off x="731520" y="2377440"/>
            <a:ext cx="1097280" cy="85344"/>
          </a:xfrm>
          <a:prstGeom prst="rect">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Tree>
    <p:extLst>
      <p:ext uri="{BB962C8B-B14F-4D97-AF65-F5344CB8AC3E}">
        <p14:creationId xmlns:p14="http://schemas.microsoft.com/office/powerpoint/2010/main" val="298404069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321"/>
        <p:cNvGrpSpPr/>
        <p:nvPr/>
      </p:nvGrpSpPr>
      <p:grpSpPr>
        <a:xfrm>
          <a:off x="0" y="0"/>
          <a:ext cx="0" cy="0"/>
          <a:chOff x="0" y="0"/>
          <a:chExt cx="0" cy="0"/>
        </a:xfrm>
      </p:grpSpPr>
      <p:sp>
        <p:nvSpPr>
          <p:cNvPr id="1322" name="Google Shape;1322;p41"/>
          <p:cNvSpPr txBox="1">
            <a:spLocks noGrp="1"/>
          </p:cNvSpPr>
          <p:nvPr>
            <p:ph type="title"/>
          </p:nvPr>
        </p:nvSpPr>
        <p:spPr>
          <a:xfrm>
            <a:off x="731520" y="1584960"/>
            <a:ext cx="10728960" cy="4267200"/>
          </a:xfrm>
          <a:prstGeom prst="rect">
            <a:avLst/>
          </a:prstGeom>
          <a:noFill/>
          <a:ln>
            <a:noFill/>
          </a:ln>
        </p:spPr>
        <p:txBody>
          <a:bodyPr spcFirstLastPara="1" wrap="square" lIns="0" tIns="0" rIns="0" bIns="0" rtlCol="0" anchor="t" anchorCtr="0">
            <a:noAutofit/>
          </a:bodyPr>
          <a:lstStyle/>
          <a:p>
            <a:r>
              <a:rPr lang="en-US" sz="3733" b="1">
                <a:solidFill>
                  <a:srgbClr val="FFFFFF"/>
                </a:solidFill>
              </a:rPr>
              <a:t>Metrics show how much the model errs; error analysis reveals where and why</a:t>
            </a:r>
            <a:endParaRPr/>
          </a:p>
        </p:txBody>
      </p:sp>
      <p:sp>
        <p:nvSpPr>
          <p:cNvPr id="1323" name="Google Shape;1323;p41"/>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63</a:t>
            </a:fld>
            <a:endParaRPr sz="1067">
              <a:solidFill>
                <a:schemeClr val="accent5"/>
              </a:solidFill>
              <a:latin typeface="Calibri"/>
              <a:ea typeface="Calibri"/>
              <a:cs typeface="Calibri"/>
              <a:sym typeface="Calibri"/>
            </a:endParaRPr>
          </a:p>
        </p:txBody>
      </p:sp>
      <p:sp>
        <p:nvSpPr>
          <p:cNvPr id="1324" name="Rectangle 1323"/>
          <p:cNvSpPr/>
          <p:nvPr/>
        </p:nvSpPr>
        <p:spPr>
          <a:xfrm>
            <a:off x="731520" y="1219200"/>
            <a:ext cx="1097280" cy="85344"/>
          </a:xfrm>
          <a:prstGeom prst="rect">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Tree>
    <p:extLst>
      <p:ext uri="{BB962C8B-B14F-4D97-AF65-F5344CB8AC3E}">
        <p14:creationId xmlns:p14="http://schemas.microsoft.com/office/powerpoint/2010/main" val="343358325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328"/>
        <p:cNvGrpSpPr/>
        <p:nvPr/>
      </p:nvGrpSpPr>
      <p:grpSpPr>
        <a:xfrm>
          <a:off x="0" y="0"/>
          <a:ext cx="0" cy="0"/>
          <a:chOff x="0" y="0"/>
          <a:chExt cx="0" cy="0"/>
        </a:xfrm>
      </p:grpSpPr>
      <p:sp>
        <p:nvSpPr>
          <p:cNvPr id="1329" name="Google Shape;1329;p42"/>
          <p:cNvSpPr txBox="1">
            <a:spLocks noGrp="1"/>
          </p:cNvSpPr>
          <p:nvPr>
            <p:ph type="title"/>
          </p:nvPr>
        </p:nvSpPr>
        <p:spPr>
          <a:xfrm>
            <a:off x="731520" y="1584960"/>
            <a:ext cx="10728960" cy="4267200"/>
          </a:xfrm>
          <a:prstGeom prst="rect">
            <a:avLst/>
          </a:prstGeom>
          <a:noFill/>
          <a:ln>
            <a:noFill/>
          </a:ln>
        </p:spPr>
        <p:txBody>
          <a:bodyPr spcFirstLastPara="1" wrap="square" lIns="0" tIns="0" rIns="0" bIns="0" rtlCol="0" anchor="t" anchorCtr="0">
            <a:noAutofit/>
          </a:bodyPr>
          <a:lstStyle/>
          <a:p>
            <a:r>
              <a:rPr lang="en-US" sz="3733" b="1">
                <a:solidFill>
                  <a:srgbClr val="FFFFFF"/>
                </a:solidFill>
              </a:rPr>
              <a:t>You take the mistakes, especially missed blocked cells, and look for patterns in them</a:t>
            </a:r>
            <a:endParaRPr/>
          </a:p>
        </p:txBody>
      </p:sp>
      <p:sp>
        <p:nvSpPr>
          <p:cNvPr id="1330" name="Google Shape;1330;p42"/>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64</a:t>
            </a:fld>
            <a:endParaRPr sz="1067">
              <a:solidFill>
                <a:schemeClr val="accent5"/>
              </a:solidFill>
              <a:latin typeface="Calibri"/>
              <a:ea typeface="Calibri"/>
              <a:cs typeface="Calibri"/>
              <a:sym typeface="Calibri"/>
            </a:endParaRPr>
          </a:p>
        </p:txBody>
      </p:sp>
      <p:sp>
        <p:nvSpPr>
          <p:cNvPr id="1331" name="Rectangle 1330"/>
          <p:cNvSpPr/>
          <p:nvPr/>
        </p:nvSpPr>
        <p:spPr>
          <a:xfrm>
            <a:off x="731520" y="1219200"/>
            <a:ext cx="1097280" cy="85344"/>
          </a:xfrm>
          <a:prstGeom prst="rect">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Tree>
    <p:extLst>
      <p:ext uri="{BB962C8B-B14F-4D97-AF65-F5344CB8AC3E}">
        <p14:creationId xmlns:p14="http://schemas.microsoft.com/office/powerpoint/2010/main" val="185130354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335"/>
        <p:cNvGrpSpPr/>
        <p:nvPr/>
      </p:nvGrpSpPr>
      <p:grpSpPr>
        <a:xfrm>
          <a:off x="0" y="0"/>
          <a:ext cx="0" cy="0"/>
          <a:chOff x="0" y="0"/>
          <a:chExt cx="0" cy="0"/>
        </a:xfrm>
      </p:grpSpPr>
      <p:sp>
        <p:nvSpPr>
          <p:cNvPr id="1353" name="Rectangle 1352"/>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36" name="Google Shape;1336;p43"/>
          <p:cNvSpPr/>
          <p:nvPr/>
        </p:nvSpPr>
        <p:spPr>
          <a:xfrm>
            <a:off x="548640" y="457200"/>
            <a:ext cx="5440680" cy="265176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37" name="Google Shape;1337;p43"/>
          <p:cNvSpPr/>
          <p:nvPr/>
        </p:nvSpPr>
        <p:spPr>
          <a:xfrm>
            <a:off x="868680" y="731520"/>
            <a:ext cx="237744" cy="237744"/>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38" name="Google Shape;1338;p43"/>
          <p:cNvSpPr txBox="1"/>
          <p:nvPr/>
        </p:nvSpPr>
        <p:spPr>
          <a:xfrm>
            <a:off x="1261872" y="621792"/>
            <a:ext cx="4480560" cy="457200"/>
          </a:xfrm>
          <a:prstGeom prst="rect">
            <a:avLst/>
          </a:prstGeom>
          <a:noFill/>
          <a:ln>
            <a:noFill/>
          </a:ln>
        </p:spPr>
        <p:txBody>
          <a:bodyPr spcFirstLastPara="1" wrap="square" lIns="0" tIns="0" rIns="0" bIns="0" anchor="ctr" anchorCtr="0">
            <a:noAutofit/>
          </a:bodyPr>
          <a:lstStyle/>
          <a:p>
            <a:pPr>
              <a:buClr>
                <a:schemeClr val="dk1"/>
              </a:buClr>
              <a:buSzPts val="2200"/>
            </a:pPr>
            <a:r>
              <a:rPr lang="en-US" sz="2200" b="1">
                <a:solidFill>
                  <a:schemeClr val="dk1"/>
                </a:solidFill>
                <a:latin typeface="Calibri"/>
                <a:ea typeface="Calibri"/>
                <a:cs typeface="Calibri"/>
                <a:sym typeface="Calibri"/>
              </a:rPr>
              <a:t>1. By road type</a:t>
            </a:r>
            <a:endParaRPr sz="2200">
              <a:solidFill>
                <a:schemeClr val="dk1"/>
              </a:solidFill>
              <a:latin typeface="Calibri"/>
              <a:ea typeface="Calibri"/>
              <a:cs typeface="Calibri"/>
              <a:sym typeface="Calibri"/>
            </a:endParaRPr>
          </a:p>
        </p:txBody>
      </p:sp>
      <p:sp>
        <p:nvSpPr>
          <p:cNvPr id="1339" name="Google Shape;1339;p43"/>
          <p:cNvSpPr txBox="1"/>
          <p:nvPr/>
        </p:nvSpPr>
        <p:spPr>
          <a:xfrm>
            <a:off x="868680" y="1234440"/>
            <a:ext cx="4800600" cy="1737360"/>
          </a:xfrm>
          <a:prstGeom prst="rect">
            <a:avLst/>
          </a:prstGeom>
          <a:noFill/>
          <a:ln>
            <a:noFill/>
          </a:ln>
        </p:spPr>
        <p:txBody>
          <a:bodyPr spcFirstLastPara="1" wrap="square" lIns="0" tIns="0" rIns="0" bIns="0" anchor="t" anchorCtr="0">
            <a:noAutofit/>
          </a:bodyPr>
          <a:lstStyle/>
          <a:p>
            <a:pPr marL="203195" indent="-203195">
              <a:buClr>
                <a:schemeClr val="dk1"/>
              </a:buClr>
              <a:buSzPts val="1600"/>
              <a:buFont typeface="Calibri"/>
              <a:buChar char="•"/>
            </a:pPr>
            <a:r>
              <a:rPr lang="en-US" sz="1600">
                <a:solidFill>
                  <a:schemeClr val="dk1"/>
                </a:solidFill>
                <a:latin typeface="Calibri"/>
                <a:ea typeface="Calibri"/>
                <a:cs typeface="Calibri"/>
                <a:sym typeface="Calibri"/>
              </a:rPr>
              <a:t>Compute precision and recall separately for each road type.</a:t>
            </a:r>
            <a:endParaRPr sz="1600">
              <a:solidFill>
                <a:schemeClr val="dk1"/>
              </a:solidFill>
              <a:latin typeface="Calibri"/>
              <a:ea typeface="Calibri"/>
              <a:cs typeface="Calibri"/>
              <a:sym typeface="Calibri"/>
            </a:endParaRPr>
          </a:p>
          <a:p>
            <a:pPr marL="203195" indent="-203195">
              <a:spcBef>
                <a:spcPts val="600"/>
              </a:spcBef>
              <a:buClr>
                <a:schemeClr val="dk1"/>
              </a:buClr>
              <a:buSzPts val="1600"/>
              <a:buFont typeface="Calibri"/>
              <a:buChar char="•"/>
            </a:pPr>
            <a:r>
              <a:rPr lang="en-US" sz="1600">
                <a:solidFill>
                  <a:schemeClr val="dk1"/>
                </a:solidFill>
                <a:latin typeface="Calibri"/>
                <a:ea typeface="Calibri"/>
                <a:cs typeface="Calibri"/>
                <a:sym typeface="Calibri"/>
              </a:rPr>
              <a:t>Look for patterns, e.g. the model may be good on highways but miss blocked cells on local streets.</a:t>
            </a:r>
            <a:endParaRPr sz="1600">
              <a:solidFill>
                <a:schemeClr val="dk1"/>
              </a:solidFill>
              <a:latin typeface="Calibri"/>
              <a:ea typeface="Calibri"/>
              <a:cs typeface="Calibri"/>
              <a:sym typeface="Calibri"/>
            </a:endParaRPr>
          </a:p>
        </p:txBody>
      </p:sp>
      <p:sp>
        <p:nvSpPr>
          <p:cNvPr id="1340" name="Google Shape;1340;p43"/>
          <p:cNvSpPr/>
          <p:nvPr/>
        </p:nvSpPr>
        <p:spPr>
          <a:xfrm>
            <a:off x="6172200" y="457200"/>
            <a:ext cx="5440680" cy="265176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41" name="Google Shape;1341;p43"/>
          <p:cNvSpPr/>
          <p:nvPr/>
        </p:nvSpPr>
        <p:spPr>
          <a:xfrm>
            <a:off x="6492240" y="731520"/>
            <a:ext cx="237744" cy="237744"/>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42" name="Google Shape;1342;p43"/>
          <p:cNvSpPr txBox="1"/>
          <p:nvPr/>
        </p:nvSpPr>
        <p:spPr>
          <a:xfrm>
            <a:off x="6885432" y="621792"/>
            <a:ext cx="4480560" cy="457200"/>
          </a:xfrm>
          <a:prstGeom prst="rect">
            <a:avLst/>
          </a:prstGeom>
          <a:noFill/>
          <a:ln>
            <a:noFill/>
          </a:ln>
        </p:spPr>
        <p:txBody>
          <a:bodyPr spcFirstLastPara="1" wrap="square" lIns="0" tIns="0" rIns="0" bIns="0" anchor="ctr" anchorCtr="0">
            <a:noAutofit/>
          </a:bodyPr>
          <a:lstStyle/>
          <a:p>
            <a:pPr>
              <a:buClr>
                <a:schemeClr val="dk1"/>
              </a:buClr>
              <a:buSzPts val="2200"/>
            </a:pPr>
            <a:r>
              <a:rPr lang="en-US" sz="2200" b="1">
                <a:solidFill>
                  <a:schemeClr val="dk1"/>
                </a:solidFill>
                <a:latin typeface="Calibri"/>
                <a:ea typeface="Calibri"/>
                <a:cs typeface="Calibri"/>
                <a:sym typeface="Calibri"/>
              </a:rPr>
              <a:t>2. By feature range</a:t>
            </a:r>
            <a:endParaRPr sz="2200">
              <a:solidFill>
                <a:schemeClr val="dk1"/>
              </a:solidFill>
              <a:latin typeface="Calibri"/>
              <a:ea typeface="Calibri"/>
              <a:cs typeface="Calibri"/>
              <a:sym typeface="Calibri"/>
            </a:endParaRPr>
          </a:p>
        </p:txBody>
      </p:sp>
      <p:sp>
        <p:nvSpPr>
          <p:cNvPr id="1343" name="Google Shape;1343;p43"/>
          <p:cNvSpPr txBox="1"/>
          <p:nvPr/>
        </p:nvSpPr>
        <p:spPr>
          <a:xfrm>
            <a:off x="6492240" y="1234440"/>
            <a:ext cx="4800600" cy="1737360"/>
          </a:xfrm>
          <a:prstGeom prst="rect">
            <a:avLst/>
          </a:prstGeom>
          <a:noFill/>
          <a:ln>
            <a:noFill/>
          </a:ln>
        </p:spPr>
        <p:txBody>
          <a:bodyPr spcFirstLastPara="1" wrap="square" lIns="0" tIns="0" rIns="0" bIns="0" anchor="t" anchorCtr="0">
            <a:noAutofit/>
          </a:bodyPr>
          <a:lstStyle/>
          <a:p>
            <a:pPr marL="203195" indent="-203195">
              <a:buClr>
                <a:schemeClr val="dk1"/>
              </a:buClr>
              <a:buSzPts val="1600"/>
              <a:buFont typeface="Calibri"/>
              <a:buChar char="•"/>
            </a:pPr>
            <a:r>
              <a:rPr lang="en-US" sz="1600">
                <a:solidFill>
                  <a:schemeClr val="dk1"/>
                </a:solidFill>
                <a:latin typeface="Calibri"/>
                <a:ea typeface="Calibri"/>
                <a:cs typeface="Calibri"/>
                <a:sym typeface="Calibri"/>
              </a:rPr>
              <a:t>Bin a feature such as traffic_density_0_1 or avg_speed_kmh and check the error rate in each bin.</a:t>
            </a:r>
            <a:endParaRPr sz="1600">
              <a:solidFill>
                <a:schemeClr val="dk1"/>
              </a:solidFill>
              <a:latin typeface="Calibri"/>
              <a:ea typeface="Calibri"/>
              <a:cs typeface="Calibri"/>
              <a:sym typeface="Calibri"/>
            </a:endParaRPr>
          </a:p>
          <a:p>
            <a:pPr marL="203195" indent="-203195">
              <a:spcBef>
                <a:spcPts val="600"/>
              </a:spcBef>
              <a:buClr>
                <a:schemeClr val="dk1"/>
              </a:buClr>
              <a:buSzPts val="1600"/>
              <a:buFont typeface="Calibri"/>
              <a:buChar char="•"/>
            </a:pPr>
            <a:r>
              <a:rPr lang="en-US" sz="1600">
                <a:solidFill>
                  <a:schemeClr val="dk1"/>
                </a:solidFill>
                <a:latin typeface="Calibri"/>
                <a:ea typeface="Calibri"/>
                <a:cs typeface="Calibri"/>
                <a:sym typeface="Calibri"/>
              </a:rPr>
              <a:t>Look for errors near class boundaries (e.g. congested vs blocked at mid-range density).</a:t>
            </a:r>
            <a:endParaRPr sz="1600">
              <a:solidFill>
                <a:schemeClr val="dk1"/>
              </a:solidFill>
              <a:latin typeface="Calibri"/>
              <a:ea typeface="Calibri"/>
              <a:cs typeface="Calibri"/>
              <a:sym typeface="Calibri"/>
            </a:endParaRPr>
          </a:p>
          <a:p>
            <a:pPr marL="203195" indent="-203195">
              <a:spcBef>
                <a:spcPts val="600"/>
              </a:spcBef>
              <a:buClr>
                <a:schemeClr val="dk1"/>
              </a:buClr>
              <a:buSzPts val="1600"/>
              <a:buFont typeface="Calibri"/>
              <a:buChar char="•"/>
            </a:pPr>
            <a:r>
              <a:rPr lang="en-US" sz="1600">
                <a:solidFill>
                  <a:schemeClr val="dk1"/>
                </a:solidFill>
                <a:latin typeface="Calibri"/>
                <a:ea typeface="Calibri"/>
                <a:cs typeface="Calibri"/>
                <a:sym typeface="Calibri"/>
              </a:rPr>
              <a:t>Also check the extremes; rare feature values often have too little training data.</a:t>
            </a:r>
            <a:endParaRPr sz="1600">
              <a:solidFill>
                <a:schemeClr val="dk1"/>
              </a:solidFill>
              <a:latin typeface="Calibri"/>
              <a:ea typeface="Calibri"/>
              <a:cs typeface="Calibri"/>
              <a:sym typeface="Calibri"/>
            </a:endParaRPr>
          </a:p>
        </p:txBody>
      </p:sp>
      <p:sp>
        <p:nvSpPr>
          <p:cNvPr id="1344" name="Google Shape;1344;p43"/>
          <p:cNvSpPr/>
          <p:nvPr/>
        </p:nvSpPr>
        <p:spPr>
          <a:xfrm>
            <a:off x="548640" y="3291840"/>
            <a:ext cx="5440680" cy="265176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45" name="Google Shape;1345;p43"/>
          <p:cNvSpPr/>
          <p:nvPr/>
        </p:nvSpPr>
        <p:spPr>
          <a:xfrm>
            <a:off x="868680" y="3566160"/>
            <a:ext cx="237744" cy="237744"/>
          </a:xfrm>
          <a:prstGeom prst="rect">
            <a:avLst/>
          </a:pr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46" name="Google Shape;1346;p43"/>
          <p:cNvSpPr txBox="1"/>
          <p:nvPr/>
        </p:nvSpPr>
        <p:spPr>
          <a:xfrm>
            <a:off x="1261872" y="3456432"/>
            <a:ext cx="4480560" cy="457200"/>
          </a:xfrm>
          <a:prstGeom prst="rect">
            <a:avLst/>
          </a:prstGeom>
          <a:noFill/>
          <a:ln>
            <a:noFill/>
          </a:ln>
        </p:spPr>
        <p:txBody>
          <a:bodyPr spcFirstLastPara="1" wrap="square" lIns="0" tIns="0" rIns="0" bIns="0" anchor="ctr" anchorCtr="0">
            <a:noAutofit/>
          </a:bodyPr>
          <a:lstStyle/>
          <a:p>
            <a:pPr>
              <a:buClr>
                <a:schemeClr val="dk1"/>
              </a:buClr>
              <a:buSzPts val="2200"/>
            </a:pPr>
            <a:r>
              <a:rPr lang="en-US" sz="2200" b="1">
                <a:solidFill>
                  <a:schemeClr val="dk1"/>
                </a:solidFill>
                <a:latin typeface="Calibri"/>
                <a:ea typeface="Calibri"/>
                <a:cs typeface="Calibri"/>
                <a:sym typeface="Calibri"/>
              </a:rPr>
              <a:t>3. By map location</a:t>
            </a:r>
            <a:endParaRPr sz="2200">
              <a:solidFill>
                <a:schemeClr val="dk1"/>
              </a:solidFill>
              <a:latin typeface="Calibri"/>
              <a:ea typeface="Calibri"/>
              <a:cs typeface="Calibri"/>
              <a:sym typeface="Calibri"/>
            </a:endParaRPr>
          </a:p>
        </p:txBody>
      </p:sp>
      <p:sp>
        <p:nvSpPr>
          <p:cNvPr id="1347" name="Google Shape;1347;p43"/>
          <p:cNvSpPr txBox="1"/>
          <p:nvPr/>
        </p:nvSpPr>
        <p:spPr>
          <a:xfrm>
            <a:off x="868680" y="4069080"/>
            <a:ext cx="4800600" cy="1737360"/>
          </a:xfrm>
          <a:prstGeom prst="rect">
            <a:avLst/>
          </a:prstGeom>
          <a:noFill/>
          <a:ln>
            <a:noFill/>
          </a:ln>
        </p:spPr>
        <p:txBody>
          <a:bodyPr spcFirstLastPara="1" wrap="square" lIns="0" tIns="0" rIns="0" bIns="0" anchor="t" anchorCtr="0">
            <a:noAutofit/>
          </a:bodyPr>
          <a:lstStyle/>
          <a:p>
            <a:pPr marL="203195" indent="-203195">
              <a:buClr>
                <a:schemeClr val="dk1"/>
              </a:buClr>
              <a:buSzPts val="1600"/>
              <a:buFont typeface="Calibri"/>
              <a:buChar char="•"/>
            </a:pPr>
            <a:r>
              <a:rPr lang="en-US" sz="1600">
                <a:solidFill>
                  <a:schemeClr val="dk1"/>
                </a:solidFill>
                <a:latin typeface="Calibri"/>
                <a:ea typeface="Calibri"/>
                <a:cs typeface="Calibri"/>
                <a:sym typeface="Calibri"/>
              </a:rPr>
              <a:t>Plot the mistakes on the 60×60 grid (e.g. mark missed blocked cells in red).</a:t>
            </a:r>
            <a:endParaRPr sz="1600">
              <a:solidFill>
                <a:schemeClr val="dk1"/>
              </a:solidFill>
              <a:latin typeface="Calibri"/>
              <a:ea typeface="Calibri"/>
              <a:cs typeface="Calibri"/>
              <a:sym typeface="Calibri"/>
            </a:endParaRPr>
          </a:p>
          <a:p>
            <a:pPr marL="203195" indent="-203195">
              <a:spcBef>
                <a:spcPts val="600"/>
              </a:spcBef>
              <a:buClr>
                <a:schemeClr val="dk1"/>
              </a:buClr>
              <a:buSzPts val="1600"/>
              <a:buFont typeface="Calibri"/>
              <a:buChar char="•"/>
            </a:pPr>
            <a:r>
              <a:rPr lang="en-US" sz="1600">
                <a:solidFill>
                  <a:schemeClr val="dk1"/>
                </a:solidFill>
                <a:latin typeface="Calibri"/>
                <a:ea typeface="Calibri"/>
                <a:cs typeface="Calibri"/>
                <a:sym typeface="Calibri"/>
              </a:rPr>
              <a:t>Look for clusters, edges of blocked regions, or whole neighbourhoods that are wrong.</a:t>
            </a:r>
            <a:endParaRPr sz="1600">
              <a:solidFill>
                <a:schemeClr val="dk1"/>
              </a:solidFill>
              <a:latin typeface="Calibri"/>
              <a:ea typeface="Calibri"/>
              <a:cs typeface="Calibri"/>
              <a:sym typeface="Calibri"/>
            </a:endParaRPr>
          </a:p>
          <a:p>
            <a:pPr marL="203195" indent="-203195">
              <a:spcBef>
                <a:spcPts val="600"/>
              </a:spcBef>
              <a:buClr>
                <a:schemeClr val="dk1"/>
              </a:buClr>
              <a:buSzPts val="1600"/>
              <a:buFont typeface="Calibri"/>
              <a:buChar char="•"/>
            </a:pPr>
            <a:r>
              <a:rPr lang="en-US" sz="1600">
                <a:solidFill>
                  <a:schemeClr val="dk1"/>
                </a:solidFill>
                <a:latin typeface="Calibri"/>
                <a:ea typeface="Calibri"/>
                <a:cs typeface="Calibri"/>
                <a:sym typeface="Calibri"/>
              </a:rPr>
              <a:t>This can indicate uneven sensor coverage across neighbourhoods.</a:t>
            </a:r>
            <a:endParaRPr sz="1600">
              <a:solidFill>
                <a:schemeClr val="dk1"/>
              </a:solidFill>
              <a:latin typeface="Calibri"/>
              <a:ea typeface="Calibri"/>
              <a:cs typeface="Calibri"/>
              <a:sym typeface="Calibri"/>
            </a:endParaRPr>
          </a:p>
        </p:txBody>
      </p:sp>
      <p:sp>
        <p:nvSpPr>
          <p:cNvPr id="1348" name="Google Shape;1348;p43"/>
          <p:cNvSpPr/>
          <p:nvPr/>
        </p:nvSpPr>
        <p:spPr>
          <a:xfrm>
            <a:off x="6172200" y="3291840"/>
            <a:ext cx="5440680" cy="265176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49" name="Google Shape;1349;p43"/>
          <p:cNvSpPr/>
          <p:nvPr/>
        </p:nvSpPr>
        <p:spPr>
          <a:xfrm>
            <a:off x="6492240" y="3566160"/>
            <a:ext cx="237744" cy="237744"/>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50" name="Google Shape;1350;p43"/>
          <p:cNvSpPr txBox="1"/>
          <p:nvPr/>
        </p:nvSpPr>
        <p:spPr>
          <a:xfrm>
            <a:off x="6885432" y="3456432"/>
            <a:ext cx="4480560" cy="457200"/>
          </a:xfrm>
          <a:prstGeom prst="rect">
            <a:avLst/>
          </a:prstGeom>
          <a:noFill/>
          <a:ln>
            <a:noFill/>
          </a:ln>
        </p:spPr>
        <p:txBody>
          <a:bodyPr spcFirstLastPara="1" wrap="square" lIns="0" tIns="0" rIns="0" bIns="0" anchor="ctr" anchorCtr="0">
            <a:noAutofit/>
          </a:bodyPr>
          <a:lstStyle/>
          <a:p>
            <a:pPr>
              <a:buClr>
                <a:schemeClr val="dk1"/>
              </a:buClr>
              <a:buSzPts val="2200"/>
            </a:pPr>
            <a:r>
              <a:rPr lang="en-US" sz="2200" b="1">
                <a:solidFill>
                  <a:schemeClr val="dk1"/>
                </a:solidFill>
                <a:latin typeface="Calibri"/>
                <a:ea typeface="Calibri"/>
                <a:cs typeface="Calibri"/>
                <a:sym typeface="Calibri"/>
              </a:rPr>
              <a:t>4. Train vs. test</a:t>
            </a:r>
            <a:endParaRPr sz="2200">
              <a:solidFill>
                <a:schemeClr val="dk1"/>
              </a:solidFill>
              <a:latin typeface="Calibri"/>
              <a:ea typeface="Calibri"/>
              <a:cs typeface="Calibri"/>
              <a:sym typeface="Calibri"/>
            </a:endParaRPr>
          </a:p>
        </p:txBody>
      </p:sp>
      <p:sp>
        <p:nvSpPr>
          <p:cNvPr id="1351" name="Google Shape;1351;p43"/>
          <p:cNvSpPr txBox="1"/>
          <p:nvPr/>
        </p:nvSpPr>
        <p:spPr>
          <a:xfrm>
            <a:off x="6492240" y="4069080"/>
            <a:ext cx="4800600" cy="1737360"/>
          </a:xfrm>
          <a:prstGeom prst="rect">
            <a:avLst/>
          </a:prstGeom>
          <a:noFill/>
          <a:ln>
            <a:noFill/>
          </a:ln>
        </p:spPr>
        <p:txBody>
          <a:bodyPr spcFirstLastPara="1" wrap="square" lIns="0" tIns="0" rIns="0" bIns="0" anchor="t" anchorCtr="0">
            <a:noAutofit/>
          </a:bodyPr>
          <a:lstStyle/>
          <a:p>
            <a:pPr marL="203195" indent="-203195">
              <a:buClr>
                <a:schemeClr val="dk1"/>
              </a:buClr>
              <a:buSzPts val="1600"/>
              <a:buFont typeface="Calibri"/>
              <a:buChar char="•"/>
            </a:pPr>
            <a:r>
              <a:rPr lang="en-US" sz="1600">
                <a:solidFill>
                  <a:schemeClr val="dk1"/>
                </a:solidFill>
                <a:latin typeface="Calibri"/>
                <a:ea typeface="Calibri"/>
                <a:cs typeface="Calibri"/>
                <a:sym typeface="Calibri"/>
              </a:rPr>
              <a:t>Compare metrics on train_cells.csv and test_cells.csv.</a:t>
            </a:r>
            <a:endParaRPr sz="1600">
              <a:solidFill>
                <a:schemeClr val="dk1"/>
              </a:solidFill>
              <a:latin typeface="Calibri"/>
              <a:ea typeface="Calibri"/>
              <a:cs typeface="Calibri"/>
              <a:sym typeface="Calibri"/>
            </a:endParaRPr>
          </a:p>
          <a:p>
            <a:pPr marL="203195" indent="-203195">
              <a:spcBef>
                <a:spcPts val="600"/>
              </a:spcBef>
              <a:buClr>
                <a:schemeClr val="dk1"/>
              </a:buClr>
              <a:buSzPts val="1600"/>
              <a:buFont typeface="Calibri"/>
              <a:buChar char="•"/>
            </a:pPr>
            <a:r>
              <a:rPr lang="en-US" sz="1600">
                <a:solidFill>
                  <a:schemeClr val="dk1"/>
                </a:solidFill>
                <a:latin typeface="Calibri"/>
                <a:ea typeface="Calibri"/>
                <a:cs typeface="Calibri"/>
                <a:sym typeface="Calibri"/>
              </a:rPr>
              <a:t>Test comes from a separate synthetic city, so a big gap may indicate overfitting or poor generalization to new layouts.</a:t>
            </a:r>
            <a:endParaRPr sz="1600">
              <a:solidFill>
                <a:schemeClr val="dk1"/>
              </a:solidFill>
              <a:latin typeface="Calibri"/>
              <a:ea typeface="Calibri"/>
              <a:cs typeface="Calibri"/>
              <a:sym typeface="Calibri"/>
            </a:endParaRPr>
          </a:p>
          <a:p>
            <a:pPr marL="203195" indent="-203195">
              <a:spcBef>
                <a:spcPts val="600"/>
              </a:spcBef>
              <a:buClr>
                <a:schemeClr val="dk1"/>
              </a:buClr>
              <a:buSzPts val="1600"/>
              <a:buFont typeface="Calibri"/>
              <a:buChar char="•"/>
            </a:pPr>
            <a:r>
              <a:rPr lang="en-US" sz="1600">
                <a:solidFill>
                  <a:schemeClr val="dk1"/>
                </a:solidFill>
                <a:latin typeface="Calibri"/>
                <a:ea typeface="Calibri"/>
                <a:cs typeface="Calibri"/>
                <a:sym typeface="Calibri"/>
              </a:rPr>
              <a:t>This answers: does the model work on a different city?</a:t>
            </a:r>
            <a:endParaRPr sz="1600">
              <a:solidFill>
                <a:schemeClr val="dk1"/>
              </a:solidFill>
              <a:latin typeface="Calibri"/>
              <a:ea typeface="Calibri"/>
              <a:cs typeface="Calibri"/>
              <a:sym typeface="Calibri"/>
            </a:endParaRPr>
          </a:p>
        </p:txBody>
      </p:sp>
      <p:sp>
        <p:nvSpPr>
          <p:cNvPr id="1352" name="Google Shape;1352;p43"/>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65</a:t>
            </a:fld>
            <a:endParaRPr sz="1067">
              <a:solidFill>
                <a:schemeClr val="accent5"/>
              </a:solidFill>
              <a:latin typeface="Calibri"/>
              <a:ea typeface="Calibri"/>
              <a:cs typeface="Calibri"/>
              <a:sym typeface="Calibri"/>
            </a:endParaRPr>
          </a:p>
        </p:txBody>
      </p:sp>
    </p:spTree>
    <p:extLst>
      <p:ext uri="{BB962C8B-B14F-4D97-AF65-F5344CB8AC3E}">
        <p14:creationId xmlns:p14="http://schemas.microsoft.com/office/powerpoint/2010/main" val="30275843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357"/>
        <p:cNvGrpSpPr/>
        <p:nvPr/>
      </p:nvGrpSpPr>
      <p:grpSpPr>
        <a:xfrm>
          <a:off x="0" y="0"/>
          <a:ext cx="0" cy="0"/>
          <a:chOff x="0" y="0"/>
          <a:chExt cx="0" cy="0"/>
        </a:xfrm>
      </p:grpSpPr>
      <p:sp>
        <p:nvSpPr>
          <p:cNvPr id="1380" name="Rectangle 1379"/>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58" name="Google Shape;1358;p44"/>
          <p:cNvSpPr txBox="1">
            <a:spLocks noGrp="1"/>
          </p:cNvSpPr>
          <p:nvPr>
            <p:ph type="title"/>
          </p:nvPr>
        </p:nvSpPr>
        <p:spPr>
          <a:xfrm>
            <a:off x="731520" y="365760"/>
            <a:ext cx="10728960" cy="853440"/>
          </a:xfrm>
          <a:prstGeom prst="rect">
            <a:avLst/>
          </a:prstGeom>
          <a:noFill/>
          <a:ln>
            <a:noFill/>
          </a:ln>
        </p:spPr>
        <p:txBody>
          <a:bodyPr spcFirstLastPara="1" wrap="square" lIns="0" tIns="0" rIns="0" bIns="0" rtlCol="0" anchor="ctr" anchorCtr="0">
            <a:noAutofit/>
          </a:bodyPr>
          <a:lstStyle/>
          <a:p>
            <a:r>
              <a:rPr lang="en-US" sz="3733">
                <a:solidFill>
                  <a:srgbClr val="1B1F3B"/>
                </a:solidFill>
              </a:rPr>
              <a:t>Which metric, when?</a:t>
            </a:r>
            <a:endParaRPr/>
          </a:p>
        </p:txBody>
      </p:sp>
      <p:sp>
        <p:nvSpPr>
          <p:cNvPr id="1359" name="Google Shape;1359;p44"/>
          <p:cNvSpPr/>
          <p:nvPr/>
        </p:nvSpPr>
        <p:spPr>
          <a:xfrm>
            <a:off x="548640" y="1371600"/>
            <a:ext cx="11064240" cy="82296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60" name="Google Shape;1360;p44"/>
          <p:cNvSpPr/>
          <p:nvPr/>
        </p:nvSpPr>
        <p:spPr>
          <a:xfrm>
            <a:off x="777240" y="1645920"/>
            <a:ext cx="274320" cy="27432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61" name="Google Shape;1361;p44"/>
          <p:cNvSpPr txBox="1"/>
          <p:nvPr/>
        </p:nvSpPr>
        <p:spPr>
          <a:xfrm>
            <a:off x="1234440" y="1371600"/>
            <a:ext cx="2743200" cy="822960"/>
          </a:xfrm>
          <a:prstGeom prst="rect">
            <a:avLst/>
          </a:prstGeom>
          <a:noFill/>
          <a:ln>
            <a:noFill/>
          </a:ln>
        </p:spPr>
        <p:txBody>
          <a:bodyPr spcFirstLastPara="1" wrap="square" lIns="0" tIns="0" rIns="0" bIns="0" anchor="ctr" anchorCtr="0">
            <a:noAutofit/>
          </a:bodyPr>
          <a:lstStyle/>
          <a:p>
            <a:pPr>
              <a:buClr>
                <a:schemeClr val="dk1"/>
              </a:buClr>
              <a:buSzPts val="2000"/>
            </a:pPr>
            <a:r>
              <a:rPr lang="en-US" sz="2000" b="1">
                <a:solidFill>
                  <a:schemeClr val="dk1"/>
                </a:solidFill>
                <a:latin typeface="Calibri"/>
                <a:ea typeface="Calibri"/>
                <a:cs typeface="Calibri"/>
                <a:sym typeface="Calibri"/>
              </a:rPr>
              <a:t>Accuracy</a:t>
            </a:r>
            <a:endParaRPr sz="2000">
              <a:solidFill>
                <a:schemeClr val="dk1"/>
              </a:solidFill>
              <a:latin typeface="Calibri"/>
              <a:ea typeface="Calibri"/>
              <a:cs typeface="Calibri"/>
              <a:sym typeface="Calibri"/>
            </a:endParaRPr>
          </a:p>
        </p:txBody>
      </p:sp>
      <p:sp>
        <p:nvSpPr>
          <p:cNvPr id="1362" name="Google Shape;1362;p44"/>
          <p:cNvSpPr txBox="1"/>
          <p:nvPr/>
        </p:nvSpPr>
        <p:spPr>
          <a:xfrm>
            <a:off x="4069080" y="1371600"/>
            <a:ext cx="7315200" cy="822960"/>
          </a:xfrm>
          <a:prstGeom prst="rect">
            <a:avLst/>
          </a:prstGeom>
          <a:noFill/>
          <a:ln>
            <a:noFill/>
          </a:ln>
        </p:spPr>
        <p:txBody>
          <a:bodyPr spcFirstLastPara="1" wrap="square" lIns="0" tIns="0" rIns="0" bIns="0" anchor="ctr" anchorCtr="0">
            <a:noAutofit/>
          </a:bodyPr>
          <a:lstStyle/>
          <a:p>
            <a:pPr>
              <a:buClr>
                <a:schemeClr val="dk1"/>
              </a:buClr>
              <a:buSzPts val="1700"/>
            </a:pPr>
            <a:r>
              <a:rPr lang="en-US" sz="1733">
                <a:solidFill>
                  <a:schemeClr val="dk1"/>
                </a:solidFill>
                <a:latin typeface="Calibri"/>
                <a:ea typeface="Calibri"/>
                <a:cs typeface="Calibri"/>
                <a:sym typeface="Calibri"/>
              </a:rPr>
              <a:t>Fine when classes are balanced and mistakes cost the same. Here it scored 94% while finding 0 of 10 blocked cells.</a:t>
            </a:r>
            <a:endParaRPr sz="1733">
              <a:solidFill>
                <a:schemeClr val="dk1"/>
              </a:solidFill>
              <a:latin typeface="Calibri"/>
              <a:ea typeface="Calibri"/>
              <a:cs typeface="Calibri"/>
              <a:sym typeface="Calibri"/>
            </a:endParaRPr>
          </a:p>
        </p:txBody>
      </p:sp>
      <p:sp>
        <p:nvSpPr>
          <p:cNvPr id="1363" name="Google Shape;1363;p44"/>
          <p:cNvSpPr/>
          <p:nvPr/>
        </p:nvSpPr>
        <p:spPr>
          <a:xfrm>
            <a:off x="548640" y="2304288"/>
            <a:ext cx="11064240" cy="82296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64" name="Google Shape;1364;p44"/>
          <p:cNvSpPr/>
          <p:nvPr/>
        </p:nvSpPr>
        <p:spPr>
          <a:xfrm>
            <a:off x="777240" y="2578608"/>
            <a:ext cx="274320" cy="274320"/>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65" name="Google Shape;1365;p44"/>
          <p:cNvSpPr txBox="1"/>
          <p:nvPr/>
        </p:nvSpPr>
        <p:spPr>
          <a:xfrm>
            <a:off x="1234440" y="2304288"/>
            <a:ext cx="2743200" cy="822960"/>
          </a:xfrm>
          <a:prstGeom prst="rect">
            <a:avLst/>
          </a:prstGeom>
          <a:noFill/>
          <a:ln>
            <a:noFill/>
          </a:ln>
        </p:spPr>
        <p:txBody>
          <a:bodyPr spcFirstLastPara="1" wrap="square" lIns="0" tIns="0" rIns="0" bIns="0" anchor="ctr" anchorCtr="0">
            <a:noAutofit/>
          </a:bodyPr>
          <a:lstStyle/>
          <a:p>
            <a:pPr>
              <a:buClr>
                <a:schemeClr val="dk1"/>
              </a:buClr>
              <a:buSzPts val="2000"/>
            </a:pPr>
            <a:r>
              <a:rPr lang="en-US" sz="2000" b="1">
                <a:solidFill>
                  <a:schemeClr val="dk1"/>
                </a:solidFill>
                <a:latin typeface="Calibri"/>
                <a:ea typeface="Calibri"/>
                <a:cs typeface="Calibri"/>
                <a:sym typeface="Calibri"/>
              </a:rPr>
              <a:t>Precision</a:t>
            </a:r>
            <a:endParaRPr sz="2000">
              <a:solidFill>
                <a:schemeClr val="dk1"/>
              </a:solidFill>
              <a:latin typeface="Calibri"/>
              <a:ea typeface="Calibri"/>
              <a:cs typeface="Calibri"/>
              <a:sym typeface="Calibri"/>
            </a:endParaRPr>
          </a:p>
        </p:txBody>
      </p:sp>
      <p:sp>
        <p:nvSpPr>
          <p:cNvPr id="1366" name="Google Shape;1366;p44"/>
          <p:cNvSpPr txBox="1"/>
          <p:nvPr/>
        </p:nvSpPr>
        <p:spPr>
          <a:xfrm>
            <a:off x="4069080" y="2304288"/>
            <a:ext cx="7315200" cy="822960"/>
          </a:xfrm>
          <a:prstGeom prst="rect">
            <a:avLst/>
          </a:prstGeom>
          <a:noFill/>
          <a:ln>
            <a:noFill/>
          </a:ln>
        </p:spPr>
        <p:txBody>
          <a:bodyPr spcFirstLastPara="1" wrap="square" lIns="0" tIns="0" rIns="0" bIns="0" anchor="ctr" anchorCtr="0">
            <a:noAutofit/>
          </a:bodyPr>
          <a:lstStyle/>
          <a:p>
            <a:pPr>
              <a:buClr>
                <a:schemeClr val="dk1"/>
              </a:buClr>
              <a:buSzPts val="1700"/>
            </a:pPr>
            <a:r>
              <a:rPr lang="en-US" sz="1733">
                <a:solidFill>
                  <a:schemeClr val="dk1"/>
                </a:solidFill>
                <a:latin typeface="Calibri"/>
                <a:ea typeface="Calibri"/>
                <a:cs typeface="Calibri"/>
                <a:sym typeface="Calibri"/>
              </a:rPr>
              <a:t>Use when false alarms are costly: of the cells I called blocked, how many really were?</a:t>
            </a:r>
            <a:endParaRPr sz="1733">
              <a:solidFill>
                <a:schemeClr val="dk1"/>
              </a:solidFill>
              <a:latin typeface="Calibri"/>
              <a:ea typeface="Calibri"/>
              <a:cs typeface="Calibri"/>
              <a:sym typeface="Calibri"/>
            </a:endParaRPr>
          </a:p>
        </p:txBody>
      </p:sp>
      <p:sp>
        <p:nvSpPr>
          <p:cNvPr id="1367" name="Google Shape;1367;p44"/>
          <p:cNvSpPr/>
          <p:nvPr/>
        </p:nvSpPr>
        <p:spPr>
          <a:xfrm>
            <a:off x="548640" y="3236976"/>
            <a:ext cx="11064240" cy="82296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68" name="Google Shape;1368;p44"/>
          <p:cNvSpPr/>
          <p:nvPr/>
        </p:nvSpPr>
        <p:spPr>
          <a:xfrm>
            <a:off x="777240" y="3511296"/>
            <a:ext cx="274320" cy="274320"/>
          </a:xfrm>
          <a:prstGeom prst="rect">
            <a:avLst/>
          </a:pr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69" name="Google Shape;1369;p44"/>
          <p:cNvSpPr txBox="1"/>
          <p:nvPr/>
        </p:nvSpPr>
        <p:spPr>
          <a:xfrm>
            <a:off x="1234440" y="3236976"/>
            <a:ext cx="2743200" cy="822960"/>
          </a:xfrm>
          <a:prstGeom prst="rect">
            <a:avLst/>
          </a:prstGeom>
          <a:noFill/>
          <a:ln>
            <a:noFill/>
          </a:ln>
        </p:spPr>
        <p:txBody>
          <a:bodyPr spcFirstLastPara="1" wrap="square" lIns="0" tIns="0" rIns="0" bIns="0" anchor="ctr" anchorCtr="0">
            <a:noAutofit/>
          </a:bodyPr>
          <a:lstStyle/>
          <a:p>
            <a:pPr>
              <a:buClr>
                <a:schemeClr val="dk1"/>
              </a:buClr>
              <a:buSzPts val="2000"/>
            </a:pPr>
            <a:r>
              <a:rPr lang="en-US" sz="2000" b="1">
                <a:solidFill>
                  <a:schemeClr val="dk1"/>
                </a:solidFill>
                <a:latin typeface="Calibri"/>
                <a:ea typeface="Calibri"/>
                <a:cs typeface="Calibri"/>
                <a:sym typeface="Calibri"/>
              </a:rPr>
              <a:t>Recall</a:t>
            </a:r>
            <a:endParaRPr sz="2000">
              <a:solidFill>
                <a:schemeClr val="dk1"/>
              </a:solidFill>
              <a:latin typeface="Calibri"/>
              <a:ea typeface="Calibri"/>
              <a:cs typeface="Calibri"/>
              <a:sym typeface="Calibri"/>
            </a:endParaRPr>
          </a:p>
        </p:txBody>
      </p:sp>
      <p:sp>
        <p:nvSpPr>
          <p:cNvPr id="1370" name="Google Shape;1370;p44"/>
          <p:cNvSpPr txBox="1"/>
          <p:nvPr/>
        </p:nvSpPr>
        <p:spPr>
          <a:xfrm>
            <a:off x="4069080" y="3236976"/>
            <a:ext cx="7315200" cy="822960"/>
          </a:xfrm>
          <a:prstGeom prst="rect">
            <a:avLst/>
          </a:prstGeom>
          <a:noFill/>
          <a:ln>
            <a:noFill/>
          </a:ln>
        </p:spPr>
        <p:txBody>
          <a:bodyPr spcFirstLastPara="1" wrap="square" lIns="0" tIns="0" rIns="0" bIns="0" anchor="ctr" anchorCtr="0">
            <a:noAutofit/>
          </a:bodyPr>
          <a:lstStyle/>
          <a:p>
            <a:pPr>
              <a:buClr>
                <a:schemeClr val="dk1"/>
              </a:buClr>
              <a:buSzPts val="1700"/>
            </a:pPr>
            <a:r>
              <a:rPr lang="en-US" sz="1733">
                <a:solidFill>
                  <a:schemeClr val="dk1"/>
                </a:solidFill>
                <a:latin typeface="Calibri"/>
                <a:ea typeface="Calibri"/>
                <a:cs typeface="Calibri"/>
                <a:sym typeface="Calibri"/>
              </a:rPr>
              <a:t>Use when misses are costly: of the cells that really are blocked, how many did I find?</a:t>
            </a:r>
            <a:endParaRPr sz="1733">
              <a:solidFill>
                <a:schemeClr val="dk1"/>
              </a:solidFill>
              <a:latin typeface="Calibri"/>
              <a:ea typeface="Calibri"/>
              <a:cs typeface="Calibri"/>
              <a:sym typeface="Calibri"/>
            </a:endParaRPr>
          </a:p>
        </p:txBody>
      </p:sp>
      <p:sp>
        <p:nvSpPr>
          <p:cNvPr id="1371" name="Google Shape;1371;p44"/>
          <p:cNvSpPr/>
          <p:nvPr/>
        </p:nvSpPr>
        <p:spPr>
          <a:xfrm>
            <a:off x="548640" y="4169664"/>
            <a:ext cx="11064240" cy="82296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72" name="Google Shape;1372;p44"/>
          <p:cNvSpPr/>
          <p:nvPr/>
        </p:nvSpPr>
        <p:spPr>
          <a:xfrm>
            <a:off x="777240" y="4443984"/>
            <a:ext cx="274320" cy="27432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73" name="Google Shape;1373;p44"/>
          <p:cNvSpPr txBox="1"/>
          <p:nvPr/>
        </p:nvSpPr>
        <p:spPr>
          <a:xfrm>
            <a:off x="1234440" y="4169664"/>
            <a:ext cx="2743200" cy="822960"/>
          </a:xfrm>
          <a:prstGeom prst="rect">
            <a:avLst/>
          </a:prstGeom>
          <a:noFill/>
          <a:ln>
            <a:noFill/>
          </a:ln>
        </p:spPr>
        <p:txBody>
          <a:bodyPr spcFirstLastPara="1" wrap="square" lIns="0" tIns="0" rIns="0" bIns="0" anchor="ctr" anchorCtr="0">
            <a:noAutofit/>
          </a:bodyPr>
          <a:lstStyle/>
          <a:p>
            <a:pPr>
              <a:buClr>
                <a:schemeClr val="dk1"/>
              </a:buClr>
              <a:buSzPts val="2000"/>
            </a:pPr>
            <a:r>
              <a:rPr lang="en-US" sz="2000" b="1">
                <a:solidFill>
                  <a:schemeClr val="dk1"/>
                </a:solidFill>
                <a:latin typeface="Calibri"/>
                <a:ea typeface="Calibri"/>
                <a:cs typeface="Calibri"/>
                <a:sym typeface="Calibri"/>
              </a:rPr>
              <a:t>F1 and macro F1</a:t>
            </a:r>
            <a:endParaRPr sz="2000">
              <a:solidFill>
                <a:schemeClr val="dk1"/>
              </a:solidFill>
              <a:latin typeface="Calibri"/>
              <a:ea typeface="Calibri"/>
              <a:cs typeface="Calibri"/>
              <a:sym typeface="Calibri"/>
            </a:endParaRPr>
          </a:p>
        </p:txBody>
      </p:sp>
      <p:sp>
        <p:nvSpPr>
          <p:cNvPr id="1374" name="Google Shape;1374;p44"/>
          <p:cNvSpPr txBox="1"/>
          <p:nvPr/>
        </p:nvSpPr>
        <p:spPr>
          <a:xfrm>
            <a:off x="4069080" y="4169664"/>
            <a:ext cx="7315200" cy="822960"/>
          </a:xfrm>
          <a:prstGeom prst="rect">
            <a:avLst/>
          </a:prstGeom>
          <a:noFill/>
          <a:ln>
            <a:noFill/>
          </a:ln>
        </p:spPr>
        <p:txBody>
          <a:bodyPr spcFirstLastPara="1" wrap="square" lIns="0" tIns="0" rIns="0" bIns="0" anchor="ctr" anchorCtr="0">
            <a:noAutofit/>
          </a:bodyPr>
          <a:lstStyle/>
          <a:p>
            <a:pPr>
              <a:buClr>
                <a:schemeClr val="dk1"/>
              </a:buClr>
              <a:buSzPts val="1700"/>
            </a:pPr>
            <a:r>
              <a:rPr lang="en-US" sz="1733">
                <a:solidFill>
                  <a:schemeClr val="dk1"/>
                </a:solidFill>
                <a:latin typeface="Calibri"/>
                <a:ea typeface="Calibri"/>
                <a:cs typeface="Calibri"/>
                <a:sym typeface="Calibri"/>
              </a:rPr>
              <a:t>One score that balances precision and recall. Macro F1 weights every class equally, so rare classes count.</a:t>
            </a:r>
            <a:endParaRPr sz="1733">
              <a:solidFill>
                <a:schemeClr val="dk1"/>
              </a:solidFill>
              <a:latin typeface="Calibri"/>
              <a:ea typeface="Calibri"/>
              <a:cs typeface="Calibri"/>
              <a:sym typeface="Calibri"/>
            </a:endParaRPr>
          </a:p>
        </p:txBody>
      </p:sp>
      <p:sp>
        <p:nvSpPr>
          <p:cNvPr id="1375" name="Google Shape;1375;p44"/>
          <p:cNvSpPr/>
          <p:nvPr/>
        </p:nvSpPr>
        <p:spPr>
          <a:xfrm>
            <a:off x="548640" y="5102352"/>
            <a:ext cx="11064240" cy="82296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76" name="Google Shape;1376;p44"/>
          <p:cNvSpPr/>
          <p:nvPr/>
        </p:nvSpPr>
        <p:spPr>
          <a:xfrm>
            <a:off x="777240" y="5376672"/>
            <a:ext cx="274320" cy="27432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endParaRPr sz="2400"/>
          </a:p>
        </p:txBody>
      </p:sp>
      <p:sp>
        <p:nvSpPr>
          <p:cNvPr id="1377" name="Google Shape;1377;p44"/>
          <p:cNvSpPr txBox="1"/>
          <p:nvPr/>
        </p:nvSpPr>
        <p:spPr>
          <a:xfrm>
            <a:off x="1234440" y="5102352"/>
            <a:ext cx="2743200" cy="822960"/>
          </a:xfrm>
          <a:prstGeom prst="rect">
            <a:avLst/>
          </a:prstGeom>
          <a:noFill/>
          <a:ln>
            <a:noFill/>
          </a:ln>
        </p:spPr>
        <p:txBody>
          <a:bodyPr spcFirstLastPara="1" wrap="square" lIns="0" tIns="0" rIns="0" bIns="0" anchor="ctr" anchorCtr="0">
            <a:noAutofit/>
          </a:bodyPr>
          <a:lstStyle/>
          <a:p>
            <a:pPr>
              <a:buClr>
                <a:schemeClr val="dk1"/>
              </a:buClr>
              <a:buSzPts val="2000"/>
            </a:pPr>
            <a:r>
              <a:rPr lang="en-US" sz="2000" b="1">
                <a:solidFill>
                  <a:schemeClr val="dk1"/>
                </a:solidFill>
                <a:latin typeface="Calibri"/>
                <a:ea typeface="Calibri"/>
                <a:cs typeface="Calibri"/>
                <a:sym typeface="Calibri"/>
              </a:rPr>
              <a:t>Threshold and error analysis</a:t>
            </a:r>
            <a:endParaRPr sz="2000">
              <a:solidFill>
                <a:schemeClr val="dk1"/>
              </a:solidFill>
              <a:latin typeface="Calibri"/>
              <a:ea typeface="Calibri"/>
              <a:cs typeface="Calibri"/>
              <a:sym typeface="Calibri"/>
            </a:endParaRPr>
          </a:p>
        </p:txBody>
      </p:sp>
      <p:sp>
        <p:nvSpPr>
          <p:cNvPr id="1378" name="Google Shape;1378;p44"/>
          <p:cNvSpPr txBox="1"/>
          <p:nvPr/>
        </p:nvSpPr>
        <p:spPr>
          <a:xfrm>
            <a:off x="4069080" y="5102352"/>
            <a:ext cx="7315200" cy="822960"/>
          </a:xfrm>
          <a:prstGeom prst="rect">
            <a:avLst/>
          </a:prstGeom>
          <a:noFill/>
          <a:ln>
            <a:noFill/>
          </a:ln>
        </p:spPr>
        <p:txBody>
          <a:bodyPr spcFirstLastPara="1" wrap="square" lIns="0" tIns="0" rIns="0" bIns="0" anchor="ctr" anchorCtr="0">
            <a:noAutofit/>
          </a:bodyPr>
          <a:lstStyle/>
          <a:p>
            <a:pPr>
              <a:buClr>
                <a:schemeClr val="dk1"/>
              </a:buClr>
              <a:buSzPts val="1700"/>
            </a:pPr>
            <a:r>
              <a:rPr lang="en-US" sz="1733">
                <a:solidFill>
                  <a:schemeClr val="dk1"/>
                </a:solidFill>
                <a:latin typeface="Calibri"/>
                <a:ea typeface="Calibri"/>
                <a:cs typeface="Calibri"/>
                <a:sym typeface="Calibri"/>
              </a:rPr>
              <a:t>Tune t to the cost of each mistake, then study where and why the remaining errors happen.</a:t>
            </a:r>
            <a:endParaRPr sz="1733">
              <a:solidFill>
                <a:schemeClr val="dk1"/>
              </a:solidFill>
              <a:latin typeface="Calibri"/>
              <a:ea typeface="Calibri"/>
              <a:cs typeface="Calibri"/>
              <a:sym typeface="Calibri"/>
            </a:endParaRPr>
          </a:p>
        </p:txBody>
      </p:sp>
      <p:sp>
        <p:nvSpPr>
          <p:cNvPr id="1379" name="Google Shape;1379;p44"/>
          <p:cNvSpPr txBox="1">
            <a:spLocks noGrp="1"/>
          </p:cNvSpPr>
          <p:nvPr>
            <p:ph type="sldNum" idx="4294967295"/>
          </p:nvPr>
        </p:nvSpPr>
        <p:spPr>
          <a:xfrm>
            <a:off x="8161020" y="4786884"/>
            <a:ext cx="569214" cy="1920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1pPr>
            <a:lvl2pPr marL="0" marR="0" lvl="1"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2pPr>
            <a:lvl3pPr marL="0" marR="0" lvl="2"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3pPr>
            <a:lvl4pPr marL="0" marR="0" lvl="3"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4pPr>
            <a:lvl5pPr marL="0" marR="0" lvl="4"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5pPr>
            <a:lvl6pPr marL="0" marR="0" lvl="5"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6pPr>
            <a:lvl7pPr marL="0" marR="0" lvl="6"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7pPr>
            <a:lvl8pPr marL="0" marR="0" lvl="7"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8pPr>
            <a:lvl9pPr marL="0" marR="0" lvl="8" indent="0" algn="r" rtl="0">
              <a:lnSpc>
                <a:spcPct val="100000"/>
              </a:lnSpc>
              <a:spcBef>
                <a:spcPts val="0"/>
              </a:spcBef>
              <a:spcAft>
                <a:spcPts val="0"/>
              </a:spcAft>
              <a:buClr>
                <a:srgbClr val="1B1F3B"/>
              </a:buClr>
              <a:buFont typeface="Arial"/>
              <a:buNone/>
              <a:defRPr sz="800" b="0" i="0" u="none" strike="noStrike" cap="none" spc="0">
                <a:solidFill>
                  <a:schemeClr val="accent5"/>
                </a:solidFill>
                <a:latin typeface="Calibri"/>
                <a:ea typeface="Calibri"/>
                <a:cs typeface="Calibri"/>
                <a:sym typeface="Calibri"/>
              </a:defRPr>
            </a:lvl9pPr>
          </a:lstStyle>
          <a:p>
            <a:pPr algn="r"/>
            <a:fld id="{00000000-1234-1234-1234-123412341234}" type="slidenum">
              <a:rPr lang="en-US" smtClean="0"/>
              <a:pPr algn="r"/>
              <a:t>66</a:t>
            </a:fld>
            <a:endParaRPr sz="1067">
              <a:solidFill>
                <a:schemeClr val="accent5"/>
              </a:solidFill>
              <a:latin typeface="Calibri"/>
              <a:ea typeface="Calibri"/>
              <a:cs typeface="Calibri"/>
              <a:sym typeface="Calibri"/>
            </a:endParaRPr>
          </a:p>
        </p:txBody>
      </p:sp>
    </p:spTree>
    <p:extLst>
      <p:ext uri="{BB962C8B-B14F-4D97-AF65-F5344CB8AC3E}">
        <p14:creationId xmlns:p14="http://schemas.microsoft.com/office/powerpoint/2010/main" val="21807301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9" name="Rectangle 98"/>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sz="2400">
              <a:solidFill>
                <a:srgbClr val="FFFFFF"/>
              </a:solidFill>
              <a:latin typeface="Calibri"/>
            </a:endParaRPr>
          </a:p>
        </p:txBody>
      </p:sp>
      <p:sp>
        <p:nvSpPr>
          <p:cNvPr id="2" name="Rectangle 1">
            <a:extLst>
              <a:ext uri="{FF2B5EF4-FFF2-40B4-BE49-F238E27FC236}">
                <a16:creationId xmlns:a16="http://schemas.microsoft.com/office/drawing/2014/main" id="{06F21D04-DCEC-4151-B6F0-D1F94512BF09}"/>
              </a:ext>
            </a:extLst>
          </p:cNvPr>
          <p:cNvSpPr>
            <a:spLocks noGrp="1"/>
          </p:cNvSpPr>
          <p:nvPr/>
        </p:nvSpPr>
        <p:spPr>
          <a:xfrm>
            <a:off x="731520" y="365760"/>
            <a:ext cx="10728960" cy="853440"/>
          </a:xfrm>
          <a:prstGeom prst="rect">
            <a:avLst/>
          </a:prstGeom>
          <a:noFill/>
          <a:ln w="0">
            <a:noFill/>
            <a:prstDash val="solid"/>
          </a:ln>
        </p:spPr>
        <p:txBody>
          <a:bodyPr wrap="square" lIns="0" tIns="0" rIns="0" bIns="0" anchor="ctr">
            <a:noAutofit/>
          </a:bodyPr>
          <a:lstStyle>
            <a:defPPr algn="l">
              <a:defRPr sz="2350" b="1">
                <a:solidFill>
                  <a:srgbClr val="1B1F3B"/>
                </a:solidFill>
                <a:latin typeface="Calibri"/>
                <a:ea typeface="Calibri"/>
                <a:cs typeface="Calibri"/>
              </a:defRPr>
            </a:defPPr>
            <a:lvl1pPr algn="l">
              <a:defRPr sz="2350" b="1">
                <a:solidFill>
                  <a:srgbClr val="1B1F3B"/>
                </a:solidFill>
                <a:latin typeface="Calibri"/>
                <a:ea typeface="Calibri"/>
                <a:cs typeface="Calibri"/>
              </a:defRPr>
            </a:lvl1pPr>
            <a:lvl2pPr algn="l">
              <a:defRPr sz="2350" b="1">
                <a:solidFill>
                  <a:srgbClr val="1B1F3B"/>
                </a:solidFill>
                <a:latin typeface="Calibri"/>
                <a:ea typeface="Calibri"/>
                <a:cs typeface="Calibri"/>
              </a:defRPr>
            </a:lvl2pPr>
            <a:lvl3pPr algn="l">
              <a:defRPr sz="2350" b="1">
                <a:solidFill>
                  <a:srgbClr val="1B1F3B"/>
                </a:solidFill>
                <a:latin typeface="Calibri"/>
                <a:ea typeface="Calibri"/>
                <a:cs typeface="Calibri"/>
              </a:defRPr>
            </a:lvl3pPr>
            <a:lvl4pPr algn="l">
              <a:defRPr sz="2350" b="1">
                <a:solidFill>
                  <a:srgbClr val="1B1F3B"/>
                </a:solidFill>
                <a:latin typeface="Calibri"/>
                <a:ea typeface="Calibri"/>
                <a:cs typeface="Calibri"/>
              </a:defRPr>
            </a:lvl4pPr>
            <a:lvl5pPr algn="l">
              <a:defRPr sz="2350" b="1">
                <a:solidFill>
                  <a:srgbClr val="1B1F3B"/>
                </a:solidFill>
                <a:latin typeface="Calibri"/>
                <a:ea typeface="Calibri"/>
                <a:cs typeface="Calibri"/>
              </a:defRPr>
            </a:lvl5pPr>
            <a:lvl6pPr algn="l">
              <a:defRPr sz="2350" b="1">
                <a:solidFill>
                  <a:srgbClr val="1B1F3B"/>
                </a:solidFill>
                <a:latin typeface="Calibri"/>
                <a:ea typeface="Calibri"/>
                <a:cs typeface="Calibri"/>
              </a:defRPr>
            </a:lvl6pPr>
            <a:lvl7pPr algn="l">
              <a:defRPr sz="2350" b="1">
                <a:solidFill>
                  <a:srgbClr val="1B1F3B"/>
                </a:solidFill>
                <a:latin typeface="Calibri"/>
                <a:ea typeface="Calibri"/>
                <a:cs typeface="Calibri"/>
              </a:defRPr>
            </a:lvl7pPr>
            <a:lvl8pPr algn="l">
              <a:defRPr sz="2350" b="1">
                <a:solidFill>
                  <a:srgbClr val="1B1F3B"/>
                </a:solidFill>
                <a:latin typeface="Calibri"/>
                <a:ea typeface="Calibri"/>
                <a:cs typeface="Calibri"/>
              </a:defRPr>
            </a:lvl8pPr>
            <a:lvl9pPr algn="l">
              <a:defRPr sz="2350" b="1">
                <a:solidFill>
                  <a:srgbClr val="1B1F3B"/>
                </a:solidFill>
                <a:latin typeface="Calibri"/>
                <a:ea typeface="Calibri"/>
                <a:cs typeface="Calibri"/>
              </a:defRPr>
            </a:lvl9pPr>
          </a:lstStyle>
          <a:p>
            <a:pPr defTabSz="1219170">
              <a:defRPr sz="2350" b="1">
                <a:solidFill>
                  <a:srgbClr val="1B1F3B"/>
                </a:solidFill>
                <a:latin typeface="Calibri"/>
                <a:ea typeface="Calibri"/>
                <a:cs typeface="Calibri"/>
              </a:defRPr>
            </a:pPr>
            <a:r>
              <a:rPr sz="3733"/>
              <a:t>Choosing a route</a:t>
            </a:r>
          </a:p>
        </p:txBody>
      </p:sp>
      <p:sp>
        <p:nvSpPr>
          <p:cNvPr id="3" name="Rectangle 2">
            <a:extLst>
              <a:ext uri="{FF2B5EF4-FFF2-40B4-BE49-F238E27FC236}">
                <a16:creationId xmlns:a16="http://schemas.microsoft.com/office/drawing/2014/main" id="{3FB107E2-B44E-4AEE-933E-755B59630BB8}"/>
              </a:ext>
            </a:extLst>
          </p:cNvPr>
          <p:cNvSpPr>
            <a:spLocks noGrp="1"/>
          </p:cNvSpPr>
          <p:nvPr/>
        </p:nvSpPr>
        <p:spPr>
          <a:xfrm>
            <a:off x="609601" y="6229350"/>
            <a:ext cx="9334500" cy="266700"/>
          </a:xfrm>
          <a:prstGeom prst="rect">
            <a:avLst/>
          </a:prstGeom>
          <a:noFill/>
          <a:ln w="0">
            <a:noFill/>
            <a:prstDash val="solid"/>
          </a:ln>
        </p:spPr>
        <p:txBody>
          <a:bodyPr wrap="square" lIns="0" tIns="0" rIns="0" bIns="0" anchor="ctr">
            <a:noAutofit/>
          </a:bodyPr>
          <a:lstStyle>
            <a:defPPr algn="l">
              <a:defRPr sz="950" b="0">
                <a:solidFill>
                  <a:srgbClr val="4A4F6A"/>
                </a:solidFill>
                <a:latin typeface="Calibri"/>
                <a:ea typeface="Calibri"/>
                <a:cs typeface="Calibri"/>
              </a:defRPr>
            </a:defPPr>
            <a:lvl1pPr algn="l">
              <a:defRPr sz="950" b="0">
                <a:solidFill>
                  <a:srgbClr val="4A4F6A"/>
                </a:solidFill>
                <a:latin typeface="Calibri"/>
                <a:ea typeface="Calibri"/>
                <a:cs typeface="Calibri"/>
              </a:defRPr>
            </a:lvl1pPr>
            <a:lvl2pPr algn="l">
              <a:defRPr sz="950" b="0">
                <a:solidFill>
                  <a:srgbClr val="4A4F6A"/>
                </a:solidFill>
                <a:latin typeface="Calibri"/>
                <a:ea typeface="Calibri"/>
                <a:cs typeface="Calibri"/>
              </a:defRPr>
            </a:lvl2pPr>
            <a:lvl3pPr algn="l">
              <a:defRPr sz="950" b="0">
                <a:solidFill>
                  <a:srgbClr val="4A4F6A"/>
                </a:solidFill>
                <a:latin typeface="Calibri"/>
                <a:ea typeface="Calibri"/>
                <a:cs typeface="Calibri"/>
              </a:defRPr>
            </a:lvl3pPr>
            <a:lvl4pPr algn="l">
              <a:defRPr sz="950" b="0">
                <a:solidFill>
                  <a:srgbClr val="4A4F6A"/>
                </a:solidFill>
                <a:latin typeface="Calibri"/>
                <a:ea typeface="Calibri"/>
                <a:cs typeface="Calibri"/>
              </a:defRPr>
            </a:lvl4pPr>
            <a:lvl5pPr algn="l">
              <a:defRPr sz="950" b="0">
                <a:solidFill>
                  <a:srgbClr val="4A4F6A"/>
                </a:solidFill>
                <a:latin typeface="Calibri"/>
                <a:ea typeface="Calibri"/>
                <a:cs typeface="Calibri"/>
              </a:defRPr>
            </a:lvl5pPr>
            <a:lvl6pPr algn="l">
              <a:defRPr sz="950" b="0">
                <a:solidFill>
                  <a:srgbClr val="4A4F6A"/>
                </a:solidFill>
                <a:latin typeface="Calibri"/>
                <a:ea typeface="Calibri"/>
                <a:cs typeface="Calibri"/>
              </a:defRPr>
            </a:lvl6pPr>
            <a:lvl7pPr algn="l">
              <a:defRPr sz="950" b="0">
                <a:solidFill>
                  <a:srgbClr val="4A4F6A"/>
                </a:solidFill>
                <a:latin typeface="Calibri"/>
                <a:ea typeface="Calibri"/>
                <a:cs typeface="Calibri"/>
              </a:defRPr>
            </a:lvl7pPr>
            <a:lvl8pPr algn="l">
              <a:defRPr sz="950" b="0">
                <a:solidFill>
                  <a:srgbClr val="4A4F6A"/>
                </a:solidFill>
                <a:latin typeface="Calibri"/>
                <a:ea typeface="Calibri"/>
                <a:cs typeface="Calibri"/>
              </a:defRPr>
            </a:lvl8pPr>
            <a:lvl9pPr algn="l">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5  Cost and blocking policy</a:t>
            </a:r>
          </a:p>
        </p:txBody>
      </p:sp>
      <p:sp>
        <p:nvSpPr>
          <p:cNvPr id="4" name="Rectangle 3">
            <a:extLst>
              <a:ext uri="{FF2B5EF4-FFF2-40B4-BE49-F238E27FC236}">
                <a16:creationId xmlns:a16="http://schemas.microsoft.com/office/drawing/2014/main" id="{B372C6E3-17E0-4531-93DF-73E0E5ABB915}"/>
              </a:ext>
            </a:extLst>
          </p:cNvPr>
          <p:cNvSpPr>
            <a:spLocks noGrp="1"/>
          </p:cNvSpPr>
          <p:nvPr/>
        </p:nvSpPr>
        <p:spPr>
          <a:xfrm>
            <a:off x="10953750" y="6229350"/>
            <a:ext cx="619125" cy="266700"/>
          </a:xfrm>
          <a:prstGeom prst="rect">
            <a:avLst/>
          </a:prstGeom>
          <a:noFill/>
          <a:ln w="0">
            <a:noFill/>
            <a:prstDash val="solid"/>
          </a:ln>
        </p:spPr>
        <p:txBody>
          <a:bodyPr wrap="square" lIns="0" tIns="0" rIns="0" bIns="0" anchor="ctr">
            <a:noAutofit/>
          </a:bodyPr>
          <a:lstStyle>
            <a:defPPr algn="r">
              <a:defRPr sz="950" b="0">
                <a:solidFill>
                  <a:srgbClr val="4A4F6A"/>
                </a:solidFill>
                <a:latin typeface="Calibri"/>
                <a:ea typeface="Calibri"/>
                <a:cs typeface="Calibri"/>
              </a:defRPr>
            </a:defPPr>
            <a:lvl1pPr algn="r">
              <a:defRPr sz="950" b="0">
                <a:solidFill>
                  <a:srgbClr val="4A4F6A"/>
                </a:solidFill>
                <a:latin typeface="Calibri"/>
                <a:ea typeface="Calibri"/>
                <a:cs typeface="Calibri"/>
              </a:defRPr>
            </a:lvl1pPr>
            <a:lvl2pPr algn="r">
              <a:defRPr sz="950" b="0">
                <a:solidFill>
                  <a:srgbClr val="4A4F6A"/>
                </a:solidFill>
                <a:latin typeface="Calibri"/>
                <a:ea typeface="Calibri"/>
                <a:cs typeface="Calibri"/>
              </a:defRPr>
            </a:lvl2pPr>
            <a:lvl3pPr algn="r">
              <a:defRPr sz="950" b="0">
                <a:solidFill>
                  <a:srgbClr val="4A4F6A"/>
                </a:solidFill>
                <a:latin typeface="Calibri"/>
                <a:ea typeface="Calibri"/>
                <a:cs typeface="Calibri"/>
              </a:defRPr>
            </a:lvl3pPr>
            <a:lvl4pPr algn="r">
              <a:defRPr sz="950" b="0">
                <a:solidFill>
                  <a:srgbClr val="4A4F6A"/>
                </a:solidFill>
                <a:latin typeface="Calibri"/>
                <a:ea typeface="Calibri"/>
                <a:cs typeface="Calibri"/>
              </a:defRPr>
            </a:lvl4pPr>
            <a:lvl5pPr algn="r">
              <a:defRPr sz="950" b="0">
                <a:solidFill>
                  <a:srgbClr val="4A4F6A"/>
                </a:solidFill>
                <a:latin typeface="Calibri"/>
                <a:ea typeface="Calibri"/>
                <a:cs typeface="Calibri"/>
              </a:defRPr>
            </a:lvl5pPr>
            <a:lvl6pPr algn="r">
              <a:defRPr sz="950" b="0">
                <a:solidFill>
                  <a:srgbClr val="4A4F6A"/>
                </a:solidFill>
                <a:latin typeface="Calibri"/>
                <a:ea typeface="Calibri"/>
                <a:cs typeface="Calibri"/>
              </a:defRPr>
            </a:lvl6pPr>
            <a:lvl7pPr algn="r">
              <a:defRPr sz="950" b="0">
                <a:solidFill>
                  <a:srgbClr val="4A4F6A"/>
                </a:solidFill>
                <a:latin typeface="Calibri"/>
                <a:ea typeface="Calibri"/>
                <a:cs typeface="Calibri"/>
              </a:defRPr>
            </a:lvl7pPr>
            <a:lvl8pPr algn="r">
              <a:defRPr sz="950" b="0">
                <a:solidFill>
                  <a:srgbClr val="4A4F6A"/>
                </a:solidFill>
                <a:latin typeface="Calibri"/>
                <a:ea typeface="Calibri"/>
                <a:cs typeface="Calibri"/>
              </a:defRPr>
            </a:lvl8pPr>
            <a:lvl9pPr algn="r">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01</a:t>
            </a:r>
          </a:p>
        </p:txBody>
      </p:sp>
      <p:sp>
        <p:nvSpPr>
          <p:cNvPr id="5" name="Rectangle 4">
            <a:extLst>
              <a:ext uri="{FF2B5EF4-FFF2-40B4-BE49-F238E27FC236}">
                <a16:creationId xmlns:a16="http://schemas.microsoft.com/office/drawing/2014/main" id="{E83A6DCC-D766-4F3C-93A4-A0BD385A4246}"/>
              </a:ext>
            </a:extLst>
          </p:cNvPr>
          <p:cNvSpPr>
            <a:spLocks noGrp="1"/>
          </p:cNvSpPr>
          <p:nvPr/>
        </p:nvSpPr>
        <p:spPr>
          <a:xfrm>
            <a:off x="762001" y="1714501"/>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6" name="Rectangle 5">
            <a:extLst>
              <a:ext uri="{FF2B5EF4-FFF2-40B4-BE49-F238E27FC236}">
                <a16:creationId xmlns:a16="http://schemas.microsoft.com/office/drawing/2014/main" id="{4E5157EC-804F-45D9-B1A1-E8CEA5802BFF}"/>
              </a:ext>
            </a:extLst>
          </p:cNvPr>
          <p:cNvSpPr>
            <a:spLocks noGrp="1"/>
          </p:cNvSpPr>
          <p:nvPr/>
        </p:nvSpPr>
        <p:spPr>
          <a:xfrm>
            <a:off x="1428750" y="1714501"/>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7" name="Rectangle 6">
            <a:extLst>
              <a:ext uri="{FF2B5EF4-FFF2-40B4-BE49-F238E27FC236}">
                <a16:creationId xmlns:a16="http://schemas.microsoft.com/office/drawing/2014/main" id="{31FED6E6-8358-4BD0-9BCC-D36E705C57C7}"/>
              </a:ext>
            </a:extLst>
          </p:cNvPr>
          <p:cNvSpPr>
            <a:spLocks noGrp="1"/>
          </p:cNvSpPr>
          <p:nvPr/>
        </p:nvSpPr>
        <p:spPr>
          <a:xfrm>
            <a:off x="2095501" y="1714501"/>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8" name="Rectangle 7">
            <a:extLst>
              <a:ext uri="{FF2B5EF4-FFF2-40B4-BE49-F238E27FC236}">
                <a16:creationId xmlns:a16="http://schemas.microsoft.com/office/drawing/2014/main" id="{B27D8412-E645-4A2A-A43C-CA07EA6889CB}"/>
              </a:ext>
            </a:extLst>
          </p:cNvPr>
          <p:cNvSpPr>
            <a:spLocks noGrp="1"/>
          </p:cNvSpPr>
          <p:nvPr/>
        </p:nvSpPr>
        <p:spPr>
          <a:xfrm>
            <a:off x="2762251" y="1714501"/>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9" name="Rectangle 8">
            <a:extLst>
              <a:ext uri="{FF2B5EF4-FFF2-40B4-BE49-F238E27FC236}">
                <a16:creationId xmlns:a16="http://schemas.microsoft.com/office/drawing/2014/main" id="{74D7E68C-03D2-4B6F-8A77-23AF22A34938}"/>
              </a:ext>
            </a:extLst>
          </p:cNvPr>
          <p:cNvSpPr>
            <a:spLocks noGrp="1"/>
          </p:cNvSpPr>
          <p:nvPr/>
        </p:nvSpPr>
        <p:spPr>
          <a:xfrm>
            <a:off x="3429001" y="1714501"/>
            <a:ext cx="638175" cy="638175"/>
          </a:xfrm>
          <a:prstGeom prst="rect">
            <a:avLst/>
          </a:prstGeom>
          <a:solidFill>
            <a:srgbClr val="FBE5E5"/>
          </a:solidFill>
          <a:ln w="7144">
            <a:solidFill>
              <a:srgbClr val="FFFFFF"/>
            </a:solidFill>
            <a:prstDash val="solid"/>
          </a:ln>
        </p:spPr>
        <p:txBody>
          <a:bodyPr/>
          <a:lstStyle/>
          <a:p>
            <a:pPr defTabSz="1219170"/>
            <a:endParaRPr sz="2400">
              <a:solidFill>
                <a:srgbClr val="1B1F3B"/>
              </a:solidFill>
              <a:latin typeface="Calibri"/>
            </a:endParaRPr>
          </a:p>
        </p:txBody>
      </p:sp>
      <p:sp>
        <p:nvSpPr>
          <p:cNvPr id="10" name="Rectangle 9">
            <a:extLst>
              <a:ext uri="{FF2B5EF4-FFF2-40B4-BE49-F238E27FC236}">
                <a16:creationId xmlns:a16="http://schemas.microsoft.com/office/drawing/2014/main" id="{419664A6-6AAE-4FDB-9369-AC2A3BB55CA0}"/>
              </a:ext>
            </a:extLst>
          </p:cNvPr>
          <p:cNvSpPr>
            <a:spLocks noGrp="1"/>
          </p:cNvSpPr>
          <p:nvPr/>
        </p:nvSpPr>
        <p:spPr>
          <a:xfrm>
            <a:off x="3429001" y="1714501"/>
            <a:ext cx="638175" cy="638175"/>
          </a:xfrm>
          <a:prstGeom prst="rect">
            <a:avLst/>
          </a:prstGeom>
          <a:noFill/>
          <a:ln w="0">
            <a:noFill/>
            <a:prstDash val="solid"/>
          </a:ln>
        </p:spPr>
        <p:txBody>
          <a:bodyPr wrap="square" lIns="0" tIns="0" rIns="0" bIns="0" anchor="ctr">
            <a:noAutofit/>
          </a:bodyPr>
          <a:lstStyle>
            <a:defPPr algn="ctr">
              <a:defRPr sz="1850" b="1">
                <a:solidFill>
                  <a:srgbClr val="E55B5B"/>
                </a:solidFill>
                <a:latin typeface="Calibri"/>
                <a:ea typeface="Calibri"/>
                <a:cs typeface="Calibri"/>
              </a:defRPr>
            </a:defPPr>
            <a:lvl1pPr algn="ctr">
              <a:defRPr sz="1850" b="1">
                <a:solidFill>
                  <a:srgbClr val="E55B5B"/>
                </a:solidFill>
                <a:latin typeface="Calibri"/>
                <a:ea typeface="Calibri"/>
                <a:cs typeface="Calibri"/>
              </a:defRPr>
            </a:lvl1pPr>
            <a:lvl2pPr algn="ctr">
              <a:defRPr sz="1850" b="1">
                <a:solidFill>
                  <a:srgbClr val="E55B5B"/>
                </a:solidFill>
                <a:latin typeface="Calibri"/>
                <a:ea typeface="Calibri"/>
                <a:cs typeface="Calibri"/>
              </a:defRPr>
            </a:lvl2pPr>
            <a:lvl3pPr algn="ctr">
              <a:defRPr sz="1850" b="1">
                <a:solidFill>
                  <a:srgbClr val="E55B5B"/>
                </a:solidFill>
                <a:latin typeface="Calibri"/>
                <a:ea typeface="Calibri"/>
                <a:cs typeface="Calibri"/>
              </a:defRPr>
            </a:lvl3pPr>
            <a:lvl4pPr algn="ctr">
              <a:defRPr sz="1850" b="1">
                <a:solidFill>
                  <a:srgbClr val="E55B5B"/>
                </a:solidFill>
                <a:latin typeface="Calibri"/>
                <a:ea typeface="Calibri"/>
                <a:cs typeface="Calibri"/>
              </a:defRPr>
            </a:lvl4pPr>
            <a:lvl5pPr algn="ctr">
              <a:defRPr sz="1850" b="1">
                <a:solidFill>
                  <a:srgbClr val="E55B5B"/>
                </a:solidFill>
                <a:latin typeface="Calibri"/>
                <a:ea typeface="Calibri"/>
                <a:cs typeface="Calibri"/>
              </a:defRPr>
            </a:lvl5pPr>
            <a:lvl6pPr algn="ctr">
              <a:defRPr sz="1850" b="1">
                <a:solidFill>
                  <a:srgbClr val="E55B5B"/>
                </a:solidFill>
                <a:latin typeface="Calibri"/>
                <a:ea typeface="Calibri"/>
                <a:cs typeface="Calibri"/>
              </a:defRPr>
            </a:lvl6pPr>
            <a:lvl7pPr algn="ctr">
              <a:defRPr sz="1850" b="1">
                <a:solidFill>
                  <a:srgbClr val="E55B5B"/>
                </a:solidFill>
                <a:latin typeface="Calibri"/>
                <a:ea typeface="Calibri"/>
                <a:cs typeface="Calibri"/>
              </a:defRPr>
            </a:lvl7pPr>
            <a:lvl8pPr algn="ctr">
              <a:defRPr sz="1850" b="1">
                <a:solidFill>
                  <a:srgbClr val="E55B5B"/>
                </a:solidFill>
                <a:latin typeface="Calibri"/>
                <a:ea typeface="Calibri"/>
                <a:cs typeface="Calibri"/>
              </a:defRPr>
            </a:lvl8pPr>
            <a:lvl9pPr algn="ctr">
              <a:defRPr sz="1850" b="1">
                <a:solidFill>
                  <a:srgbClr val="E55B5B"/>
                </a:solidFill>
                <a:latin typeface="Calibri"/>
                <a:ea typeface="Calibri"/>
                <a:cs typeface="Calibri"/>
              </a:defRPr>
            </a:lvl9pPr>
          </a:lstStyle>
          <a:p>
            <a:pPr defTabSz="1219170">
              <a:defRPr sz="1850" b="1">
                <a:solidFill>
                  <a:srgbClr val="E55B5B"/>
                </a:solidFill>
                <a:latin typeface="Calibri"/>
                <a:ea typeface="Calibri"/>
                <a:cs typeface="Calibri"/>
              </a:defRPr>
            </a:pPr>
            <a:r>
              <a:rPr sz="2467"/>
              <a:t>×</a:t>
            </a:r>
          </a:p>
        </p:txBody>
      </p:sp>
      <p:sp>
        <p:nvSpPr>
          <p:cNvPr id="11" name="Rectangle 10">
            <a:extLst>
              <a:ext uri="{FF2B5EF4-FFF2-40B4-BE49-F238E27FC236}">
                <a16:creationId xmlns:a16="http://schemas.microsoft.com/office/drawing/2014/main" id="{00EBADD9-D524-4B4F-BC22-45F919E9383F}"/>
              </a:ext>
            </a:extLst>
          </p:cNvPr>
          <p:cNvSpPr>
            <a:spLocks noGrp="1"/>
          </p:cNvSpPr>
          <p:nvPr/>
        </p:nvSpPr>
        <p:spPr>
          <a:xfrm>
            <a:off x="4095750" y="1714501"/>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2" name="Rectangle 11">
            <a:extLst>
              <a:ext uri="{FF2B5EF4-FFF2-40B4-BE49-F238E27FC236}">
                <a16:creationId xmlns:a16="http://schemas.microsoft.com/office/drawing/2014/main" id="{75A061F3-CCF2-44E9-BC32-924BE5D85D3C}"/>
              </a:ext>
            </a:extLst>
          </p:cNvPr>
          <p:cNvSpPr>
            <a:spLocks noGrp="1"/>
          </p:cNvSpPr>
          <p:nvPr/>
        </p:nvSpPr>
        <p:spPr>
          <a:xfrm>
            <a:off x="4762501" y="1714501"/>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3" name="Rectangle 12">
            <a:extLst>
              <a:ext uri="{FF2B5EF4-FFF2-40B4-BE49-F238E27FC236}">
                <a16:creationId xmlns:a16="http://schemas.microsoft.com/office/drawing/2014/main" id="{C42B3116-2835-44B8-B0AA-0D65F1BDBD04}"/>
              </a:ext>
            </a:extLst>
          </p:cNvPr>
          <p:cNvSpPr>
            <a:spLocks noGrp="1"/>
          </p:cNvSpPr>
          <p:nvPr/>
        </p:nvSpPr>
        <p:spPr>
          <a:xfrm>
            <a:off x="762001" y="2381251"/>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4" name="Rectangle 13">
            <a:extLst>
              <a:ext uri="{FF2B5EF4-FFF2-40B4-BE49-F238E27FC236}">
                <a16:creationId xmlns:a16="http://schemas.microsoft.com/office/drawing/2014/main" id="{6179F741-1ABC-402E-8420-AD0F01FB2973}"/>
              </a:ext>
            </a:extLst>
          </p:cNvPr>
          <p:cNvSpPr>
            <a:spLocks noGrp="1"/>
          </p:cNvSpPr>
          <p:nvPr/>
        </p:nvSpPr>
        <p:spPr>
          <a:xfrm>
            <a:off x="1428750" y="2381251"/>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5" name="Rectangle 14">
            <a:extLst>
              <a:ext uri="{FF2B5EF4-FFF2-40B4-BE49-F238E27FC236}">
                <a16:creationId xmlns:a16="http://schemas.microsoft.com/office/drawing/2014/main" id="{12F46099-389A-400F-B90E-32EB079FF49D}"/>
              </a:ext>
            </a:extLst>
          </p:cNvPr>
          <p:cNvSpPr>
            <a:spLocks noGrp="1"/>
          </p:cNvSpPr>
          <p:nvPr/>
        </p:nvSpPr>
        <p:spPr>
          <a:xfrm>
            <a:off x="2095501" y="2381251"/>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6" name="Rectangle 15">
            <a:extLst>
              <a:ext uri="{FF2B5EF4-FFF2-40B4-BE49-F238E27FC236}">
                <a16:creationId xmlns:a16="http://schemas.microsoft.com/office/drawing/2014/main" id="{D16E8817-E7BD-4F0C-95CC-B4DBC62287DB}"/>
              </a:ext>
            </a:extLst>
          </p:cNvPr>
          <p:cNvSpPr>
            <a:spLocks noGrp="1"/>
          </p:cNvSpPr>
          <p:nvPr/>
        </p:nvSpPr>
        <p:spPr>
          <a:xfrm>
            <a:off x="2762251" y="2381251"/>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7" name="Rectangle 16">
            <a:extLst>
              <a:ext uri="{FF2B5EF4-FFF2-40B4-BE49-F238E27FC236}">
                <a16:creationId xmlns:a16="http://schemas.microsoft.com/office/drawing/2014/main" id="{6E87FE6B-D2C4-4951-9E09-5D23426AB449}"/>
              </a:ext>
            </a:extLst>
          </p:cNvPr>
          <p:cNvSpPr>
            <a:spLocks noGrp="1"/>
          </p:cNvSpPr>
          <p:nvPr/>
        </p:nvSpPr>
        <p:spPr>
          <a:xfrm>
            <a:off x="3429001" y="2381251"/>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8" name="Rectangle 17">
            <a:extLst>
              <a:ext uri="{FF2B5EF4-FFF2-40B4-BE49-F238E27FC236}">
                <a16:creationId xmlns:a16="http://schemas.microsoft.com/office/drawing/2014/main" id="{6446F2E7-E1F5-40A3-864E-7713537D9D71}"/>
              </a:ext>
            </a:extLst>
          </p:cNvPr>
          <p:cNvSpPr>
            <a:spLocks noGrp="1"/>
          </p:cNvSpPr>
          <p:nvPr/>
        </p:nvSpPr>
        <p:spPr>
          <a:xfrm>
            <a:off x="4095750" y="2381251"/>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9" name="Rectangle 18">
            <a:extLst>
              <a:ext uri="{FF2B5EF4-FFF2-40B4-BE49-F238E27FC236}">
                <a16:creationId xmlns:a16="http://schemas.microsoft.com/office/drawing/2014/main" id="{83AA0145-64DD-44D1-AD43-7090DD4F39A3}"/>
              </a:ext>
            </a:extLst>
          </p:cNvPr>
          <p:cNvSpPr>
            <a:spLocks noGrp="1"/>
          </p:cNvSpPr>
          <p:nvPr/>
        </p:nvSpPr>
        <p:spPr>
          <a:xfrm>
            <a:off x="4762501" y="2381251"/>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0" name="Rectangle 19">
            <a:extLst>
              <a:ext uri="{FF2B5EF4-FFF2-40B4-BE49-F238E27FC236}">
                <a16:creationId xmlns:a16="http://schemas.microsoft.com/office/drawing/2014/main" id="{B5931B7E-87D1-4D6E-96A5-A29E4734263E}"/>
              </a:ext>
            </a:extLst>
          </p:cNvPr>
          <p:cNvSpPr>
            <a:spLocks noGrp="1"/>
          </p:cNvSpPr>
          <p:nvPr/>
        </p:nvSpPr>
        <p:spPr>
          <a:xfrm>
            <a:off x="762001" y="3048001"/>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1" name="Rectangle 20">
            <a:extLst>
              <a:ext uri="{FF2B5EF4-FFF2-40B4-BE49-F238E27FC236}">
                <a16:creationId xmlns:a16="http://schemas.microsoft.com/office/drawing/2014/main" id="{0EB3385C-06A8-4F8A-A0DE-AD82F5CD3CB5}"/>
              </a:ext>
            </a:extLst>
          </p:cNvPr>
          <p:cNvSpPr>
            <a:spLocks noGrp="1"/>
          </p:cNvSpPr>
          <p:nvPr/>
        </p:nvSpPr>
        <p:spPr>
          <a:xfrm>
            <a:off x="1428750" y="3048001"/>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2" name="Rectangle 21">
            <a:extLst>
              <a:ext uri="{FF2B5EF4-FFF2-40B4-BE49-F238E27FC236}">
                <a16:creationId xmlns:a16="http://schemas.microsoft.com/office/drawing/2014/main" id="{35250506-44B9-489B-BF38-1F17EB953DB5}"/>
              </a:ext>
            </a:extLst>
          </p:cNvPr>
          <p:cNvSpPr>
            <a:spLocks noGrp="1"/>
          </p:cNvSpPr>
          <p:nvPr/>
        </p:nvSpPr>
        <p:spPr>
          <a:xfrm>
            <a:off x="2095501" y="3048001"/>
            <a:ext cx="638175" cy="638175"/>
          </a:xfrm>
          <a:prstGeom prst="rect">
            <a:avLst/>
          </a:prstGeom>
          <a:solidFill>
            <a:srgbClr val="F8D19C"/>
          </a:solidFill>
          <a:ln w="7144">
            <a:solidFill>
              <a:srgbClr val="FFFFFF"/>
            </a:solidFill>
            <a:prstDash val="solid"/>
          </a:ln>
        </p:spPr>
        <p:txBody>
          <a:bodyPr/>
          <a:lstStyle/>
          <a:p>
            <a:pPr defTabSz="1219170"/>
            <a:endParaRPr sz="2400">
              <a:solidFill>
                <a:srgbClr val="1B1F3B"/>
              </a:solidFill>
              <a:latin typeface="Calibri"/>
            </a:endParaRPr>
          </a:p>
        </p:txBody>
      </p:sp>
      <p:sp>
        <p:nvSpPr>
          <p:cNvPr id="23" name="Rectangle 22">
            <a:extLst>
              <a:ext uri="{FF2B5EF4-FFF2-40B4-BE49-F238E27FC236}">
                <a16:creationId xmlns:a16="http://schemas.microsoft.com/office/drawing/2014/main" id="{4D4BC259-18D2-4938-BABF-E9CEEDBFD51C}"/>
              </a:ext>
            </a:extLst>
          </p:cNvPr>
          <p:cNvSpPr>
            <a:spLocks noGrp="1"/>
          </p:cNvSpPr>
          <p:nvPr/>
        </p:nvSpPr>
        <p:spPr>
          <a:xfrm>
            <a:off x="2762251" y="3048001"/>
            <a:ext cx="638175" cy="638175"/>
          </a:xfrm>
          <a:prstGeom prst="rect">
            <a:avLst/>
          </a:prstGeom>
          <a:solidFill>
            <a:srgbClr val="F8D19C"/>
          </a:solidFill>
          <a:ln w="7144">
            <a:solidFill>
              <a:srgbClr val="FFFFFF"/>
            </a:solidFill>
            <a:prstDash val="solid"/>
          </a:ln>
        </p:spPr>
        <p:txBody>
          <a:bodyPr/>
          <a:lstStyle/>
          <a:p>
            <a:pPr defTabSz="1219170"/>
            <a:endParaRPr sz="2400">
              <a:solidFill>
                <a:srgbClr val="1B1F3B"/>
              </a:solidFill>
              <a:latin typeface="Calibri"/>
            </a:endParaRPr>
          </a:p>
        </p:txBody>
      </p:sp>
      <p:sp>
        <p:nvSpPr>
          <p:cNvPr id="24" name="Rectangle 23">
            <a:extLst>
              <a:ext uri="{FF2B5EF4-FFF2-40B4-BE49-F238E27FC236}">
                <a16:creationId xmlns:a16="http://schemas.microsoft.com/office/drawing/2014/main" id="{EF030E1C-D0CE-4468-BFAD-42C78F573A01}"/>
              </a:ext>
            </a:extLst>
          </p:cNvPr>
          <p:cNvSpPr>
            <a:spLocks noGrp="1"/>
          </p:cNvSpPr>
          <p:nvPr/>
        </p:nvSpPr>
        <p:spPr>
          <a:xfrm>
            <a:off x="3429001" y="3048001"/>
            <a:ext cx="638175" cy="638175"/>
          </a:xfrm>
          <a:prstGeom prst="rect">
            <a:avLst/>
          </a:prstGeom>
          <a:solidFill>
            <a:srgbClr val="F8D19C"/>
          </a:solidFill>
          <a:ln w="7144">
            <a:solidFill>
              <a:srgbClr val="FFFFFF"/>
            </a:solidFill>
            <a:prstDash val="solid"/>
          </a:ln>
        </p:spPr>
        <p:txBody>
          <a:bodyPr/>
          <a:lstStyle/>
          <a:p>
            <a:pPr defTabSz="1219170"/>
            <a:endParaRPr sz="2400">
              <a:solidFill>
                <a:srgbClr val="1B1F3B"/>
              </a:solidFill>
              <a:latin typeface="Calibri"/>
            </a:endParaRPr>
          </a:p>
        </p:txBody>
      </p:sp>
      <p:sp>
        <p:nvSpPr>
          <p:cNvPr id="25" name="Rectangle 24">
            <a:extLst>
              <a:ext uri="{FF2B5EF4-FFF2-40B4-BE49-F238E27FC236}">
                <a16:creationId xmlns:a16="http://schemas.microsoft.com/office/drawing/2014/main" id="{CD480E6D-FF16-4E41-95E2-8F763479CE13}"/>
              </a:ext>
            </a:extLst>
          </p:cNvPr>
          <p:cNvSpPr>
            <a:spLocks noGrp="1"/>
          </p:cNvSpPr>
          <p:nvPr/>
        </p:nvSpPr>
        <p:spPr>
          <a:xfrm>
            <a:off x="4095750" y="3048001"/>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6" name="Rectangle 25">
            <a:extLst>
              <a:ext uri="{FF2B5EF4-FFF2-40B4-BE49-F238E27FC236}">
                <a16:creationId xmlns:a16="http://schemas.microsoft.com/office/drawing/2014/main" id="{55CD6634-0254-4DEA-8CA0-1372FF00E1D2}"/>
              </a:ext>
            </a:extLst>
          </p:cNvPr>
          <p:cNvSpPr>
            <a:spLocks noGrp="1"/>
          </p:cNvSpPr>
          <p:nvPr/>
        </p:nvSpPr>
        <p:spPr>
          <a:xfrm>
            <a:off x="4762501" y="3048001"/>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7" name="Rectangle 26">
            <a:extLst>
              <a:ext uri="{FF2B5EF4-FFF2-40B4-BE49-F238E27FC236}">
                <a16:creationId xmlns:a16="http://schemas.microsoft.com/office/drawing/2014/main" id="{7AC4E544-A7A0-400C-AB0D-4624493A5574}"/>
              </a:ext>
            </a:extLst>
          </p:cNvPr>
          <p:cNvSpPr>
            <a:spLocks noGrp="1"/>
          </p:cNvSpPr>
          <p:nvPr/>
        </p:nvSpPr>
        <p:spPr>
          <a:xfrm>
            <a:off x="762001" y="3714750"/>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8" name="Rectangle 27">
            <a:extLst>
              <a:ext uri="{FF2B5EF4-FFF2-40B4-BE49-F238E27FC236}">
                <a16:creationId xmlns:a16="http://schemas.microsoft.com/office/drawing/2014/main" id="{F2F6F0E8-894D-4D76-90C7-AE0CBC13D810}"/>
              </a:ext>
            </a:extLst>
          </p:cNvPr>
          <p:cNvSpPr>
            <a:spLocks noGrp="1"/>
          </p:cNvSpPr>
          <p:nvPr/>
        </p:nvSpPr>
        <p:spPr>
          <a:xfrm>
            <a:off x="1428750" y="3714750"/>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9" name="Rectangle 28">
            <a:extLst>
              <a:ext uri="{FF2B5EF4-FFF2-40B4-BE49-F238E27FC236}">
                <a16:creationId xmlns:a16="http://schemas.microsoft.com/office/drawing/2014/main" id="{E845BE35-A103-4A03-B4D5-77524FE555CE}"/>
              </a:ext>
            </a:extLst>
          </p:cNvPr>
          <p:cNvSpPr>
            <a:spLocks noGrp="1"/>
          </p:cNvSpPr>
          <p:nvPr/>
        </p:nvSpPr>
        <p:spPr>
          <a:xfrm>
            <a:off x="2095501" y="3714750"/>
            <a:ext cx="638175" cy="638175"/>
          </a:xfrm>
          <a:prstGeom prst="rect">
            <a:avLst/>
          </a:prstGeom>
          <a:solidFill>
            <a:srgbClr val="FBE5E5"/>
          </a:solidFill>
          <a:ln w="7144">
            <a:solidFill>
              <a:srgbClr val="FFFFFF"/>
            </a:solidFill>
            <a:prstDash val="solid"/>
          </a:ln>
        </p:spPr>
        <p:txBody>
          <a:bodyPr/>
          <a:lstStyle/>
          <a:p>
            <a:pPr defTabSz="1219170"/>
            <a:endParaRPr sz="2400">
              <a:solidFill>
                <a:srgbClr val="1B1F3B"/>
              </a:solidFill>
              <a:latin typeface="Calibri"/>
            </a:endParaRPr>
          </a:p>
        </p:txBody>
      </p:sp>
      <p:sp>
        <p:nvSpPr>
          <p:cNvPr id="30" name="Rectangle 29">
            <a:extLst>
              <a:ext uri="{FF2B5EF4-FFF2-40B4-BE49-F238E27FC236}">
                <a16:creationId xmlns:a16="http://schemas.microsoft.com/office/drawing/2014/main" id="{AAB4EBD7-2D0C-41EF-A6BF-261969B73F7B}"/>
              </a:ext>
            </a:extLst>
          </p:cNvPr>
          <p:cNvSpPr>
            <a:spLocks noGrp="1"/>
          </p:cNvSpPr>
          <p:nvPr/>
        </p:nvSpPr>
        <p:spPr>
          <a:xfrm>
            <a:off x="2095501" y="3714750"/>
            <a:ext cx="638175" cy="638175"/>
          </a:xfrm>
          <a:prstGeom prst="rect">
            <a:avLst/>
          </a:prstGeom>
          <a:noFill/>
          <a:ln w="0">
            <a:noFill/>
            <a:prstDash val="solid"/>
          </a:ln>
        </p:spPr>
        <p:txBody>
          <a:bodyPr wrap="square" lIns="0" tIns="0" rIns="0" bIns="0" anchor="ctr">
            <a:noAutofit/>
          </a:bodyPr>
          <a:lstStyle>
            <a:defPPr algn="ctr">
              <a:defRPr sz="1850" b="1">
                <a:solidFill>
                  <a:srgbClr val="E55B5B"/>
                </a:solidFill>
                <a:latin typeface="Calibri"/>
                <a:ea typeface="Calibri"/>
                <a:cs typeface="Calibri"/>
              </a:defRPr>
            </a:defPPr>
            <a:lvl1pPr algn="ctr">
              <a:defRPr sz="1850" b="1">
                <a:solidFill>
                  <a:srgbClr val="E55B5B"/>
                </a:solidFill>
                <a:latin typeface="Calibri"/>
                <a:ea typeface="Calibri"/>
                <a:cs typeface="Calibri"/>
              </a:defRPr>
            </a:lvl1pPr>
            <a:lvl2pPr algn="ctr">
              <a:defRPr sz="1850" b="1">
                <a:solidFill>
                  <a:srgbClr val="E55B5B"/>
                </a:solidFill>
                <a:latin typeface="Calibri"/>
                <a:ea typeface="Calibri"/>
                <a:cs typeface="Calibri"/>
              </a:defRPr>
            </a:lvl2pPr>
            <a:lvl3pPr algn="ctr">
              <a:defRPr sz="1850" b="1">
                <a:solidFill>
                  <a:srgbClr val="E55B5B"/>
                </a:solidFill>
                <a:latin typeface="Calibri"/>
                <a:ea typeface="Calibri"/>
                <a:cs typeface="Calibri"/>
              </a:defRPr>
            </a:lvl3pPr>
            <a:lvl4pPr algn="ctr">
              <a:defRPr sz="1850" b="1">
                <a:solidFill>
                  <a:srgbClr val="E55B5B"/>
                </a:solidFill>
                <a:latin typeface="Calibri"/>
                <a:ea typeface="Calibri"/>
                <a:cs typeface="Calibri"/>
              </a:defRPr>
            </a:lvl4pPr>
            <a:lvl5pPr algn="ctr">
              <a:defRPr sz="1850" b="1">
                <a:solidFill>
                  <a:srgbClr val="E55B5B"/>
                </a:solidFill>
                <a:latin typeface="Calibri"/>
                <a:ea typeface="Calibri"/>
                <a:cs typeface="Calibri"/>
              </a:defRPr>
            </a:lvl5pPr>
            <a:lvl6pPr algn="ctr">
              <a:defRPr sz="1850" b="1">
                <a:solidFill>
                  <a:srgbClr val="E55B5B"/>
                </a:solidFill>
                <a:latin typeface="Calibri"/>
                <a:ea typeface="Calibri"/>
                <a:cs typeface="Calibri"/>
              </a:defRPr>
            </a:lvl6pPr>
            <a:lvl7pPr algn="ctr">
              <a:defRPr sz="1850" b="1">
                <a:solidFill>
                  <a:srgbClr val="E55B5B"/>
                </a:solidFill>
                <a:latin typeface="Calibri"/>
                <a:ea typeface="Calibri"/>
                <a:cs typeface="Calibri"/>
              </a:defRPr>
            </a:lvl7pPr>
            <a:lvl8pPr algn="ctr">
              <a:defRPr sz="1850" b="1">
                <a:solidFill>
                  <a:srgbClr val="E55B5B"/>
                </a:solidFill>
                <a:latin typeface="Calibri"/>
                <a:ea typeface="Calibri"/>
                <a:cs typeface="Calibri"/>
              </a:defRPr>
            </a:lvl8pPr>
            <a:lvl9pPr algn="ctr">
              <a:defRPr sz="1850" b="1">
                <a:solidFill>
                  <a:srgbClr val="E55B5B"/>
                </a:solidFill>
                <a:latin typeface="Calibri"/>
                <a:ea typeface="Calibri"/>
                <a:cs typeface="Calibri"/>
              </a:defRPr>
            </a:lvl9pPr>
          </a:lstStyle>
          <a:p>
            <a:pPr defTabSz="1219170">
              <a:defRPr sz="1850" b="1">
                <a:solidFill>
                  <a:srgbClr val="E55B5B"/>
                </a:solidFill>
                <a:latin typeface="Calibri"/>
                <a:ea typeface="Calibri"/>
                <a:cs typeface="Calibri"/>
              </a:defRPr>
            </a:pPr>
            <a:r>
              <a:rPr sz="2467"/>
              <a:t>×</a:t>
            </a:r>
          </a:p>
        </p:txBody>
      </p:sp>
      <p:sp>
        <p:nvSpPr>
          <p:cNvPr id="31" name="Rectangle 30">
            <a:extLst>
              <a:ext uri="{FF2B5EF4-FFF2-40B4-BE49-F238E27FC236}">
                <a16:creationId xmlns:a16="http://schemas.microsoft.com/office/drawing/2014/main" id="{03FC2AB6-26C1-441E-8EA1-ABA18E529F68}"/>
              </a:ext>
            </a:extLst>
          </p:cNvPr>
          <p:cNvSpPr>
            <a:spLocks noGrp="1"/>
          </p:cNvSpPr>
          <p:nvPr/>
        </p:nvSpPr>
        <p:spPr>
          <a:xfrm>
            <a:off x="2762251" y="3714750"/>
            <a:ext cx="638175" cy="638175"/>
          </a:xfrm>
          <a:prstGeom prst="rect">
            <a:avLst/>
          </a:prstGeom>
          <a:solidFill>
            <a:srgbClr val="FBE5E5"/>
          </a:solidFill>
          <a:ln w="7144">
            <a:solidFill>
              <a:srgbClr val="FFFFFF"/>
            </a:solidFill>
            <a:prstDash val="solid"/>
          </a:ln>
        </p:spPr>
        <p:txBody>
          <a:bodyPr/>
          <a:lstStyle/>
          <a:p>
            <a:pPr defTabSz="1219170"/>
            <a:endParaRPr sz="2400">
              <a:solidFill>
                <a:srgbClr val="1B1F3B"/>
              </a:solidFill>
              <a:latin typeface="Calibri"/>
            </a:endParaRPr>
          </a:p>
        </p:txBody>
      </p:sp>
      <p:sp>
        <p:nvSpPr>
          <p:cNvPr id="32" name="Rectangle 31">
            <a:extLst>
              <a:ext uri="{FF2B5EF4-FFF2-40B4-BE49-F238E27FC236}">
                <a16:creationId xmlns:a16="http://schemas.microsoft.com/office/drawing/2014/main" id="{9CC2E200-4613-48F3-A84C-E73E360FC0F6}"/>
              </a:ext>
            </a:extLst>
          </p:cNvPr>
          <p:cNvSpPr>
            <a:spLocks noGrp="1"/>
          </p:cNvSpPr>
          <p:nvPr/>
        </p:nvSpPr>
        <p:spPr>
          <a:xfrm>
            <a:off x="2762251" y="3714750"/>
            <a:ext cx="638175" cy="638175"/>
          </a:xfrm>
          <a:prstGeom prst="rect">
            <a:avLst/>
          </a:prstGeom>
          <a:noFill/>
          <a:ln w="0">
            <a:noFill/>
            <a:prstDash val="solid"/>
          </a:ln>
        </p:spPr>
        <p:txBody>
          <a:bodyPr wrap="square" lIns="0" tIns="0" rIns="0" bIns="0" anchor="ctr">
            <a:noAutofit/>
          </a:bodyPr>
          <a:lstStyle>
            <a:defPPr algn="ctr">
              <a:defRPr sz="1850" b="1">
                <a:solidFill>
                  <a:srgbClr val="E55B5B"/>
                </a:solidFill>
                <a:latin typeface="Calibri"/>
                <a:ea typeface="Calibri"/>
                <a:cs typeface="Calibri"/>
              </a:defRPr>
            </a:defPPr>
            <a:lvl1pPr algn="ctr">
              <a:defRPr sz="1850" b="1">
                <a:solidFill>
                  <a:srgbClr val="E55B5B"/>
                </a:solidFill>
                <a:latin typeface="Calibri"/>
                <a:ea typeface="Calibri"/>
                <a:cs typeface="Calibri"/>
              </a:defRPr>
            </a:lvl1pPr>
            <a:lvl2pPr algn="ctr">
              <a:defRPr sz="1850" b="1">
                <a:solidFill>
                  <a:srgbClr val="E55B5B"/>
                </a:solidFill>
                <a:latin typeface="Calibri"/>
                <a:ea typeface="Calibri"/>
                <a:cs typeface="Calibri"/>
              </a:defRPr>
            </a:lvl2pPr>
            <a:lvl3pPr algn="ctr">
              <a:defRPr sz="1850" b="1">
                <a:solidFill>
                  <a:srgbClr val="E55B5B"/>
                </a:solidFill>
                <a:latin typeface="Calibri"/>
                <a:ea typeface="Calibri"/>
                <a:cs typeface="Calibri"/>
              </a:defRPr>
            </a:lvl3pPr>
            <a:lvl4pPr algn="ctr">
              <a:defRPr sz="1850" b="1">
                <a:solidFill>
                  <a:srgbClr val="E55B5B"/>
                </a:solidFill>
                <a:latin typeface="Calibri"/>
                <a:ea typeface="Calibri"/>
                <a:cs typeface="Calibri"/>
              </a:defRPr>
            </a:lvl4pPr>
            <a:lvl5pPr algn="ctr">
              <a:defRPr sz="1850" b="1">
                <a:solidFill>
                  <a:srgbClr val="E55B5B"/>
                </a:solidFill>
                <a:latin typeface="Calibri"/>
                <a:ea typeface="Calibri"/>
                <a:cs typeface="Calibri"/>
              </a:defRPr>
            </a:lvl5pPr>
            <a:lvl6pPr algn="ctr">
              <a:defRPr sz="1850" b="1">
                <a:solidFill>
                  <a:srgbClr val="E55B5B"/>
                </a:solidFill>
                <a:latin typeface="Calibri"/>
                <a:ea typeface="Calibri"/>
                <a:cs typeface="Calibri"/>
              </a:defRPr>
            </a:lvl6pPr>
            <a:lvl7pPr algn="ctr">
              <a:defRPr sz="1850" b="1">
                <a:solidFill>
                  <a:srgbClr val="E55B5B"/>
                </a:solidFill>
                <a:latin typeface="Calibri"/>
                <a:ea typeface="Calibri"/>
                <a:cs typeface="Calibri"/>
              </a:defRPr>
            </a:lvl7pPr>
            <a:lvl8pPr algn="ctr">
              <a:defRPr sz="1850" b="1">
                <a:solidFill>
                  <a:srgbClr val="E55B5B"/>
                </a:solidFill>
                <a:latin typeface="Calibri"/>
                <a:ea typeface="Calibri"/>
                <a:cs typeface="Calibri"/>
              </a:defRPr>
            </a:lvl8pPr>
            <a:lvl9pPr algn="ctr">
              <a:defRPr sz="1850" b="1">
                <a:solidFill>
                  <a:srgbClr val="E55B5B"/>
                </a:solidFill>
                <a:latin typeface="Calibri"/>
                <a:ea typeface="Calibri"/>
                <a:cs typeface="Calibri"/>
              </a:defRPr>
            </a:lvl9pPr>
          </a:lstStyle>
          <a:p>
            <a:pPr defTabSz="1219170">
              <a:defRPr sz="1850" b="1">
                <a:solidFill>
                  <a:srgbClr val="E55B5B"/>
                </a:solidFill>
                <a:latin typeface="Calibri"/>
                <a:ea typeface="Calibri"/>
                <a:cs typeface="Calibri"/>
              </a:defRPr>
            </a:pPr>
            <a:r>
              <a:rPr sz="2467"/>
              <a:t>×</a:t>
            </a:r>
          </a:p>
        </p:txBody>
      </p:sp>
      <p:sp>
        <p:nvSpPr>
          <p:cNvPr id="33" name="Rectangle 32">
            <a:extLst>
              <a:ext uri="{FF2B5EF4-FFF2-40B4-BE49-F238E27FC236}">
                <a16:creationId xmlns:a16="http://schemas.microsoft.com/office/drawing/2014/main" id="{06E68928-8345-4DE9-87CB-89C1908DFA5B}"/>
              </a:ext>
            </a:extLst>
          </p:cNvPr>
          <p:cNvSpPr>
            <a:spLocks noGrp="1"/>
          </p:cNvSpPr>
          <p:nvPr/>
        </p:nvSpPr>
        <p:spPr>
          <a:xfrm>
            <a:off x="3429001" y="3714750"/>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34" name="Rectangle 33">
            <a:extLst>
              <a:ext uri="{FF2B5EF4-FFF2-40B4-BE49-F238E27FC236}">
                <a16:creationId xmlns:a16="http://schemas.microsoft.com/office/drawing/2014/main" id="{F0D97784-1D38-43C2-870A-5B15C26405E6}"/>
              </a:ext>
            </a:extLst>
          </p:cNvPr>
          <p:cNvSpPr>
            <a:spLocks noGrp="1"/>
          </p:cNvSpPr>
          <p:nvPr/>
        </p:nvSpPr>
        <p:spPr>
          <a:xfrm>
            <a:off x="4095750" y="3714750"/>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35" name="Rectangle 34">
            <a:extLst>
              <a:ext uri="{FF2B5EF4-FFF2-40B4-BE49-F238E27FC236}">
                <a16:creationId xmlns:a16="http://schemas.microsoft.com/office/drawing/2014/main" id="{41F5A27A-C3C3-4416-AC28-2FBD055CC19D}"/>
              </a:ext>
            </a:extLst>
          </p:cNvPr>
          <p:cNvSpPr>
            <a:spLocks noGrp="1"/>
          </p:cNvSpPr>
          <p:nvPr/>
        </p:nvSpPr>
        <p:spPr>
          <a:xfrm>
            <a:off x="4762501" y="3714750"/>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36" name="Rectangle 35">
            <a:extLst>
              <a:ext uri="{FF2B5EF4-FFF2-40B4-BE49-F238E27FC236}">
                <a16:creationId xmlns:a16="http://schemas.microsoft.com/office/drawing/2014/main" id="{1CF6E2E6-3420-4888-8AD6-9DB74ABDFB37}"/>
              </a:ext>
            </a:extLst>
          </p:cNvPr>
          <p:cNvSpPr>
            <a:spLocks noGrp="1"/>
          </p:cNvSpPr>
          <p:nvPr/>
        </p:nvSpPr>
        <p:spPr>
          <a:xfrm>
            <a:off x="762001" y="4381501"/>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37" name="Rectangle 36">
            <a:extLst>
              <a:ext uri="{FF2B5EF4-FFF2-40B4-BE49-F238E27FC236}">
                <a16:creationId xmlns:a16="http://schemas.microsoft.com/office/drawing/2014/main" id="{95E9FED6-ABC6-4385-A15C-BD943CEC4DA1}"/>
              </a:ext>
            </a:extLst>
          </p:cNvPr>
          <p:cNvSpPr>
            <a:spLocks noGrp="1"/>
          </p:cNvSpPr>
          <p:nvPr/>
        </p:nvSpPr>
        <p:spPr>
          <a:xfrm>
            <a:off x="1428750" y="4381501"/>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38" name="Rectangle 37">
            <a:extLst>
              <a:ext uri="{FF2B5EF4-FFF2-40B4-BE49-F238E27FC236}">
                <a16:creationId xmlns:a16="http://schemas.microsoft.com/office/drawing/2014/main" id="{2DF004CC-DD41-40C6-9372-3339FDB70AE3}"/>
              </a:ext>
            </a:extLst>
          </p:cNvPr>
          <p:cNvSpPr>
            <a:spLocks noGrp="1"/>
          </p:cNvSpPr>
          <p:nvPr/>
        </p:nvSpPr>
        <p:spPr>
          <a:xfrm>
            <a:off x="2095501" y="4381501"/>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39" name="Rectangle 38">
            <a:extLst>
              <a:ext uri="{FF2B5EF4-FFF2-40B4-BE49-F238E27FC236}">
                <a16:creationId xmlns:a16="http://schemas.microsoft.com/office/drawing/2014/main" id="{B0F4187B-20E2-4F10-8474-03D0843E5446}"/>
              </a:ext>
            </a:extLst>
          </p:cNvPr>
          <p:cNvSpPr>
            <a:spLocks noGrp="1"/>
          </p:cNvSpPr>
          <p:nvPr/>
        </p:nvSpPr>
        <p:spPr>
          <a:xfrm>
            <a:off x="2762251" y="4381501"/>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40" name="Rectangle 39">
            <a:extLst>
              <a:ext uri="{FF2B5EF4-FFF2-40B4-BE49-F238E27FC236}">
                <a16:creationId xmlns:a16="http://schemas.microsoft.com/office/drawing/2014/main" id="{0D3C327A-3304-40D5-BBD4-84F7D01BAD8D}"/>
              </a:ext>
            </a:extLst>
          </p:cNvPr>
          <p:cNvSpPr>
            <a:spLocks noGrp="1"/>
          </p:cNvSpPr>
          <p:nvPr/>
        </p:nvSpPr>
        <p:spPr>
          <a:xfrm>
            <a:off x="3429001" y="4381501"/>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41" name="Rectangle 40">
            <a:extLst>
              <a:ext uri="{FF2B5EF4-FFF2-40B4-BE49-F238E27FC236}">
                <a16:creationId xmlns:a16="http://schemas.microsoft.com/office/drawing/2014/main" id="{08513E79-771A-4B9B-A238-1E8F4AB490BD}"/>
              </a:ext>
            </a:extLst>
          </p:cNvPr>
          <p:cNvSpPr>
            <a:spLocks noGrp="1"/>
          </p:cNvSpPr>
          <p:nvPr/>
        </p:nvSpPr>
        <p:spPr>
          <a:xfrm>
            <a:off x="4095750" y="4381501"/>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42" name="Rectangle 41">
            <a:extLst>
              <a:ext uri="{FF2B5EF4-FFF2-40B4-BE49-F238E27FC236}">
                <a16:creationId xmlns:a16="http://schemas.microsoft.com/office/drawing/2014/main" id="{FEAFE455-221C-49A0-957E-07A51EF8792D}"/>
              </a:ext>
            </a:extLst>
          </p:cNvPr>
          <p:cNvSpPr>
            <a:spLocks noGrp="1"/>
          </p:cNvSpPr>
          <p:nvPr/>
        </p:nvSpPr>
        <p:spPr>
          <a:xfrm>
            <a:off x="4762501" y="4381501"/>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43" name="Rectangle 42">
            <a:extLst>
              <a:ext uri="{FF2B5EF4-FFF2-40B4-BE49-F238E27FC236}">
                <a16:creationId xmlns:a16="http://schemas.microsoft.com/office/drawing/2014/main" id="{D1960655-3958-47C0-A9B5-74C9EDEFECCE}"/>
              </a:ext>
            </a:extLst>
          </p:cNvPr>
          <p:cNvSpPr>
            <a:spLocks noGrp="1"/>
          </p:cNvSpPr>
          <p:nvPr/>
        </p:nvSpPr>
        <p:spPr>
          <a:xfrm>
            <a:off x="1071563" y="3357563"/>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44" name="Rectangle 43">
            <a:extLst>
              <a:ext uri="{FF2B5EF4-FFF2-40B4-BE49-F238E27FC236}">
                <a16:creationId xmlns:a16="http://schemas.microsoft.com/office/drawing/2014/main" id="{32E19C22-FA18-4496-B867-0D0044AF61A1}"/>
              </a:ext>
            </a:extLst>
          </p:cNvPr>
          <p:cNvSpPr>
            <a:spLocks noGrp="1"/>
          </p:cNvSpPr>
          <p:nvPr/>
        </p:nvSpPr>
        <p:spPr>
          <a:xfrm>
            <a:off x="1738313" y="3357563"/>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45" name="Straight Arrow Connector 44">
            <a:extLst>
              <a:ext uri="{FF2B5EF4-FFF2-40B4-BE49-F238E27FC236}">
                <a16:creationId xmlns:a16="http://schemas.microsoft.com/office/drawing/2014/main" id="{538FE92E-A129-4738-8B2F-FB82FC6E6CE1}"/>
              </a:ext>
            </a:extLst>
          </p:cNvPr>
          <p:cNvCxnSpPr>
            <a:stCxn id="43" idx="3"/>
            <a:endCxn id="44" idx="1"/>
          </p:cNvCxnSpPr>
          <p:nvPr/>
        </p:nvCxnSpPr>
        <p:spPr>
          <a:xfrm>
            <a:off x="1090614" y="3367088"/>
            <a:ext cx="647700" cy="0"/>
          </a:xfrm>
          <a:prstGeom prst="straightConnector1">
            <a:avLst/>
          </a:prstGeom>
          <a:ln w="42862">
            <a:solidFill>
              <a:srgbClr val="2D3A8C"/>
            </a:solidFill>
            <a:prstDash val="dash"/>
          </a:ln>
        </p:spPr>
      </p:cxnSp>
      <p:sp>
        <p:nvSpPr>
          <p:cNvPr id="46" name="Rectangle 45">
            <a:extLst>
              <a:ext uri="{FF2B5EF4-FFF2-40B4-BE49-F238E27FC236}">
                <a16:creationId xmlns:a16="http://schemas.microsoft.com/office/drawing/2014/main" id="{F80DF1BF-DC23-4509-ABC2-A9D669283B8B}"/>
              </a:ext>
            </a:extLst>
          </p:cNvPr>
          <p:cNvSpPr>
            <a:spLocks noGrp="1"/>
          </p:cNvSpPr>
          <p:nvPr/>
        </p:nvSpPr>
        <p:spPr>
          <a:xfrm>
            <a:off x="1738313" y="3357563"/>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47" name="Rectangle 46">
            <a:extLst>
              <a:ext uri="{FF2B5EF4-FFF2-40B4-BE49-F238E27FC236}">
                <a16:creationId xmlns:a16="http://schemas.microsoft.com/office/drawing/2014/main" id="{93A56592-DA04-4C7D-B4F4-FC8261AE230E}"/>
              </a:ext>
            </a:extLst>
          </p:cNvPr>
          <p:cNvSpPr>
            <a:spLocks noGrp="1"/>
          </p:cNvSpPr>
          <p:nvPr/>
        </p:nvSpPr>
        <p:spPr>
          <a:xfrm>
            <a:off x="2405063" y="3357563"/>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48" name="Straight Arrow Connector 47">
            <a:extLst>
              <a:ext uri="{FF2B5EF4-FFF2-40B4-BE49-F238E27FC236}">
                <a16:creationId xmlns:a16="http://schemas.microsoft.com/office/drawing/2014/main" id="{6E6A5991-2DBA-4ED3-9F04-4B66D87E0177}"/>
              </a:ext>
            </a:extLst>
          </p:cNvPr>
          <p:cNvCxnSpPr>
            <a:stCxn id="46" idx="3"/>
            <a:endCxn id="47" idx="1"/>
          </p:cNvCxnSpPr>
          <p:nvPr/>
        </p:nvCxnSpPr>
        <p:spPr>
          <a:xfrm>
            <a:off x="1757363" y="3367088"/>
            <a:ext cx="647700" cy="0"/>
          </a:xfrm>
          <a:prstGeom prst="straightConnector1">
            <a:avLst/>
          </a:prstGeom>
          <a:ln w="42862">
            <a:solidFill>
              <a:srgbClr val="2D3A8C"/>
            </a:solidFill>
            <a:prstDash val="dash"/>
          </a:ln>
        </p:spPr>
      </p:cxnSp>
      <p:sp>
        <p:nvSpPr>
          <p:cNvPr id="49" name="Rectangle 48">
            <a:extLst>
              <a:ext uri="{FF2B5EF4-FFF2-40B4-BE49-F238E27FC236}">
                <a16:creationId xmlns:a16="http://schemas.microsoft.com/office/drawing/2014/main" id="{AB2AC085-F0A9-4B2F-B07F-500BB7DF624B}"/>
              </a:ext>
            </a:extLst>
          </p:cNvPr>
          <p:cNvSpPr>
            <a:spLocks noGrp="1"/>
          </p:cNvSpPr>
          <p:nvPr/>
        </p:nvSpPr>
        <p:spPr>
          <a:xfrm>
            <a:off x="2405063" y="3357563"/>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50" name="Rectangle 49">
            <a:extLst>
              <a:ext uri="{FF2B5EF4-FFF2-40B4-BE49-F238E27FC236}">
                <a16:creationId xmlns:a16="http://schemas.microsoft.com/office/drawing/2014/main" id="{E0F2F0A9-5752-498C-9F47-89A872060F20}"/>
              </a:ext>
            </a:extLst>
          </p:cNvPr>
          <p:cNvSpPr>
            <a:spLocks noGrp="1"/>
          </p:cNvSpPr>
          <p:nvPr/>
        </p:nvSpPr>
        <p:spPr>
          <a:xfrm>
            <a:off x="3071813" y="3357563"/>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51" name="Straight Arrow Connector 50">
            <a:extLst>
              <a:ext uri="{FF2B5EF4-FFF2-40B4-BE49-F238E27FC236}">
                <a16:creationId xmlns:a16="http://schemas.microsoft.com/office/drawing/2014/main" id="{646A4945-6F92-487E-98C8-3FDD98D26D18}"/>
              </a:ext>
            </a:extLst>
          </p:cNvPr>
          <p:cNvCxnSpPr>
            <a:stCxn id="49" idx="3"/>
            <a:endCxn id="50" idx="1"/>
          </p:cNvCxnSpPr>
          <p:nvPr/>
        </p:nvCxnSpPr>
        <p:spPr>
          <a:xfrm>
            <a:off x="2424114" y="3367088"/>
            <a:ext cx="647700" cy="0"/>
          </a:xfrm>
          <a:prstGeom prst="straightConnector1">
            <a:avLst/>
          </a:prstGeom>
          <a:ln w="42862">
            <a:solidFill>
              <a:srgbClr val="2D3A8C"/>
            </a:solidFill>
            <a:prstDash val="dash"/>
          </a:ln>
        </p:spPr>
      </p:cxnSp>
      <p:sp>
        <p:nvSpPr>
          <p:cNvPr id="52" name="Rectangle 51">
            <a:extLst>
              <a:ext uri="{FF2B5EF4-FFF2-40B4-BE49-F238E27FC236}">
                <a16:creationId xmlns:a16="http://schemas.microsoft.com/office/drawing/2014/main" id="{56358EC7-3348-4378-93C6-5F6FCBC6A437}"/>
              </a:ext>
            </a:extLst>
          </p:cNvPr>
          <p:cNvSpPr>
            <a:spLocks noGrp="1"/>
          </p:cNvSpPr>
          <p:nvPr/>
        </p:nvSpPr>
        <p:spPr>
          <a:xfrm>
            <a:off x="3071813" y="3357563"/>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53" name="Rectangle 52">
            <a:extLst>
              <a:ext uri="{FF2B5EF4-FFF2-40B4-BE49-F238E27FC236}">
                <a16:creationId xmlns:a16="http://schemas.microsoft.com/office/drawing/2014/main" id="{113C9547-2FE7-41D5-90B6-6A7BFF16E2F5}"/>
              </a:ext>
            </a:extLst>
          </p:cNvPr>
          <p:cNvSpPr>
            <a:spLocks noGrp="1"/>
          </p:cNvSpPr>
          <p:nvPr/>
        </p:nvSpPr>
        <p:spPr>
          <a:xfrm>
            <a:off x="3738563" y="3357563"/>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54" name="Straight Arrow Connector 53">
            <a:extLst>
              <a:ext uri="{FF2B5EF4-FFF2-40B4-BE49-F238E27FC236}">
                <a16:creationId xmlns:a16="http://schemas.microsoft.com/office/drawing/2014/main" id="{B1F8E3E5-9491-47F3-8192-CB17A07FEDB5}"/>
              </a:ext>
            </a:extLst>
          </p:cNvPr>
          <p:cNvCxnSpPr>
            <a:stCxn id="52" idx="3"/>
            <a:endCxn id="53" idx="1"/>
          </p:cNvCxnSpPr>
          <p:nvPr/>
        </p:nvCxnSpPr>
        <p:spPr>
          <a:xfrm>
            <a:off x="3090863" y="3367088"/>
            <a:ext cx="647700" cy="0"/>
          </a:xfrm>
          <a:prstGeom prst="straightConnector1">
            <a:avLst/>
          </a:prstGeom>
          <a:ln w="42862">
            <a:solidFill>
              <a:srgbClr val="2D3A8C"/>
            </a:solidFill>
            <a:prstDash val="dash"/>
          </a:ln>
        </p:spPr>
      </p:cxnSp>
      <p:sp>
        <p:nvSpPr>
          <p:cNvPr id="55" name="Rectangle 54">
            <a:extLst>
              <a:ext uri="{FF2B5EF4-FFF2-40B4-BE49-F238E27FC236}">
                <a16:creationId xmlns:a16="http://schemas.microsoft.com/office/drawing/2014/main" id="{42D18BEA-EE39-4CFB-94A8-E6755072706A}"/>
              </a:ext>
            </a:extLst>
          </p:cNvPr>
          <p:cNvSpPr>
            <a:spLocks noGrp="1"/>
          </p:cNvSpPr>
          <p:nvPr/>
        </p:nvSpPr>
        <p:spPr>
          <a:xfrm>
            <a:off x="3738563" y="3357563"/>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56" name="Rectangle 55">
            <a:extLst>
              <a:ext uri="{FF2B5EF4-FFF2-40B4-BE49-F238E27FC236}">
                <a16:creationId xmlns:a16="http://schemas.microsoft.com/office/drawing/2014/main" id="{9CDE1033-AB80-4D38-96E5-83A608F308CB}"/>
              </a:ext>
            </a:extLst>
          </p:cNvPr>
          <p:cNvSpPr>
            <a:spLocks noGrp="1"/>
          </p:cNvSpPr>
          <p:nvPr/>
        </p:nvSpPr>
        <p:spPr>
          <a:xfrm>
            <a:off x="4405313" y="3357563"/>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57" name="Straight Arrow Connector 56">
            <a:extLst>
              <a:ext uri="{FF2B5EF4-FFF2-40B4-BE49-F238E27FC236}">
                <a16:creationId xmlns:a16="http://schemas.microsoft.com/office/drawing/2014/main" id="{E3F4FF7B-0D4C-4CF6-9F51-27A6239C9A29}"/>
              </a:ext>
            </a:extLst>
          </p:cNvPr>
          <p:cNvCxnSpPr>
            <a:stCxn id="55" idx="3"/>
            <a:endCxn id="56" idx="1"/>
          </p:cNvCxnSpPr>
          <p:nvPr/>
        </p:nvCxnSpPr>
        <p:spPr>
          <a:xfrm>
            <a:off x="3757614" y="3367088"/>
            <a:ext cx="647700" cy="0"/>
          </a:xfrm>
          <a:prstGeom prst="straightConnector1">
            <a:avLst/>
          </a:prstGeom>
          <a:ln w="42862">
            <a:solidFill>
              <a:srgbClr val="2D3A8C"/>
            </a:solidFill>
            <a:prstDash val="dash"/>
          </a:ln>
        </p:spPr>
      </p:cxnSp>
      <p:sp>
        <p:nvSpPr>
          <p:cNvPr id="58" name="Rectangle 57">
            <a:extLst>
              <a:ext uri="{FF2B5EF4-FFF2-40B4-BE49-F238E27FC236}">
                <a16:creationId xmlns:a16="http://schemas.microsoft.com/office/drawing/2014/main" id="{C95902E9-81B2-4B58-A133-0B4AB2D95307}"/>
              </a:ext>
            </a:extLst>
          </p:cNvPr>
          <p:cNvSpPr>
            <a:spLocks noGrp="1"/>
          </p:cNvSpPr>
          <p:nvPr/>
        </p:nvSpPr>
        <p:spPr>
          <a:xfrm>
            <a:off x="4405313" y="3357563"/>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59" name="Rectangle 58">
            <a:extLst>
              <a:ext uri="{FF2B5EF4-FFF2-40B4-BE49-F238E27FC236}">
                <a16:creationId xmlns:a16="http://schemas.microsoft.com/office/drawing/2014/main" id="{940E3295-47D6-48B9-96E4-64E06079F43D}"/>
              </a:ext>
            </a:extLst>
          </p:cNvPr>
          <p:cNvSpPr>
            <a:spLocks noGrp="1"/>
          </p:cNvSpPr>
          <p:nvPr/>
        </p:nvSpPr>
        <p:spPr>
          <a:xfrm>
            <a:off x="5072063" y="3357563"/>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60" name="Straight Arrow Connector 59">
            <a:extLst>
              <a:ext uri="{FF2B5EF4-FFF2-40B4-BE49-F238E27FC236}">
                <a16:creationId xmlns:a16="http://schemas.microsoft.com/office/drawing/2014/main" id="{B5A295F9-3E56-4EF2-ACE5-E180F9C4880D}"/>
              </a:ext>
            </a:extLst>
          </p:cNvPr>
          <p:cNvCxnSpPr>
            <a:stCxn id="58" idx="3"/>
            <a:endCxn id="59" idx="1"/>
          </p:cNvCxnSpPr>
          <p:nvPr/>
        </p:nvCxnSpPr>
        <p:spPr>
          <a:xfrm>
            <a:off x="4424363" y="3367088"/>
            <a:ext cx="647700" cy="0"/>
          </a:xfrm>
          <a:prstGeom prst="straightConnector1">
            <a:avLst/>
          </a:prstGeom>
          <a:ln w="42862">
            <a:solidFill>
              <a:srgbClr val="2D3A8C"/>
            </a:solidFill>
            <a:prstDash val="dash"/>
          </a:ln>
        </p:spPr>
      </p:cxnSp>
      <p:sp>
        <p:nvSpPr>
          <p:cNvPr id="61" name="Rectangle 60">
            <a:extLst>
              <a:ext uri="{FF2B5EF4-FFF2-40B4-BE49-F238E27FC236}">
                <a16:creationId xmlns:a16="http://schemas.microsoft.com/office/drawing/2014/main" id="{1388A42F-9E8A-4120-8CCE-ECD9F1A74595}"/>
              </a:ext>
            </a:extLst>
          </p:cNvPr>
          <p:cNvSpPr>
            <a:spLocks noGrp="1"/>
          </p:cNvSpPr>
          <p:nvPr/>
        </p:nvSpPr>
        <p:spPr>
          <a:xfrm>
            <a:off x="1071563" y="3357563"/>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62" name="Rectangle 61">
            <a:extLst>
              <a:ext uri="{FF2B5EF4-FFF2-40B4-BE49-F238E27FC236}">
                <a16:creationId xmlns:a16="http://schemas.microsoft.com/office/drawing/2014/main" id="{9B644917-0C29-4861-8F38-940314E87D12}"/>
              </a:ext>
            </a:extLst>
          </p:cNvPr>
          <p:cNvSpPr>
            <a:spLocks noGrp="1"/>
          </p:cNvSpPr>
          <p:nvPr/>
        </p:nvSpPr>
        <p:spPr>
          <a:xfrm>
            <a:off x="1738313" y="2690813"/>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63" name="Straight Arrow Connector 62">
            <a:extLst>
              <a:ext uri="{FF2B5EF4-FFF2-40B4-BE49-F238E27FC236}">
                <a16:creationId xmlns:a16="http://schemas.microsoft.com/office/drawing/2014/main" id="{3A096213-4099-41D4-BB8E-1CDC6BEECB58}"/>
              </a:ext>
            </a:extLst>
          </p:cNvPr>
          <p:cNvCxnSpPr>
            <a:stCxn id="61" idx="0"/>
            <a:endCxn id="62" idx="1"/>
          </p:cNvCxnSpPr>
          <p:nvPr/>
        </p:nvCxnSpPr>
        <p:spPr>
          <a:xfrm flipV="1">
            <a:off x="1081089" y="2700340"/>
            <a:ext cx="657225" cy="657225"/>
          </a:xfrm>
          <a:prstGeom prst="straightConnector1">
            <a:avLst/>
          </a:prstGeom>
          <a:ln w="42862">
            <a:solidFill>
              <a:srgbClr val="2D3A8C"/>
            </a:solidFill>
            <a:prstDash val="solid"/>
          </a:ln>
        </p:spPr>
      </p:cxnSp>
      <p:sp>
        <p:nvSpPr>
          <p:cNvPr id="64" name="Rectangle 63">
            <a:extLst>
              <a:ext uri="{FF2B5EF4-FFF2-40B4-BE49-F238E27FC236}">
                <a16:creationId xmlns:a16="http://schemas.microsoft.com/office/drawing/2014/main" id="{341EE058-D70E-412B-8A11-6DEB1AB0E8F6}"/>
              </a:ext>
            </a:extLst>
          </p:cNvPr>
          <p:cNvSpPr>
            <a:spLocks noGrp="1"/>
          </p:cNvSpPr>
          <p:nvPr/>
        </p:nvSpPr>
        <p:spPr>
          <a:xfrm>
            <a:off x="1738313" y="2690813"/>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65" name="Rectangle 64">
            <a:extLst>
              <a:ext uri="{FF2B5EF4-FFF2-40B4-BE49-F238E27FC236}">
                <a16:creationId xmlns:a16="http://schemas.microsoft.com/office/drawing/2014/main" id="{D089FEB3-0CF0-47E1-A308-09FE36126CE7}"/>
              </a:ext>
            </a:extLst>
          </p:cNvPr>
          <p:cNvSpPr>
            <a:spLocks noGrp="1"/>
          </p:cNvSpPr>
          <p:nvPr/>
        </p:nvSpPr>
        <p:spPr>
          <a:xfrm>
            <a:off x="2405063" y="2690813"/>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66" name="Straight Arrow Connector 65">
            <a:extLst>
              <a:ext uri="{FF2B5EF4-FFF2-40B4-BE49-F238E27FC236}">
                <a16:creationId xmlns:a16="http://schemas.microsoft.com/office/drawing/2014/main" id="{FE5AE429-7870-4714-94CF-F991B8272036}"/>
              </a:ext>
            </a:extLst>
          </p:cNvPr>
          <p:cNvCxnSpPr>
            <a:stCxn id="64" idx="3"/>
            <a:endCxn id="65" idx="1"/>
          </p:cNvCxnSpPr>
          <p:nvPr/>
        </p:nvCxnSpPr>
        <p:spPr>
          <a:xfrm>
            <a:off x="1757363" y="2700339"/>
            <a:ext cx="647700" cy="0"/>
          </a:xfrm>
          <a:prstGeom prst="straightConnector1">
            <a:avLst/>
          </a:prstGeom>
          <a:ln w="42862">
            <a:solidFill>
              <a:srgbClr val="2D3A8C"/>
            </a:solidFill>
            <a:prstDash val="solid"/>
          </a:ln>
        </p:spPr>
      </p:cxnSp>
      <p:sp>
        <p:nvSpPr>
          <p:cNvPr id="67" name="Rectangle 66">
            <a:extLst>
              <a:ext uri="{FF2B5EF4-FFF2-40B4-BE49-F238E27FC236}">
                <a16:creationId xmlns:a16="http://schemas.microsoft.com/office/drawing/2014/main" id="{1EADE349-9980-487F-9A49-8A3ED30243C6}"/>
              </a:ext>
            </a:extLst>
          </p:cNvPr>
          <p:cNvSpPr>
            <a:spLocks noGrp="1"/>
          </p:cNvSpPr>
          <p:nvPr/>
        </p:nvSpPr>
        <p:spPr>
          <a:xfrm>
            <a:off x="2405063" y="2690813"/>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68" name="Rectangle 67">
            <a:extLst>
              <a:ext uri="{FF2B5EF4-FFF2-40B4-BE49-F238E27FC236}">
                <a16:creationId xmlns:a16="http://schemas.microsoft.com/office/drawing/2014/main" id="{BE85620C-F5C8-4A31-B8B5-18217CA2AFF8}"/>
              </a:ext>
            </a:extLst>
          </p:cNvPr>
          <p:cNvSpPr>
            <a:spLocks noGrp="1"/>
          </p:cNvSpPr>
          <p:nvPr/>
        </p:nvSpPr>
        <p:spPr>
          <a:xfrm>
            <a:off x="3071813" y="2690813"/>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69" name="Straight Arrow Connector 68">
            <a:extLst>
              <a:ext uri="{FF2B5EF4-FFF2-40B4-BE49-F238E27FC236}">
                <a16:creationId xmlns:a16="http://schemas.microsoft.com/office/drawing/2014/main" id="{A17CD747-F7C4-4E15-A9BF-0A4AEBD5D55E}"/>
              </a:ext>
            </a:extLst>
          </p:cNvPr>
          <p:cNvCxnSpPr>
            <a:stCxn id="67" idx="3"/>
            <a:endCxn id="68" idx="1"/>
          </p:cNvCxnSpPr>
          <p:nvPr/>
        </p:nvCxnSpPr>
        <p:spPr>
          <a:xfrm>
            <a:off x="2424114" y="2700339"/>
            <a:ext cx="647700" cy="0"/>
          </a:xfrm>
          <a:prstGeom prst="straightConnector1">
            <a:avLst/>
          </a:prstGeom>
          <a:ln w="42862">
            <a:solidFill>
              <a:srgbClr val="2D3A8C"/>
            </a:solidFill>
            <a:prstDash val="solid"/>
          </a:ln>
        </p:spPr>
      </p:cxnSp>
      <p:sp>
        <p:nvSpPr>
          <p:cNvPr id="70" name="Rectangle 69">
            <a:extLst>
              <a:ext uri="{FF2B5EF4-FFF2-40B4-BE49-F238E27FC236}">
                <a16:creationId xmlns:a16="http://schemas.microsoft.com/office/drawing/2014/main" id="{59B4DC70-D493-4029-B2F3-647D5A4573F9}"/>
              </a:ext>
            </a:extLst>
          </p:cNvPr>
          <p:cNvSpPr>
            <a:spLocks noGrp="1"/>
          </p:cNvSpPr>
          <p:nvPr/>
        </p:nvSpPr>
        <p:spPr>
          <a:xfrm>
            <a:off x="3071813" y="2690813"/>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71" name="Rectangle 70">
            <a:extLst>
              <a:ext uri="{FF2B5EF4-FFF2-40B4-BE49-F238E27FC236}">
                <a16:creationId xmlns:a16="http://schemas.microsoft.com/office/drawing/2014/main" id="{4EC38421-812D-4931-8012-89C4D8365FBD}"/>
              </a:ext>
            </a:extLst>
          </p:cNvPr>
          <p:cNvSpPr>
            <a:spLocks noGrp="1"/>
          </p:cNvSpPr>
          <p:nvPr/>
        </p:nvSpPr>
        <p:spPr>
          <a:xfrm>
            <a:off x="3738563" y="2690813"/>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72" name="Straight Arrow Connector 71">
            <a:extLst>
              <a:ext uri="{FF2B5EF4-FFF2-40B4-BE49-F238E27FC236}">
                <a16:creationId xmlns:a16="http://schemas.microsoft.com/office/drawing/2014/main" id="{EC87FEF4-011A-45FA-8376-F139DCB08576}"/>
              </a:ext>
            </a:extLst>
          </p:cNvPr>
          <p:cNvCxnSpPr>
            <a:stCxn id="70" idx="3"/>
            <a:endCxn id="71" idx="1"/>
          </p:cNvCxnSpPr>
          <p:nvPr/>
        </p:nvCxnSpPr>
        <p:spPr>
          <a:xfrm>
            <a:off x="3090863" y="2700339"/>
            <a:ext cx="647700" cy="0"/>
          </a:xfrm>
          <a:prstGeom prst="straightConnector1">
            <a:avLst/>
          </a:prstGeom>
          <a:ln w="42862">
            <a:solidFill>
              <a:srgbClr val="2D3A8C"/>
            </a:solidFill>
            <a:prstDash val="solid"/>
          </a:ln>
        </p:spPr>
      </p:cxnSp>
      <p:sp>
        <p:nvSpPr>
          <p:cNvPr id="73" name="Rectangle 72">
            <a:extLst>
              <a:ext uri="{FF2B5EF4-FFF2-40B4-BE49-F238E27FC236}">
                <a16:creationId xmlns:a16="http://schemas.microsoft.com/office/drawing/2014/main" id="{E3A9A529-1A53-495B-A064-2AE62AABD1D4}"/>
              </a:ext>
            </a:extLst>
          </p:cNvPr>
          <p:cNvSpPr>
            <a:spLocks noGrp="1"/>
          </p:cNvSpPr>
          <p:nvPr/>
        </p:nvSpPr>
        <p:spPr>
          <a:xfrm>
            <a:off x="3738563" y="2690813"/>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74" name="Rectangle 73">
            <a:extLst>
              <a:ext uri="{FF2B5EF4-FFF2-40B4-BE49-F238E27FC236}">
                <a16:creationId xmlns:a16="http://schemas.microsoft.com/office/drawing/2014/main" id="{1241FFA8-E7B3-455E-89C3-36A93C84D670}"/>
              </a:ext>
            </a:extLst>
          </p:cNvPr>
          <p:cNvSpPr>
            <a:spLocks noGrp="1"/>
          </p:cNvSpPr>
          <p:nvPr/>
        </p:nvSpPr>
        <p:spPr>
          <a:xfrm>
            <a:off x="4405313" y="2690813"/>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75" name="Straight Arrow Connector 74">
            <a:extLst>
              <a:ext uri="{FF2B5EF4-FFF2-40B4-BE49-F238E27FC236}">
                <a16:creationId xmlns:a16="http://schemas.microsoft.com/office/drawing/2014/main" id="{C30C7B75-820C-4DA2-BC8F-10BA20D844EF}"/>
              </a:ext>
            </a:extLst>
          </p:cNvPr>
          <p:cNvCxnSpPr>
            <a:stCxn id="73" idx="3"/>
            <a:endCxn id="74" idx="1"/>
          </p:cNvCxnSpPr>
          <p:nvPr/>
        </p:nvCxnSpPr>
        <p:spPr>
          <a:xfrm>
            <a:off x="3757614" y="2700339"/>
            <a:ext cx="647700" cy="0"/>
          </a:xfrm>
          <a:prstGeom prst="straightConnector1">
            <a:avLst/>
          </a:prstGeom>
          <a:ln w="42862">
            <a:solidFill>
              <a:srgbClr val="2D3A8C"/>
            </a:solidFill>
            <a:prstDash val="solid"/>
          </a:ln>
        </p:spPr>
      </p:cxnSp>
      <p:sp>
        <p:nvSpPr>
          <p:cNvPr id="76" name="Rectangle 75">
            <a:extLst>
              <a:ext uri="{FF2B5EF4-FFF2-40B4-BE49-F238E27FC236}">
                <a16:creationId xmlns:a16="http://schemas.microsoft.com/office/drawing/2014/main" id="{9CA34B8C-C485-4868-828C-1B0EF87C3A71}"/>
              </a:ext>
            </a:extLst>
          </p:cNvPr>
          <p:cNvSpPr>
            <a:spLocks noGrp="1"/>
          </p:cNvSpPr>
          <p:nvPr/>
        </p:nvSpPr>
        <p:spPr>
          <a:xfrm>
            <a:off x="4405313" y="2690813"/>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77" name="Rectangle 76">
            <a:extLst>
              <a:ext uri="{FF2B5EF4-FFF2-40B4-BE49-F238E27FC236}">
                <a16:creationId xmlns:a16="http://schemas.microsoft.com/office/drawing/2014/main" id="{02E33CBF-9884-47DD-983C-08512E840FBF}"/>
              </a:ext>
            </a:extLst>
          </p:cNvPr>
          <p:cNvSpPr>
            <a:spLocks noGrp="1"/>
          </p:cNvSpPr>
          <p:nvPr/>
        </p:nvSpPr>
        <p:spPr>
          <a:xfrm>
            <a:off x="5072063" y="3357563"/>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78" name="Straight Arrow Connector 77">
            <a:extLst>
              <a:ext uri="{FF2B5EF4-FFF2-40B4-BE49-F238E27FC236}">
                <a16:creationId xmlns:a16="http://schemas.microsoft.com/office/drawing/2014/main" id="{57FF4999-9C56-4C13-B7A7-F2A548C0E7AE}"/>
              </a:ext>
            </a:extLst>
          </p:cNvPr>
          <p:cNvCxnSpPr>
            <a:stCxn id="76" idx="2"/>
            <a:endCxn id="77" idx="1"/>
          </p:cNvCxnSpPr>
          <p:nvPr/>
        </p:nvCxnSpPr>
        <p:spPr>
          <a:xfrm>
            <a:off x="4414838" y="2709864"/>
            <a:ext cx="657225" cy="657225"/>
          </a:xfrm>
          <a:prstGeom prst="straightConnector1">
            <a:avLst/>
          </a:prstGeom>
          <a:ln w="42862">
            <a:solidFill>
              <a:srgbClr val="2D3A8C"/>
            </a:solidFill>
            <a:prstDash val="solid"/>
          </a:ln>
        </p:spPr>
      </p:cxnSp>
      <p:sp>
        <p:nvSpPr>
          <p:cNvPr id="79" name="Oval 78">
            <a:extLst>
              <a:ext uri="{FF2B5EF4-FFF2-40B4-BE49-F238E27FC236}">
                <a16:creationId xmlns:a16="http://schemas.microsoft.com/office/drawing/2014/main" id="{51E90326-74AD-47A1-8C6F-DCA37A8187D6}"/>
              </a:ext>
            </a:extLst>
          </p:cNvPr>
          <p:cNvSpPr>
            <a:spLocks noGrp="1"/>
          </p:cNvSpPr>
          <p:nvPr/>
        </p:nvSpPr>
        <p:spPr>
          <a:xfrm>
            <a:off x="890588" y="3176588"/>
            <a:ext cx="381000" cy="381000"/>
          </a:xfrm>
          <a:prstGeom prst="ellipse">
            <a:avLst/>
          </a:prstGeom>
          <a:solidFill>
            <a:srgbClr val="2D3A8C"/>
          </a:solidFill>
          <a:ln w="21431">
            <a:solidFill>
              <a:srgbClr val="FFFFFF"/>
            </a:solidFill>
            <a:prstDash val="solid"/>
          </a:ln>
        </p:spPr>
        <p:txBody>
          <a:bodyPr/>
          <a:lstStyle/>
          <a:p>
            <a:pPr defTabSz="1219170"/>
            <a:endParaRPr sz="2400">
              <a:solidFill>
                <a:srgbClr val="1B1F3B"/>
              </a:solidFill>
              <a:latin typeface="Calibri"/>
            </a:endParaRPr>
          </a:p>
        </p:txBody>
      </p:sp>
      <p:sp>
        <p:nvSpPr>
          <p:cNvPr id="80" name="Rectangle 79">
            <a:extLst>
              <a:ext uri="{FF2B5EF4-FFF2-40B4-BE49-F238E27FC236}">
                <a16:creationId xmlns:a16="http://schemas.microsoft.com/office/drawing/2014/main" id="{73C926E4-6FE9-420A-8F83-D561B5381DC5}"/>
              </a:ext>
            </a:extLst>
          </p:cNvPr>
          <p:cNvSpPr>
            <a:spLocks noGrp="1"/>
          </p:cNvSpPr>
          <p:nvPr/>
        </p:nvSpPr>
        <p:spPr>
          <a:xfrm>
            <a:off x="890588" y="3167063"/>
            <a:ext cx="381000" cy="381000"/>
          </a:xfrm>
          <a:prstGeom prst="rect">
            <a:avLst/>
          </a:prstGeom>
          <a:noFill/>
          <a:ln w="0">
            <a:noFill/>
            <a:prstDash val="solid"/>
          </a:ln>
        </p:spPr>
        <p:txBody>
          <a:bodyPr wrap="square" lIns="0" tIns="0" rIns="0" bIns="0" anchor="ctr">
            <a:noAutofit/>
          </a:bodyPr>
          <a:lstStyle>
            <a:defPPr algn="ctr">
              <a:defRPr sz="1300" b="1">
                <a:solidFill>
                  <a:srgbClr val="FFFFFF"/>
                </a:solidFill>
                <a:latin typeface="Calibri"/>
                <a:ea typeface="Calibri"/>
                <a:cs typeface="Calibri"/>
              </a:defRPr>
            </a:defPPr>
            <a:lvl1pPr algn="ctr">
              <a:defRPr sz="1300" b="1">
                <a:solidFill>
                  <a:srgbClr val="FFFFFF"/>
                </a:solidFill>
                <a:latin typeface="Calibri"/>
                <a:ea typeface="Calibri"/>
                <a:cs typeface="Calibri"/>
              </a:defRPr>
            </a:lvl1pPr>
            <a:lvl2pPr algn="ctr">
              <a:defRPr sz="1300" b="1">
                <a:solidFill>
                  <a:srgbClr val="FFFFFF"/>
                </a:solidFill>
                <a:latin typeface="Calibri"/>
                <a:ea typeface="Calibri"/>
                <a:cs typeface="Calibri"/>
              </a:defRPr>
            </a:lvl2pPr>
            <a:lvl3pPr algn="ctr">
              <a:defRPr sz="1300" b="1">
                <a:solidFill>
                  <a:srgbClr val="FFFFFF"/>
                </a:solidFill>
                <a:latin typeface="Calibri"/>
                <a:ea typeface="Calibri"/>
                <a:cs typeface="Calibri"/>
              </a:defRPr>
            </a:lvl3pPr>
            <a:lvl4pPr algn="ctr">
              <a:defRPr sz="1300" b="1">
                <a:solidFill>
                  <a:srgbClr val="FFFFFF"/>
                </a:solidFill>
                <a:latin typeface="Calibri"/>
                <a:ea typeface="Calibri"/>
                <a:cs typeface="Calibri"/>
              </a:defRPr>
            </a:lvl4pPr>
            <a:lvl5pPr algn="ctr">
              <a:defRPr sz="1300" b="1">
                <a:solidFill>
                  <a:srgbClr val="FFFFFF"/>
                </a:solidFill>
                <a:latin typeface="Calibri"/>
                <a:ea typeface="Calibri"/>
                <a:cs typeface="Calibri"/>
              </a:defRPr>
            </a:lvl5pPr>
            <a:lvl6pPr algn="ctr">
              <a:defRPr sz="1300" b="1">
                <a:solidFill>
                  <a:srgbClr val="FFFFFF"/>
                </a:solidFill>
                <a:latin typeface="Calibri"/>
                <a:ea typeface="Calibri"/>
                <a:cs typeface="Calibri"/>
              </a:defRPr>
            </a:lvl6pPr>
            <a:lvl7pPr algn="ctr">
              <a:defRPr sz="1300" b="1">
                <a:solidFill>
                  <a:srgbClr val="FFFFFF"/>
                </a:solidFill>
                <a:latin typeface="Calibri"/>
                <a:ea typeface="Calibri"/>
                <a:cs typeface="Calibri"/>
              </a:defRPr>
            </a:lvl7pPr>
            <a:lvl8pPr algn="ctr">
              <a:defRPr sz="1300" b="1">
                <a:solidFill>
                  <a:srgbClr val="FFFFFF"/>
                </a:solidFill>
                <a:latin typeface="Calibri"/>
                <a:ea typeface="Calibri"/>
                <a:cs typeface="Calibri"/>
              </a:defRPr>
            </a:lvl8pPr>
            <a:lvl9pPr algn="ctr">
              <a:defRPr sz="1300" b="1">
                <a:solidFill>
                  <a:srgbClr val="FFFFFF"/>
                </a:solidFill>
                <a:latin typeface="Calibri"/>
                <a:ea typeface="Calibri"/>
                <a:cs typeface="Calibri"/>
              </a:defRPr>
            </a:lvl9pPr>
          </a:lstStyle>
          <a:p>
            <a:pPr defTabSz="1219170">
              <a:defRPr sz="1300" b="1">
                <a:solidFill>
                  <a:srgbClr val="FFFFFF"/>
                </a:solidFill>
                <a:latin typeface="Calibri"/>
                <a:ea typeface="Calibri"/>
                <a:cs typeface="Calibri"/>
              </a:defRPr>
            </a:pPr>
            <a:r>
              <a:rPr sz="1733"/>
              <a:t>S</a:t>
            </a:r>
          </a:p>
        </p:txBody>
      </p:sp>
      <p:sp>
        <p:nvSpPr>
          <p:cNvPr id="81" name="Oval 80">
            <a:extLst>
              <a:ext uri="{FF2B5EF4-FFF2-40B4-BE49-F238E27FC236}">
                <a16:creationId xmlns:a16="http://schemas.microsoft.com/office/drawing/2014/main" id="{DAC9C020-0A27-4625-B957-341B6D61738A}"/>
              </a:ext>
            </a:extLst>
          </p:cNvPr>
          <p:cNvSpPr>
            <a:spLocks noGrp="1"/>
          </p:cNvSpPr>
          <p:nvPr/>
        </p:nvSpPr>
        <p:spPr>
          <a:xfrm>
            <a:off x="4891088" y="3176588"/>
            <a:ext cx="381000" cy="381000"/>
          </a:xfrm>
          <a:prstGeom prst="ellipse">
            <a:avLst/>
          </a:prstGeom>
          <a:solidFill>
            <a:srgbClr val="1B1F3B"/>
          </a:solidFill>
          <a:ln w="21431">
            <a:solidFill>
              <a:srgbClr val="FFFFFF"/>
            </a:solidFill>
            <a:prstDash val="solid"/>
          </a:ln>
        </p:spPr>
        <p:txBody>
          <a:bodyPr/>
          <a:lstStyle/>
          <a:p>
            <a:pPr defTabSz="1219170"/>
            <a:endParaRPr sz="2400">
              <a:solidFill>
                <a:srgbClr val="1B1F3B"/>
              </a:solidFill>
              <a:latin typeface="Calibri"/>
            </a:endParaRPr>
          </a:p>
        </p:txBody>
      </p:sp>
      <p:sp>
        <p:nvSpPr>
          <p:cNvPr id="82" name="Rectangle 81">
            <a:extLst>
              <a:ext uri="{FF2B5EF4-FFF2-40B4-BE49-F238E27FC236}">
                <a16:creationId xmlns:a16="http://schemas.microsoft.com/office/drawing/2014/main" id="{C4CBF085-0B3B-47AC-A1CF-FFF512E07DBB}"/>
              </a:ext>
            </a:extLst>
          </p:cNvPr>
          <p:cNvSpPr>
            <a:spLocks noGrp="1"/>
          </p:cNvSpPr>
          <p:nvPr/>
        </p:nvSpPr>
        <p:spPr>
          <a:xfrm>
            <a:off x="4891088" y="3167063"/>
            <a:ext cx="381000" cy="381000"/>
          </a:xfrm>
          <a:prstGeom prst="rect">
            <a:avLst/>
          </a:prstGeom>
          <a:noFill/>
          <a:ln w="0">
            <a:noFill/>
            <a:prstDash val="solid"/>
          </a:ln>
        </p:spPr>
        <p:txBody>
          <a:bodyPr wrap="square" lIns="0" tIns="0" rIns="0" bIns="0" anchor="ctr">
            <a:noAutofit/>
          </a:bodyPr>
          <a:lstStyle>
            <a:defPPr algn="ctr">
              <a:defRPr sz="1300" b="1">
                <a:solidFill>
                  <a:srgbClr val="FFFFFF"/>
                </a:solidFill>
                <a:latin typeface="Calibri"/>
                <a:ea typeface="Calibri"/>
                <a:cs typeface="Calibri"/>
              </a:defRPr>
            </a:defPPr>
            <a:lvl1pPr algn="ctr">
              <a:defRPr sz="1300" b="1">
                <a:solidFill>
                  <a:srgbClr val="FFFFFF"/>
                </a:solidFill>
                <a:latin typeface="Calibri"/>
                <a:ea typeface="Calibri"/>
                <a:cs typeface="Calibri"/>
              </a:defRPr>
            </a:lvl1pPr>
            <a:lvl2pPr algn="ctr">
              <a:defRPr sz="1300" b="1">
                <a:solidFill>
                  <a:srgbClr val="FFFFFF"/>
                </a:solidFill>
                <a:latin typeface="Calibri"/>
                <a:ea typeface="Calibri"/>
                <a:cs typeface="Calibri"/>
              </a:defRPr>
            </a:lvl2pPr>
            <a:lvl3pPr algn="ctr">
              <a:defRPr sz="1300" b="1">
                <a:solidFill>
                  <a:srgbClr val="FFFFFF"/>
                </a:solidFill>
                <a:latin typeface="Calibri"/>
                <a:ea typeface="Calibri"/>
                <a:cs typeface="Calibri"/>
              </a:defRPr>
            </a:lvl3pPr>
            <a:lvl4pPr algn="ctr">
              <a:defRPr sz="1300" b="1">
                <a:solidFill>
                  <a:srgbClr val="FFFFFF"/>
                </a:solidFill>
                <a:latin typeface="Calibri"/>
                <a:ea typeface="Calibri"/>
                <a:cs typeface="Calibri"/>
              </a:defRPr>
            </a:lvl4pPr>
            <a:lvl5pPr algn="ctr">
              <a:defRPr sz="1300" b="1">
                <a:solidFill>
                  <a:srgbClr val="FFFFFF"/>
                </a:solidFill>
                <a:latin typeface="Calibri"/>
                <a:ea typeface="Calibri"/>
                <a:cs typeface="Calibri"/>
              </a:defRPr>
            </a:lvl5pPr>
            <a:lvl6pPr algn="ctr">
              <a:defRPr sz="1300" b="1">
                <a:solidFill>
                  <a:srgbClr val="FFFFFF"/>
                </a:solidFill>
                <a:latin typeface="Calibri"/>
                <a:ea typeface="Calibri"/>
                <a:cs typeface="Calibri"/>
              </a:defRPr>
            </a:lvl6pPr>
            <a:lvl7pPr algn="ctr">
              <a:defRPr sz="1300" b="1">
                <a:solidFill>
                  <a:srgbClr val="FFFFFF"/>
                </a:solidFill>
                <a:latin typeface="Calibri"/>
                <a:ea typeface="Calibri"/>
                <a:cs typeface="Calibri"/>
              </a:defRPr>
            </a:lvl7pPr>
            <a:lvl8pPr algn="ctr">
              <a:defRPr sz="1300" b="1">
                <a:solidFill>
                  <a:srgbClr val="FFFFFF"/>
                </a:solidFill>
                <a:latin typeface="Calibri"/>
                <a:ea typeface="Calibri"/>
                <a:cs typeface="Calibri"/>
              </a:defRPr>
            </a:lvl8pPr>
            <a:lvl9pPr algn="ctr">
              <a:defRPr sz="1300" b="1">
                <a:solidFill>
                  <a:srgbClr val="FFFFFF"/>
                </a:solidFill>
                <a:latin typeface="Calibri"/>
                <a:ea typeface="Calibri"/>
                <a:cs typeface="Calibri"/>
              </a:defRPr>
            </a:lvl9pPr>
          </a:lstStyle>
          <a:p>
            <a:pPr defTabSz="1219170">
              <a:defRPr sz="1300" b="1">
                <a:solidFill>
                  <a:srgbClr val="FFFFFF"/>
                </a:solidFill>
                <a:latin typeface="Calibri"/>
                <a:ea typeface="Calibri"/>
                <a:cs typeface="Calibri"/>
              </a:defRPr>
            </a:pPr>
            <a:r>
              <a:rPr sz="1733"/>
              <a:t>G</a:t>
            </a:r>
          </a:p>
        </p:txBody>
      </p:sp>
      <p:sp>
        <p:nvSpPr>
          <p:cNvPr id="83" name="Rectangle 82">
            <a:extLst>
              <a:ext uri="{FF2B5EF4-FFF2-40B4-BE49-F238E27FC236}">
                <a16:creationId xmlns:a16="http://schemas.microsoft.com/office/drawing/2014/main" id="{5F215A1A-1124-4ABE-A083-00E2DF4E2E12}"/>
              </a:ext>
            </a:extLst>
          </p:cNvPr>
          <p:cNvSpPr>
            <a:spLocks noGrp="1"/>
          </p:cNvSpPr>
          <p:nvPr/>
        </p:nvSpPr>
        <p:spPr>
          <a:xfrm>
            <a:off x="6286500" y="1952626"/>
            <a:ext cx="4953000" cy="1428749"/>
          </a:xfrm>
          <a:prstGeom prst="rect">
            <a:avLst/>
          </a:prstGeom>
          <a:noFill/>
          <a:ln w="0">
            <a:noFill/>
            <a:prstDash val="solid"/>
          </a:ln>
        </p:spPr>
        <p:txBody>
          <a:bodyPr wrap="square" lIns="0" tIns="0" rIns="0" bIns="0" anchor="ctr">
            <a:noAutofit/>
          </a:bodyPr>
          <a:lstStyle>
            <a:defPPr algn="l">
              <a:defRPr sz="2250" b="1">
                <a:solidFill>
                  <a:srgbClr val="1B1F3B"/>
                </a:solidFill>
                <a:latin typeface="Calibri"/>
                <a:ea typeface="Calibri"/>
                <a:cs typeface="Calibri"/>
              </a:defRPr>
            </a:defPPr>
            <a:lvl1pPr algn="l">
              <a:defRPr sz="2250" b="1">
                <a:solidFill>
                  <a:srgbClr val="1B1F3B"/>
                </a:solidFill>
                <a:latin typeface="Calibri"/>
                <a:ea typeface="Calibri"/>
                <a:cs typeface="Calibri"/>
              </a:defRPr>
            </a:lvl1pPr>
            <a:lvl2pPr algn="l">
              <a:defRPr sz="2250" b="1">
                <a:solidFill>
                  <a:srgbClr val="1B1F3B"/>
                </a:solidFill>
                <a:latin typeface="Calibri"/>
                <a:ea typeface="Calibri"/>
                <a:cs typeface="Calibri"/>
              </a:defRPr>
            </a:lvl2pPr>
            <a:lvl3pPr algn="l">
              <a:defRPr sz="2250" b="1">
                <a:solidFill>
                  <a:srgbClr val="1B1F3B"/>
                </a:solidFill>
                <a:latin typeface="Calibri"/>
                <a:ea typeface="Calibri"/>
                <a:cs typeface="Calibri"/>
              </a:defRPr>
            </a:lvl3pPr>
            <a:lvl4pPr algn="l">
              <a:defRPr sz="2250" b="1">
                <a:solidFill>
                  <a:srgbClr val="1B1F3B"/>
                </a:solidFill>
                <a:latin typeface="Calibri"/>
                <a:ea typeface="Calibri"/>
                <a:cs typeface="Calibri"/>
              </a:defRPr>
            </a:lvl4pPr>
            <a:lvl5pPr algn="l">
              <a:defRPr sz="2250" b="1">
                <a:solidFill>
                  <a:srgbClr val="1B1F3B"/>
                </a:solidFill>
                <a:latin typeface="Calibri"/>
                <a:ea typeface="Calibri"/>
                <a:cs typeface="Calibri"/>
              </a:defRPr>
            </a:lvl5pPr>
            <a:lvl6pPr algn="l">
              <a:defRPr sz="2250" b="1">
                <a:solidFill>
                  <a:srgbClr val="1B1F3B"/>
                </a:solidFill>
                <a:latin typeface="Calibri"/>
                <a:ea typeface="Calibri"/>
                <a:cs typeface="Calibri"/>
              </a:defRPr>
            </a:lvl6pPr>
            <a:lvl7pPr algn="l">
              <a:defRPr sz="2250" b="1">
                <a:solidFill>
                  <a:srgbClr val="1B1F3B"/>
                </a:solidFill>
                <a:latin typeface="Calibri"/>
                <a:ea typeface="Calibri"/>
                <a:cs typeface="Calibri"/>
              </a:defRPr>
            </a:lvl7pPr>
            <a:lvl8pPr algn="l">
              <a:defRPr sz="2250" b="1">
                <a:solidFill>
                  <a:srgbClr val="1B1F3B"/>
                </a:solidFill>
                <a:latin typeface="Calibri"/>
                <a:ea typeface="Calibri"/>
                <a:cs typeface="Calibri"/>
              </a:defRPr>
            </a:lvl8pPr>
            <a:lvl9pPr algn="l">
              <a:defRPr sz="2250" b="1">
                <a:solidFill>
                  <a:srgbClr val="1B1F3B"/>
                </a:solidFill>
                <a:latin typeface="Calibri"/>
                <a:ea typeface="Calibri"/>
                <a:cs typeface="Calibri"/>
              </a:defRPr>
            </a:lvl9pPr>
          </a:lstStyle>
          <a:p>
            <a:pPr defTabSz="1219170">
              <a:defRPr sz="2250" b="1">
                <a:solidFill>
                  <a:srgbClr val="1B1F3B"/>
                </a:solidFill>
                <a:latin typeface="Calibri"/>
                <a:ea typeface="Calibri"/>
                <a:cs typeface="Calibri"/>
              </a:defRPr>
            </a:pPr>
            <a:r>
              <a:rPr sz="3000"/>
              <a:t>Which route would</a:t>
            </a:r>
          </a:p>
          <a:p>
            <a:pPr defTabSz="1219170">
              <a:defRPr sz="2250" b="1">
                <a:solidFill>
                  <a:srgbClr val="1B1F3B"/>
                </a:solidFill>
                <a:latin typeface="Calibri"/>
                <a:ea typeface="Calibri"/>
                <a:cs typeface="Calibri"/>
              </a:defRPr>
            </a:pPr>
            <a:r>
              <a:rPr sz="3000"/>
              <a:t>you choose?</a:t>
            </a:r>
          </a:p>
        </p:txBody>
      </p:sp>
      <p:sp>
        <p:nvSpPr>
          <p:cNvPr id="84" name="Rectangle 83">
            <a:extLst>
              <a:ext uri="{FF2B5EF4-FFF2-40B4-BE49-F238E27FC236}">
                <a16:creationId xmlns:a16="http://schemas.microsoft.com/office/drawing/2014/main" id="{6814DC78-A7D7-4494-B732-15B0FD2D115B}"/>
              </a:ext>
            </a:extLst>
          </p:cNvPr>
          <p:cNvSpPr>
            <a:spLocks noGrp="1"/>
          </p:cNvSpPr>
          <p:nvPr/>
        </p:nvSpPr>
        <p:spPr>
          <a:xfrm>
            <a:off x="6286501" y="3714750"/>
            <a:ext cx="4762500" cy="952500"/>
          </a:xfrm>
          <a:prstGeom prst="rect">
            <a:avLst/>
          </a:prstGeom>
          <a:noFill/>
          <a:ln w="0">
            <a:noFill/>
            <a:prstDash val="solid"/>
          </a:ln>
        </p:spPr>
        <p:txBody>
          <a:bodyPr wrap="square" lIns="0" tIns="0" rIns="0" bIns="0" anchor="ctr">
            <a:noAutofit/>
          </a:bodyPr>
          <a:lstStyle>
            <a:defPPr algn="l">
              <a:defRPr sz="1600" b="0">
                <a:solidFill>
                  <a:srgbClr val="1B1F3B"/>
                </a:solidFill>
                <a:latin typeface="Calibri"/>
                <a:ea typeface="Calibri"/>
                <a:cs typeface="Calibri"/>
              </a:defRPr>
            </a:defPPr>
            <a:lvl1pPr algn="l">
              <a:defRPr sz="1600" b="0">
                <a:solidFill>
                  <a:srgbClr val="1B1F3B"/>
                </a:solidFill>
                <a:latin typeface="Calibri"/>
                <a:ea typeface="Calibri"/>
                <a:cs typeface="Calibri"/>
              </a:defRPr>
            </a:lvl1pPr>
            <a:lvl2pPr algn="l">
              <a:defRPr sz="1600" b="0">
                <a:solidFill>
                  <a:srgbClr val="1B1F3B"/>
                </a:solidFill>
                <a:latin typeface="Calibri"/>
                <a:ea typeface="Calibri"/>
                <a:cs typeface="Calibri"/>
              </a:defRPr>
            </a:lvl2pPr>
            <a:lvl3pPr algn="l">
              <a:defRPr sz="1600" b="0">
                <a:solidFill>
                  <a:srgbClr val="1B1F3B"/>
                </a:solidFill>
                <a:latin typeface="Calibri"/>
                <a:ea typeface="Calibri"/>
                <a:cs typeface="Calibri"/>
              </a:defRPr>
            </a:lvl3pPr>
            <a:lvl4pPr algn="l">
              <a:defRPr sz="1600" b="0">
                <a:solidFill>
                  <a:srgbClr val="1B1F3B"/>
                </a:solidFill>
                <a:latin typeface="Calibri"/>
                <a:ea typeface="Calibri"/>
                <a:cs typeface="Calibri"/>
              </a:defRPr>
            </a:lvl4pPr>
            <a:lvl5pPr algn="l">
              <a:defRPr sz="1600" b="0">
                <a:solidFill>
                  <a:srgbClr val="1B1F3B"/>
                </a:solidFill>
                <a:latin typeface="Calibri"/>
                <a:ea typeface="Calibri"/>
                <a:cs typeface="Calibri"/>
              </a:defRPr>
            </a:lvl5pPr>
            <a:lvl6pPr algn="l">
              <a:defRPr sz="1600" b="0">
                <a:solidFill>
                  <a:srgbClr val="1B1F3B"/>
                </a:solidFill>
                <a:latin typeface="Calibri"/>
                <a:ea typeface="Calibri"/>
                <a:cs typeface="Calibri"/>
              </a:defRPr>
            </a:lvl6pPr>
            <a:lvl7pPr algn="l">
              <a:defRPr sz="1600" b="0">
                <a:solidFill>
                  <a:srgbClr val="1B1F3B"/>
                </a:solidFill>
                <a:latin typeface="Calibri"/>
                <a:ea typeface="Calibri"/>
                <a:cs typeface="Calibri"/>
              </a:defRPr>
            </a:lvl7pPr>
            <a:lvl8pPr algn="l">
              <a:defRPr sz="1600" b="0">
                <a:solidFill>
                  <a:srgbClr val="1B1F3B"/>
                </a:solidFill>
                <a:latin typeface="Calibri"/>
                <a:ea typeface="Calibri"/>
                <a:cs typeface="Calibri"/>
              </a:defRPr>
            </a:lvl8pPr>
            <a:lvl9pPr algn="l">
              <a:defRPr sz="1600" b="0">
                <a:solidFill>
                  <a:srgbClr val="1B1F3B"/>
                </a:solidFill>
                <a:latin typeface="Calibri"/>
                <a:ea typeface="Calibri"/>
                <a:cs typeface="Calibri"/>
              </a:defRPr>
            </a:lvl9pPr>
          </a:lstStyle>
          <a:p>
            <a:pPr defTabSz="1219170">
              <a:defRPr sz="1600" b="0">
                <a:solidFill>
                  <a:srgbClr val="1B1F3B"/>
                </a:solidFill>
                <a:latin typeface="Calibri"/>
                <a:ea typeface="Calibri"/>
                <a:cs typeface="Calibri"/>
              </a:defRPr>
            </a:pPr>
            <a:r>
              <a:rPr sz="2133"/>
              <a:t>The shorter route crosses</a:t>
            </a:r>
          </a:p>
          <a:p>
            <a:pPr defTabSz="1219170">
              <a:defRPr sz="1600" b="0">
                <a:solidFill>
                  <a:srgbClr val="1B1F3B"/>
                </a:solidFill>
                <a:latin typeface="Calibri"/>
                <a:ea typeface="Calibri"/>
                <a:cs typeface="Calibri"/>
              </a:defRPr>
            </a:pPr>
            <a:r>
              <a:rPr sz="2133"/>
              <a:t>more congestion.</a:t>
            </a:r>
          </a:p>
        </p:txBody>
      </p:sp>
      <p:sp>
        <p:nvSpPr>
          <p:cNvPr id="85" name="Rectangle 84">
            <a:extLst>
              <a:ext uri="{FF2B5EF4-FFF2-40B4-BE49-F238E27FC236}">
                <a16:creationId xmlns:a16="http://schemas.microsoft.com/office/drawing/2014/main" id="{EBC9A146-F77C-42BD-B2ED-F8E99DB5D825}"/>
              </a:ext>
            </a:extLst>
          </p:cNvPr>
          <p:cNvSpPr>
            <a:spLocks noGrp="1"/>
          </p:cNvSpPr>
          <p:nvPr/>
        </p:nvSpPr>
        <p:spPr>
          <a:xfrm>
            <a:off x="762000" y="5429251"/>
            <a:ext cx="209549" cy="209549"/>
          </a:xfrm>
          <a:prstGeom prst="rect">
            <a:avLst/>
          </a:prstGeom>
          <a:solidFill>
            <a:srgbClr val="E0F1ED"/>
          </a:solidFill>
          <a:ln w="0">
            <a:noFill/>
            <a:prstDash val="solid"/>
          </a:ln>
        </p:spPr>
        <p:txBody>
          <a:bodyPr/>
          <a:lstStyle/>
          <a:p>
            <a:pPr defTabSz="1219170"/>
            <a:endParaRPr sz="2400">
              <a:solidFill>
                <a:srgbClr val="1B1F3B"/>
              </a:solidFill>
              <a:latin typeface="Calibri"/>
            </a:endParaRPr>
          </a:p>
        </p:txBody>
      </p:sp>
      <p:sp>
        <p:nvSpPr>
          <p:cNvPr id="86" name="Rectangle 85">
            <a:extLst>
              <a:ext uri="{FF2B5EF4-FFF2-40B4-BE49-F238E27FC236}">
                <a16:creationId xmlns:a16="http://schemas.microsoft.com/office/drawing/2014/main" id="{FA8E57B4-64E6-4DB7-BF0E-20534388CE0A}"/>
              </a:ext>
            </a:extLst>
          </p:cNvPr>
          <p:cNvSpPr>
            <a:spLocks noGrp="1"/>
          </p:cNvSpPr>
          <p:nvPr/>
        </p:nvSpPr>
        <p:spPr>
          <a:xfrm>
            <a:off x="1066800" y="5353051"/>
            <a:ext cx="1428749" cy="381000"/>
          </a:xfrm>
          <a:prstGeom prst="rect">
            <a:avLst/>
          </a:prstGeom>
          <a:noFill/>
          <a:ln w="0">
            <a:noFill/>
            <a:prstDash val="solid"/>
          </a:ln>
        </p:spPr>
        <p:txBody>
          <a:bodyPr wrap="square" lIns="0" tIns="0" rIns="0" bIns="0" anchor="ctr">
            <a:noAutofit/>
          </a:bodyPr>
          <a:lstStyle>
            <a:defPPr algn="l">
              <a:defRPr sz="1050" b="0">
                <a:solidFill>
                  <a:srgbClr val="1B1F3B"/>
                </a:solidFill>
                <a:latin typeface="Calibri"/>
                <a:ea typeface="Calibri"/>
                <a:cs typeface="Calibri"/>
              </a:defRPr>
            </a:defPPr>
            <a:lvl1pPr algn="l">
              <a:defRPr sz="1050" b="0">
                <a:solidFill>
                  <a:srgbClr val="1B1F3B"/>
                </a:solidFill>
                <a:latin typeface="Calibri"/>
                <a:ea typeface="Calibri"/>
                <a:cs typeface="Calibri"/>
              </a:defRPr>
            </a:lvl1pPr>
            <a:lvl2pPr algn="l">
              <a:defRPr sz="1050" b="0">
                <a:solidFill>
                  <a:srgbClr val="1B1F3B"/>
                </a:solidFill>
                <a:latin typeface="Calibri"/>
                <a:ea typeface="Calibri"/>
                <a:cs typeface="Calibri"/>
              </a:defRPr>
            </a:lvl2pPr>
            <a:lvl3pPr algn="l">
              <a:defRPr sz="1050" b="0">
                <a:solidFill>
                  <a:srgbClr val="1B1F3B"/>
                </a:solidFill>
                <a:latin typeface="Calibri"/>
                <a:ea typeface="Calibri"/>
                <a:cs typeface="Calibri"/>
              </a:defRPr>
            </a:lvl3pPr>
            <a:lvl4pPr algn="l">
              <a:defRPr sz="1050" b="0">
                <a:solidFill>
                  <a:srgbClr val="1B1F3B"/>
                </a:solidFill>
                <a:latin typeface="Calibri"/>
                <a:ea typeface="Calibri"/>
                <a:cs typeface="Calibri"/>
              </a:defRPr>
            </a:lvl4pPr>
            <a:lvl5pPr algn="l">
              <a:defRPr sz="1050" b="0">
                <a:solidFill>
                  <a:srgbClr val="1B1F3B"/>
                </a:solidFill>
                <a:latin typeface="Calibri"/>
                <a:ea typeface="Calibri"/>
                <a:cs typeface="Calibri"/>
              </a:defRPr>
            </a:lvl5pPr>
            <a:lvl6pPr algn="l">
              <a:defRPr sz="1050" b="0">
                <a:solidFill>
                  <a:srgbClr val="1B1F3B"/>
                </a:solidFill>
                <a:latin typeface="Calibri"/>
                <a:ea typeface="Calibri"/>
                <a:cs typeface="Calibri"/>
              </a:defRPr>
            </a:lvl6pPr>
            <a:lvl7pPr algn="l">
              <a:defRPr sz="1050" b="0">
                <a:solidFill>
                  <a:srgbClr val="1B1F3B"/>
                </a:solidFill>
                <a:latin typeface="Calibri"/>
                <a:ea typeface="Calibri"/>
                <a:cs typeface="Calibri"/>
              </a:defRPr>
            </a:lvl7pPr>
            <a:lvl8pPr algn="l">
              <a:defRPr sz="1050" b="0">
                <a:solidFill>
                  <a:srgbClr val="1B1F3B"/>
                </a:solidFill>
                <a:latin typeface="Calibri"/>
                <a:ea typeface="Calibri"/>
                <a:cs typeface="Calibri"/>
              </a:defRPr>
            </a:lvl8pPr>
            <a:lvl9pPr algn="l">
              <a:defRPr sz="1050" b="0">
                <a:solidFill>
                  <a:srgbClr val="1B1F3B"/>
                </a:solidFill>
                <a:latin typeface="Calibri"/>
                <a:ea typeface="Calibri"/>
                <a:cs typeface="Calibri"/>
              </a:defRPr>
            </a:lvl9pPr>
          </a:lstStyle>
          <a:p>
            <a:pPr defTabSz="1219170">
              <a:defRPr sz="1050" b="0">
                <a:solidFill>
                  <a:srgbClr val="1B1F3B"/>
                </a:solidFill>
                <a:latin typeface="Calibri"/>
                <a:ea typeface="Calibri"/>
                <a:cs typeface="Calibri"/>
              </a:defRPr>
            </a:pPr>
            <a:r>
              <a:rPr sz="1400"/>
              <a:t>Free flow</a:t>
            </a:r>
          </a:p>
        </p:txBody>
      </p:sp>
      <p:sp>
        <p:nvSpPr>
          <p:cNvPr id="87" name="Rectangle 86">
            <a:extLst>
              <a:ext uri="{FF2B5EF4-FFF2-40B4-BE49-F238E27FC236}">
                <a16:creationId xmlns:a16="http://schemas.microsoft.com/office/drawing/2014/main" id="{C464494D-2548-4BF9-8B7B-E0ADA68C616F}"/>
              </a:ext>
            </a:extLst>
          </p:cNvPr>
          <p:cNvSpPr>
            <a:spLocks noGrp="1"/>
          </p:cNvSpPr>
          <p:nvPr/>
        </p:nvSpPr>
        <p:spPr>
          <a:xfrm>
            <a:off x="2476500" y="5429251"/>
            <a:ext cx="209549" cy="209549"/>
          </a:xfrm>
          <a:prstGeom prst="rect">
            <a:avLst/>
          </a:prstGeom>
          <a:solidFill>
            <a:srgbClr val="F8D19C"/>
          </a:solidFill>
          <a:ln w="0">
            <a:noFill/>
            <a:prstDash val="solid"/>
          </a:ln>
        </p:spPr>
        <p:txBody>
          <a:bodyPr/>
          <a:lstStyle/>
          <a:p>
            <a:pPr defTabSz="1219170"/>
            <a:endParaRPr sz="2400">
              <a:solidFill>
                <a:srgbClr val="1B1F3B"/>
              </a:solidFill>
              <a:latin typeface="Calibri"/>
            </a:endParaRPr>
          </a:p>
        </p:txBody>
      </p:sp>
      <p:sp>
        <p:nvSpPr>
          <p:cNvPr id="88" name="Rectangle 87">
            <a:extLst>
              <a:ext uri="{FF2B5EF4-FFF2-40B4-BE49-F238E27FC236}">
                <a16:creationId xmlns:a16="http://schemas.microsoft.com/office/drawing/2014/main" id="{84EF1A03-4D9A-4762-96E7-ED8BF055B06C}"/>
              </a:ext>
            </a:extLst>
          </p:cNvPr>
          <p:cNvSpPr>
            <a:spLocks noGrp="1"/>
          </p:cNvSpPr>
          <p:nvPr/>
        </p:nvSpPr>
        <p:spPr>
          <a:xfrm>
            <a:off x="2781300" y="5353051"/>
            <a:ext cx="1428749" cy="381000"/>
          </a:xfrm>
          <a:prstGeom prst="rect">
            <a:avLst/>
          </a:prstGeom>
          <a:noFill/>
          <a:ln w="0">
            <a:noFill/>
            <a:prstDash val="solid"/>
          </a:ln>
        </p:spPr>
        <p:txBody>
          <a:bodyPr wrap="square" lIns="0" tIns="0" rIns="0" bIns="0" anchor="ctr">
            <a:noAutofit/>
          </a:bodyPr>
          <a:lstStyle>
            <a:defPPr algn="l">
              <a:defRPr sz="1050" b="0">
                <a:solidFill>
                  <a:srgbClr val="1B1F3B"/>
                </a:solidFill>
                <a:latin typeface="Calibri"/>
                <a:ea typeface="Calibri"/>
                <a:cs typeface="Calibri"/>
              </a:defRPr>
            </a:defPPr>
            <a:lvl1pPr algn="l">
              <a:defRPr sz="1050" b="0">
                <a:solidFill>
                  <a:srgbClr val="1B1F3B"/>
                </a:solidFill>
                <a:latin typeface="Calibri"/>
                <a:ea typeface="Calibri"/>
                <a:cs typeface="Calibri"/>
              </a:defRPr>
            </a:lvl1pPr>
            <a:lvl2pPr algn="l">
              <a:defRPr sz="1050" b="0">
                <a:solidFill>
                  <a:srgbClr val="1B1F3B"/>
                </a:solidFill>
                <a:latin typeface="Calibri"/>
                <a:ea typeface="Calibri"/>
                <a:cs typeface="Calibri"/>
              </a:defRPr>
            </a:lvl2pPr>
            <a:lvl3pPr algn="l">
              <a:defRPr sz="1050" b="0">
                <a:solidFill>
                  <a:srgbClr val="1B1F3B"/>
                </a:solidFill>
                <a:latin typeface="Calibri"/>
                <a:ea typeface="Calibri"/>
                <a:cs typeface="Calibri"/>
              </a:defRPr>
            </a:lvl3pPr>
            <a:lvl4pPr algn="l">
              <a:defRPr sz="1050" b="0">
                <a:solidFill>
                  <a:srgbClr val="1B1F3B"/>
                </a:solidFill>
                <a:latin typeface="Calibri"/>
                <a:ea typeface="Calibri"/>
                <a:cs typeface="Calibri"/>
              </a:defRPr>
            </a:lvl4pPr>
            <a:lvl5pPr algn="l">
              <a:defRPr sz="1050" b="0">
                <a:solidFill>
                  <a:srgbClr val="1B1F3B"/>
                </a:solidFill>
                <a:latin typeface="Calibri"/>
                <a:ea typeface="Calibri"/>
                <a:cs typeface="Calibri"/>
              </a:defRPr>
            </a:lvl5pPr>
            <a:lvl6pPr algn="l">
              <a:defRPr sz="1050" b="0">
                <a:solidFill>
                  <a:srgbClr val="1B1F3B"/>
                </a:solidFill>
                <a:latin typeface="Calibri"/>
                <a:ea typeface="Calibri"/>
                <a:cs typeface="Calibri"/>
              </a:defRPr>
            </a:lvl6pPr>
            <a:lvl7pPr algn="l">
              <a:defRPr sz="1050" b="0">
                <a:solidFill>
                  <a:srgbClr val="1B1F3B"/>
                </a:solidFill>
                <a:latin typeface="Calibri"/>
                <a:ea typeface="Calibri"/>
                <a:cs typeface="Calibri"/>
              </a:defRPr>
            </a:lvl7pPr>
            <a:lvl8pPr algn="l">
              <a:defRPr sz="1050" b="0">
                <a:solidFill>
                  <a:srgbClr val="1B1F3B"/>
                </a:solidFill>
                <a:latin typeface="Calibri"/>
                <a:ea typeface="Calibri"/>
                <a:cs typeface="Calibri"/>
              </a:defRPr>
            </a:lvl8pPr>
            <a:lvl9pPr algn="l">
              <a:defRPr sz="1050" b="0">
                <a:solidFill>
                  <a:srgbClr val="1B1F3B"/>
                </a:solidFill>
                <a:latin typeface="Calibri"/>
                <a:ea typeface="Calibri"/>
                <a:cs typeface="Calibri"/>
              </a:defRPr>
            </a:lvl9pPr>
          </a:lstStyle>
          <a:p>
            <a:pPr defTabSz="1219170">
              <a:defRPr sz="1050" b="0">
                <a:solidFill>
                  <a:srgbClr val="1B1F3B"/>
                </a:solidFill>
                <a:latin typeface="Calibri"/>
                <a:ea typeface="Calibri"/>
                <a:cs typeface="Calibri"/>
              </a:defRPr>
            </a:pPr>
            <a:r>
              <a:rPr sz="1400"/>
              <a:t>Congested</a:t>
            </a:r>
          </a:p>
        </p:txBody>
      </p:sp>
      <p:sp>
        <p:nvSpPr>
          <p:cNvPr id="89" name="Rectangle 88">
            <a:extLst>
              <a:ext uri="{FF2B5EF4-FFF2-40B4-BE49-F238E27FC236}">
                <a16:creationId xmlns:a16="http://schemas.microsoft.com/office/drawing/2014/main" id="{55691B36-50AF-49E1-9080-A276A2F59425}"/>
              </a:ext>
            </a:extLst>
          </p:cNvPr>
          <p:cNvSpPr>
            <a:spLocks noGrp="1"/>
          </p:cNvSpPr>
          <p:nvPr/>
        </p:nvSpPr>
        <p:spPr>
          <a:xfrm>
            <a:off x="4191000" y="5429251"/>
            <a:ext cx="209549" cy="209549"/>
          </a:xfrm>
          <a:prstGeom prst="rect">
            <a:avLst/>
          </a:prstGeom>
          <a:solidFill>
            <a:srgbClr val="FBE5E5"/>
          </a:solidFill>
          <a:ln w="0">
            <a:noFill/>
            <a:prstDash val="solid"/>
          </a:ln>
        </p:spPr>
        <p:txBody>
          <a:bodyPr/>
          <a:lstStyle/>
          <a:p>
            <a:pPr defTabSz="1219170"/>
            <a:endParaRPr sz="2400">
              <a:solidFill>
                <a:srgbClr val="1B1F3B"/>
              </a:solidFill>
              <a:latin typeface="Calibri"/>
            </a:endParaRPr>
          </a:p>
        </p:txBody>
      </p:sp>
      <p:sp>
        <p:nvSpPr>
          <p:cNvPr id="90" name="Rectangle 89">
            <a:extLst>
              <a:ext uri="{FF2B5EF4-FFF2-40B4-BE49-F238E27FC236}">
                <a16:creationId xmlns:a16="http://schemas.microsoft.com/office/drawing/2014/main" id="{81D2BA83-E435-44AC-BE7E-1EB546823D96}"/>
              </a:ext>
            </a:extLst>
          </p:cNvPr>
          <p:cNvSpPr>
            <a:spLocks noGrp="1"/>
          </p:cNvSpPr>
          <p:nvPr/>
        </p:nvSpPr>
        <p:spPr>
          <a:xfrm>
            <a:off x="4495800" y="5353051"/>
            <a:ext cx="1428749" cy="381000"/>
          </a:xfrm>
          <a:prstGeom prst="rect">
            <a:avLst/>
          </a:prstGeom>
          <a:noFill/>
          <a:ln w="0">
            <a:noFill/>
            <a:prstDash val="solid"/>
          </a:ln>
        </p:spPr>
        <p:txBody>
          <a:bodyPr wrap="square" lIns="0" tIns="0" rIns="0" bIns="0" anchor="ctr">
            <a:noAutofit/>
          </a:bodyPr>
          <a:lstStyle>
            <a:defPPr algn="l">
              <a:defRPr sz="1050" b="0">
                <a:solidFill>
                  <a:srgbClr val="1B1F3B"/>
                </a:solidFill>
                <a:latin typeface="Calibri"/>
                <a:ea typeface="Calibri"/>
                <a:cs typeface="Calibri"/>
              </a:defRPr>
            </a:defPPr>
            <a:lvl1pPr algn="l">
              <a:defRPr sz="1050" b="0">
                <a:solidFill>
                  <a:srgbClr val="1B1F3B"/>
                </a:solidFill>
                <a:latin typeface="Calibri"/>
                <a:ea typeface="Calibri"/>
                <a:cs typeface="Calibri"/>
              </a:defRPr>
            </a:lvl1pPr>
            <a:lvl2pPr algn="l">
              <a:defRPr sz="1050" b="0">
                <a:solidFill>
                  <a:srgbClr val="1B1F3B"/>
                </a:solidFill>
                <a:latin typeface="Calibri"/>
                <a:ea typeface="Calibri"/>
                <a:cs typeface="Calibri"/>
              </a:defRPr>
            </a:lvl2pPr>
            <a:lvl3pPr algn="l">
              <a:defRPr sz="1050" b="0">
                <a:solidFill>
                  <a:srgbClr val="1B1F3B"/>
                </a:solidFill>
                <a:latin typeface="Calibri"/>
                <a:ea typeface="Calibri"/>
                <a:cs typeface="Calibri"/>
              </a:defRPr>
            </a:lvl3pPr>
            <a:lvl4pPr algn="l">
              <a:defRPr sz="1050" b="0">
                <a:solidFill>
                  <a:srgbClr val="1B1F3B"/>
                </a:solidFill>
                <a:latin typeface="Calibri"/>
                <a:ea typeface="Calibri"/>
                <a:cs typeface="Calibri"/>
              </a:defRPr>
            </a:lvl4pPr>
            <a:lvl5pPr algn="l">
              <a:defRPr sz="1050" b="0">
                <a:solidFill>
                  <a:srgbClr val="1B1F3B"/>
                </a:solidFill>
                <a:latin typeface="Calibri"/>
                <a:ea typeface="Calibri"/>
                <a:cs typeface="Calibri"/>
              </a:defRPr>
            </a:lvl5pPr>
            <a:lvl6pPr algn="l">
              <a:defRPr sz="1050" b="0">
                <a:solidFill>
                  <a:srgbClr val="1B1F3B"/>
                </a:solidFill>
                <a:latin typeface="Calibri"/>
                <a:ea typeface="Calibri"/>
                <a:cs typeface="Calibri"/>
              </a:defRPr>
            </a:lvl6pPr>
            <a:lvl7pPr algn="l">
              <a:defRPr sz="1050" b="0">
                <a:solidFill>
                  <a:srgbClr val="1B1F3B"/>
                </a:solidFill>
                <a:latin typeface="Calibri"/>
                <a:ea typeface="Calibri"/>
                <a:cs typeface="Calibri"/>
              </a:defRPr>
            </a:lvl7pPr>
            <a:lvl8pPr algn="l">
              <a:defRPr sz="1050" b="0">
                <a:solidFill>
                  <a:srgbClr val="1B1F3B"/>
                </a:solidFill>
                <a:latin typeface="Calibri"/>
                <a:ea typeface="Calibri"/>
                <a:cs typeface="Calibri"/>
              </a:defRPr>
            </a:lvl8pPr>
            <a:lvl9pPr algn="l">
              <a:defRPr sz="1050" b="0">
                <a:solidFill>
                  <a:srgbClr val="1B1F3B"/>
                </a:solidFill>
                <a:latin typeface="Calibri"/>
                <a:ea typeface="Calibri"/>
                <a:cs typeface="Calibri"/>
              </a:defRPr>
            </a:lvl9pPr>
          </a:lstStyle>
          <a:p>
            <a:pPr defTabSz="1219170">
              <a:defRPr sz="1050" b="0">
                <a:solidFill>
                  <a:srgbClr val="1B1F3B"/>
                </a:solidFill>
                <a:latin typeface="Calibri"/>
                <a:ea typeface="Calibri"/>
                <a:cs typeface="Calibri"/>
              </a:defRPr>
            </a:pPr>
            <a:r>
              <a:rPr sz="1400"/>
              <a:t>Blocked</a:t>
            </a:r>
          </a:p>
        </p:txBody>
      </p:sp>
      <p:sp>
        <p:nvSpPr>
          <p:cNvPr id="91" name="Rectangle 90">
            <a:extLst>
              <a:ext uri="{FF2B5EF4-FFF2-40B4-BE49-F238E27FC236}">
                <a16:creationId xmlns:a16="http://schemas.microsoft.com/office/drawing/2014/main" id="{7B3B8D95-C289-4E56-826F-DA21A40737AE}"/>
              </a:ext>
            </a:extLst>
          </p:cNvPr>
          <p:cNvSpPr>
            <a:spLocks noGrp="1"/>
          </p:cNvSpPr>
          <p:nvPr/>
        </p:nvSpPr>
        <p:spPr>
          <a:xfrm>
            <a:off x="6276975" y="501967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92" name="Rectangle 91">
            <a:extLst>
              <a:ext uri="{FF2B5EF4-FFF2-40B4-BE49-F238E27FC236}">
                <a16:creationId xmlns:a16="http://schemas.microsoft.com/office/drawing/2014/main" id="{2215EE48-E201-4662-806E-8E36BC540BF0}"/>
              </a:ext>
            </a:extLst>
          </p:cNvPr>
          <p:cNvSpPr>
            <a:spLocks noGrp="1"/>
          </p:cNvSpPr>
          <p:nvPr/>
        </p:nvSpPr>
        <p:spPr>
          <a:xfrm>
            <a:off x="6800851" y="501967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93" name="Straight Arrow Connector 92">
            <a:extLst>
              <a:ext uri="{FF2B5EF4-FFF2-40B4-BE49-F238E27FC236}">
                <a16:creationId xmlns:a16="http://schemas.microsoft.com/office/drawing/2014/main" id="{6705E21D-52F8-4747-B115-C930B711819F}"/>
              </a:ext>
            </a:extLst>
          </p:cNvPr>
          <p:cNvCxnSpPr>
            <a:stCxn id="91" idx="3"/>
            <a:endCxn id="92" idx="1"/>
          </p:cNvCxnSpPr>
          <p:nvPr/>
        </p:nvCxnSpPr>
        <p:spPr>
          <a:xfrm>
            <a:off x="6296026" y="5029200"/>
            <a:ext cx="504825" cy="0"/>
          </a:xfrm>
          <a:prstGeom prst="straightConnector1">
            <a:avLst/>
          </a:prstGeom>
          <a:ln w="42862">
            <a:solidFill>
              <a:srgbClr val="2D3A8C"/>
            </a:solidFill>
            <a:prstDash val="dash"/>
          </a:ln>
        </p:spPr>
      </p:cxnSp>
      <p:sp>
        <p:nvSpPr>
          <p:cNvPr id="94" name="Rectangle 93">
            <a:extLst>
              <a:ext uri="{FF2B5EF4-FFF2-40B4-BE49-F238E27FC236}">
                <a16:creationId xmlns:a16="http://schemas.microsoft.com/office/drawing/2014/main" id="{68B118A8-982F-440A-A976-EA14A9F11B0E}"/>
              </a:ext>
            </a:extLst>
          </p:cNvPr>
          <p:cNvSpPr>
            <a:spLocks noGrp="1"/>
          </p:cNvSpPr>
          <p:nvPr/>
        </p:nvSpPr>
        <p:spPr>
          <a:xfrm>
            <a:off x="6953251" y="4857750"/>
            <a:ext cx="4286251" cy="428625"/>
          </a:xfrm>
          <a:prstGeom prst="rect">
            <a:avLst/>
          </a:prstGeom>
          <a:noFill/>
          <a:ln w="0">
            <a:noFill/>
            <a:prstDash val="solid"/>
          </a:ln>
        </p:spPr>
        <p:txBody>
          <a:bodyPr wrap="square" lIns="0" tIns="0" rIns="0" bIns="0" anchor="ctr">
            <a:noAutofit/>
          </a:bodyPr>
          <a:lstStyle>
            <a:defPPr algn="l">
              <a:defRPr sz="1400" b="1">
                <a:solidFill>
                  <a:srgbClr val="2D3A8C"/>
                </a:solidFill>
                <a:latin typeface="Calibri"/>
                <a:ea typeface="Calibri"/>
                <a:cs typeface="Calibri"/>
              </a:defRPr>
            </a:defPPr>
            <a:lvl1pPr algn="l">
              <a:defRPr sz="1400" b="1">
                <a:solidFill>
                  <a:srgbClr val="2D3A8C"/>
                </a:solidFill>
                <a:latin typeface="Calibri"/>
                <a:ea typeface="Calibri"/>
                <a:cs typeface="Calibri"/>
              </a:defRPr>
            </a:lvl1pPr>
            <a:lvl2pPr algn="l">
              <a:defRPr sz="1400" b="1">
                <a:solidFill>
                  <a:srgbClr val="2D3A8C"/>
                </a:solidFill>
                <a:latin typeface="Calibri"/>
                <a:ea typeface="Calibri"/>
                <a:cs typeface="Calibri"/>
              </a:defRPr>
            </a:lvl2pPr>
            <a:lvl3pPr algn="l">
              <a:defRPr sz="1400" b="1">
                <a:solidFill>
                  <a:srgbClr val="2D3A8C"/>
                </a:solidFill>
                <a:latin typeface="Calibri"/>
                <a:ea typeface="Calibri"/>
                <a:cs typeface="Calibri"/>
              </a:defRPr>
            </a:lvl3pPr>
            <a:lvl4pPr algn="l">
              <a:defRPr sz="1400" b="1">
                <a:solidFill>
                  <a:srgbClr val="2D3A8C"/>
                </a:solidFill>
                <a:latin typeface="Calibri"/>
                <a:ea typeface="Calibri"/>
                <a:cs typeface="Calibri"/>
              </a:defRPr>
            </a:lvl4pPr>
            <a:lvl5pPr algn="l">
              <a:defRPr sz="1400" b="1">
                <a:solidFill>
                  <a:srgbClr val="2D3A8C"/>
                </a:solidFill>
                <a:latin typeface="Calibri"/>
                <a:ea typeface="Calibri"/>
                <a:cs typeface="Calibri"/>
              </a:defRPr>
            </a:lvl5pPr>
            <a:lvl6pPr algn="l">
              <a:defRPr sz="1400" b="1">
                <a:solidFill>
                  <a:srgbClr val="2D3A8C"/>
                </a:solidFill>
                <a:latin typeface="Calibri"/>
                <a:ea typeface="Calibri"/>
                <a:cs typeface="Calibri"/>
              </a:defRPr>
            </a:lvl6pPr>
            <a:lvl7pPr algn="l">
              <a:defRPr sz="1400" b="1">
                <a:solidFill>
                  <a:srgbClr val="2D3A8C"/>
                </a:solidFill>
                <a:latin typeface="Calibri"/>
                <a:ea typeface="Calibri"/>
                <a:cs typeface="Calibri"/>
              </a:defRPr>
            </a:lvl7pPr>
            <a:lvl8pPr algn="l">
              <a:defRPr sz="1400" b="1">
                <a:solidFill>
                  <a:srgbClr val="2D3A8C"/>
                </a:solidFill>
                <a:latin typeface="Calibri"/>
                <a:ea typeface="Calibri"/>
                <a:cs typeface="Calibri"/>
              </a:defRPr>
            </a:lvl8pPr>
            <a:lvl9pPr algn="l">
              <a:defRPr sz="1400" b="1">
                <a:solidFill>
                  <a:srgbClr val="2D3A8C"/>
                </a:solidFill>
                <a:latin typeface="Calibri"/>
                <a:ea typeface="Calibri"/>
                <a:cs typeface="Calibri"/>
              </a:defRPr>
            </a:lvl9pPr>
          </a:lstStyle>
          <a:p>
            <a:pPr defTabSz="1219170">
              <a:defRPr sz="1400" b="1">
                <a:solidFill>
                  <a:srgbClr val="2D3A8C"/>
                </a:solidFill>
                <a:latin typeface="Calibri"/>
                <a:ea typeface="Calibri"/>
                <a:cs typeface="Calibri"/>
              </a:defRPr>
            </a:pPr>
            <a:r>
              <a:rPr sz="1867"/>
              <a:t>Direct route</a:t>
            </a:r>
          </a:p>
        </p:txBody>
      </p:sp>
      <p:sp>
        <p:nvSpPr>
          <p:cNvPr id="95" name="Rectangle 94">
            <a:extLst>
              <a:ext uri="{FF2B5EF4-FFF2-40B4-BE49-F238E27FC236}">
                <a16:creationId xmlns:a16="http://schemas.microsoft.com/office/drawing/2014/main" id="{47D1792E-0642-43EB-B1AC-B7E3F0FD0AC9}"/>
              </a:ext>
            </a:extLst>
          </p:cNvPr>
          <p:cNvSpPr>
            <a:spLocks noGrp="1"/>
          </p:cNvSpPr>
          <p:nvPr/>
        </p:nvSpPr>
        <p:spPr>
          <a:xfrm>
            <a:off x="6276975" y="549592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96" name="Rectangle 95">
            <a:extLst>
              <a:ext uri="{FF2B5EF4-FFF2-40B4-BE49-F238E27FC236}">
                <a16:creationId xmlns:a16="http://schemas.microsoft.com/office/drawing/2014/main" id="{93F74CEE-A3AA-4794-BB48-356DF76EC804}"/>
              </a:ext>
            </a:extLst>
          </p:cNvPr>
          <p:cNvSpPr>
            <a:spLocks noGrp="1"/>
          </p:cNvSpPr>
          <p:nvPr/>
        </p:nvSpPr>
        <p:spPr>
          <a:xfrm>
            <a:off x="6800851" y="54959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97" name="Straight Arrow Connector 96">
            <a:extLst>
              <a:ext uri="{FF2B5EF4-FFF2-40B4-BE49-F238E27FC236}">
                <a16:creationId xmlns:a16="http://schemas.microsoft.com/office/drawing/2014/main" id="{7DDBC8D5-1EF5-4B56-812E-432654D62430}"/>
              </a:ext>
            </a:extLst>
          </p:cNvPr>
          <p:cNvCxnSpPr>
            <a:stCxn id="95" idx="3"/>
            <a:endCxn id="96" idx="1"/>
          </p:cNvCxnSpPr>
          <p:nvPr/>
        </p:nvCxnSpPr>
        <p:spPr>
          <a:xfrm>
            <a:off x="6296026" y="5505451"/>
            <a:ext cx="504825" cy="0"/>
          </a:xfrm>
          <a:prstGeom prst="straightConnector1">
            <a:avLst/>
          </a:prstGeom>
          <a:ln w="42862">
            <a:solidFill>
              <a:srgbClr val="2D3A8C"/>
            </a:solidFill>
            <a:prstDash val="solid"/>
          </a:ln>
        </p:spPr>
      </p:cxnSp>
      <p:sp>
        <p:nvSpPr>
          <p:cNvPr id="98" name="Rectangle 97">
            <a:extLst>
              <a:ext uri="{FF2B5EF4-FFF2-40B4-BE49-F238E27FC236}">
                <a16:creationId xmlns:a16="http://schemas.microsoft.com/office/drawing/2014/main" id="{E6F332B8-5A5B-43E5-874C-0DA43761D243}"/>
              </a:ext>
            </a:extLst>
          </p:cNvPr>
          <p:cNvSpPr>
            <a:spLocks noGrp="1"/>
          </p:cNvSpPr>
          <p:nvPr/>
        </p:nvSpPr>
        <p:spPr>
          <a:xfrm>
            <a:off x="6953251" y="5334001"/>
            <a:ext cx="4286251" cy="428625"/>
          </a:xfrm>
          <a:prstGeom prst="rect">
            <a:avLst/>
          </a:prstGeom>
          <a:noFill/>
          <a:ln w="0">
            <a:noFill/>
            <a:prstDash val="solid"/>
          </a:ln>
        </p:spPr>
        <p:txBody>
          <a:bodyPr wrap="square" lIns="0" tIns="0" rIns="0" bIns="0" anchor="ctr">
            <a:noAutofit/>
          </a:bodyPr>
          <a:lstStyle>
            <a:defPPr algn="l">
              <a:defRPr sz="1400" b="1">
                <a:solidFill>
                  <a:srgbClr val="2D3A8C"/>
                </a:solidFill>
                <a:latin typeface="Calibri"/>
                <a:ea typeface="Calibri"/>
                <a:cs typeface="Calibri"/>
              </a:defRPr>
            </a:defPPr>
            <a:lvl1pPr algn="l">
              <a:defRPr sz="1400" b="1">
                <a:solidFill>
                  <a:srgbClr val="2D3A8C"/>
                </a:solidFill>
                <a:latin typeface="Calibri"/>
                <a:ea typeface="Calibri"/>
                <a:cs typeface="Calibri"/>
              </a:defRPr>
            </a:lvl1pPr>
            <a:lvl2pPr algn="l">
              <a:defRPr sz="1400" b="1">
                <a:solidFill>
                  <a:srgbClr val="2D3A8C"/>
                </a:solidFill>
                <a:latin typeface="Calibri"/>
                <a:ea typeface="Calibri"/>
                <a:cs typeface="Calibri"/>
              </a:defRPr>
            </a:lvl2pPr>
            <a:lvl3pPr algn="l">
              <a:defRPr sz="1400" b="1">
                <a:solidFill>
                  <a:srgbClr val="2D3A8C"/>
                </a:solidFill>
                <a:latin typeface="Calibri"/>
                <a:ea typeface="Calibri"/>
                <a:cs typeface="Calibri"/>
              </a:defRPr>
            </a:lvl3pPr>
            <a:lvl4pPr algn="l">
              <a:defRPr sz="1400" b="1">
                <a:solidFill>
                  <a:srgbClr val="2D3A8C"/>
                </a:solidFill>
                <a:latin typeface="Calibri"/>
                <a:ea typeface="Calibri"/>
                <a:cs typeface="Calibri"/>
              </a:defRPr>
            </a:lvl4pPr>
            <a:lvl5pPr algn="l">
              <a:defRPr sz="1400" b="1">
                <a:solidFill>
                  <a:srgbClr val="2D3A8C"/>
                </a:solidFill>
                <a:latin typeface="Calibri"/>
                <a:ea typeface="Calibri"/>
                <a:cs typeface="Calibri"/>
              </a:defRPr>
            </a:lvl5pPr>
            <a:lvl6pPr algn="l">
              <a:defRPr sz="1400" b="1">
                <a:solidFill>
                  <a:srgbClr val="2D3A8C"/>
                </a:solidFill>
                <a:latin typeface="Calibri"/>
                <a:ea typeface="Calibri"/>
                <a:cs typeface="Calibri"/>
              </a:defRPr>
            </a:lvl6pPr>
            <a:lvl7pPr algn="l">
              <a:defRPr sz="1400" b="1">
                <a:solidFill>
                  <a:srgbClr val="2D3A8C"/>
                </a:solidFill>
                <a:latin typeface="Calibri"/>
                <a:ea typeface="Calibri"/>
                <a:cs typeface="Calibri"/>
              </a:defRPr>
            </a:lvl7pPr>
            <a:lvl8pPr algn="l">
              <a:defRPr sz="1400" b="1">
                <a:solidFill>
                  <a:srgbClr val="2D3A8C"/>
                </a:solidFill>
                <a:latin typeface="Calibri"/>
                <a:ea typeface="Calibri"/>
                <a:cs typeface="Calibri"/>
              </a:defRPr>
            </a:lvl8pPr>
            <a:lvl9pPr algn="l">
              <a:defRPr sz="1400" b="1">
                <a:solidFill>
                  <a:srgbClr val="2D3A8C"/>
                </a:solidFill>
                <a:latin typeface="Calibri"/>
                <a:ea typeface="Calibri"/>
                <a:cs typeface="Calibri"/>
              </a:defRPr>
            </a:lvl9pPr>
          </a:lstStyle>
          <a:p>
            <a:pPr defTabSz="1219170">
              <a:defRPr sz="1400" b="1">
                <a:solidFill>
                  <a:srgbClr val="2D3A8C"/>
                </a:solidFill>
                <a:latin typeface="Calibri"/>
                <a:ea typeface="Calibri"/>
                <a:cs typeface="Calibri"/>
              </a:defRPr>
            </a:pPr>
            <a:r>
              <a:rPr sz="1867"/>
              <a:t>Detour</a:t>
            </a:r>
          </a:p>
        </p:txBody>
      </p:sp>
    </p:spTree>
    <p:extLst>
      <p:ext uri="{BB962C8B-B14F-4D97-AF65-F5344CB8AC3E}">
        <p14:creationId xmlns:p14="http://schemas.microsoft.com/office/powerpoint/2010/main" val="22360813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sz="2400">
              <a:solidFill>
                <a:srgbClr val="FFFFFF"/>
              </a:solidFill>
              <a:latin typeface="Calibri"/>
            </a:endParaRPr>
          </a:p>
        </p:txBody>
      </p:sp>
      <p:sp>
        <p:nvSpPr>
          <p:cNvPr id="2" name="Rectangle 1">
            <a:extLst>
              <a:ext uri="{FF2B5EF4-FFF2-40B4-BE49-F238E27FC236}">
                <a16:creationId xmlns:a16="http://schemas.microsoft.com/office/drawing/2014/main" id="{1D6613C1-94E9-4198-9F3F-3F7B1D4DC3B0}"/>
              </a:ext>
            </a:extLst>
          </p:cNvPr>
          <p:cNvSpPr>
            <a:spLocks noGrp="1"/>
          </p:cNvSpPr>
          <p:nvPr/>
        </p:nvSpPr>
        <p:spPr>
          <a:xfrm>
            <a:off x="731520" y="365760"/>
            <a:ext cx="10728960" cy="853440"/>
          </a:xfrm>
          <a:prstGeom prst="rect">
            <a:avLst/>
          </a:prstGeom>
          <a:noFill/>
          <a:ln w="0">
            <a:noFill/>
            <a:prstDash val="solid"/>
          </a:ln>
        </p:spPr>
        <p:txBody>
          <a:bodyPr wrap="square" lIns="0" tIns="0" rIns="0" bIns="0" anchor="ctr">
            <a:noAutofit/>
          </a:bodyPr>
          <a:lstStyle>
            <a:defPPr algn="l">
              <a:defRPr sz="2350" b="1">
                <a:solidFill>
                  <a:srgbClr val="1B1F3B"/>
                </a:solidFill>
                <a:latin typeface="Calibri"/>
                <a:ea typeface="Calibri"/>
                <a:cs typeface="Calibri"/>
              </a:defRPr>
            </a:defPPr>
            <a:lvl1pPr algn="l">
              <a:defRPr sz="2350" b="1">
                <a:solidFill>
                  <a:srgbClr val="1B1F3B"/>
                </a:solidFill>
                <a:latin typeface="Calibri"/>
                <a:ea typeface="Calibri"/>
                <a:cs typeface="Calibri"/>
              </a:defRPr>
            </a:lvl1pPr>
            <a:lvl2pPr algn="l">
              <a:defRPr sz="2350" b="1">
                <a:solidFill>
                  <a:srgbClr val="1B1F3B"/>
                </a:solidFill>
                <a:latin typeface="Calibri"/>
                <a:ea typeface="Calibri"/>
                <a:cs typeface="Calibri"/>
              </a:defRPr>
            </a:lvl2pPr>
            <a:lvl3pPr algn="l">
              <a:defRPr sz="2350" b="1">
                <a:solidFill>
                  <a:srgbClr val="1B1F3B"/>
                </a:solidFill>
                <a:latin typeface="Calibri"/>
                <a:ea typeface="Calibri"/>
                <a:cs typeface="Calibri"/>
              </a:defRPr>
            </a:lvl3pPr>
            <a:lvl4pPr algn="l">
              <a:defRPr sz="2350" b="1">
                <a:solidFill>
                  <a:srgbClr val="1B1F3B"/>
                </a:solidFill>
                <a:latin typeface="Calibri"/>
                <a:ea typeface="Calibri"/>
                <a:cs typeface="Calibri"/>
              </a:defRPr>
            </a:lvl4pPr>
            <a:lvl5pPr algn="l">
              <a:defRPr sz="2350" b="1">
                <a:solidFill>
                  <a:srgbClr val="1B1F3B"/>
                </a:solidFill>
                <a:latin typeface="Calibri"/>
                <a:ea typeface="Calibri"/>
                <a:cs typeface="Calibri"/>
              </a:defRPr>
            </a:lvl5pPr>
            <a:lvl6pPr algn="l">
              <a:defRPr sz="2350" b="1">
                <a:solidFill>
                  <a:srgbClr val="1B1F3B"/>
                </a:solidFill>
                <a:latin typeface="Calibri"/>
                <a:ea typeface="Calibri"/>
                <a:cs typeface="Calibri"/>
              </a:defRPr>
            </a:lvl6pPr>
            <a:lvl7pPr algn="l">
              <a:defRPr sz="2350" b="1">
                <a:solidFill>
                  <a:srgbClr val="1B1F3B"/>
                </a:solidFill>
                <a:latin typeface="Calibri"/>
                <a:ea typeface="Calibri"/>
                <a:cs typeface="Calibri"/>
              </a:defRPr>
            </a:lvl7pPr>
            <a:lvl8pPr algn="l">
              <a:defRPr sz="2350" b="1">
                <a:solidFill>
                  <a:srgbClr val="1B1F3B"/>
                </a:solidFill>
                <a:latin typeface="Calibri"/>
                <a:ea typeface="Calibri"/>
                <a:cs typeface="Calibri"/>
              </a:defRPr>
            </a:lvl8pPr>
            <a:lvl9pPr algn="l">
              <a:defRPr sz="2350" b="1">
                <a:solidFill>
                  <a:srgbClr val="1B1F3B"/>
                </a:solidFill>
                <a:latin typeface="Calibri"/>
                <a:ea typeface="Calibri"/>
                <a:cs typeface="Calibri"/>
              </a:defRPr>
            </a:lvl9pPr>
          </a:lstStyle>
          <a:p>
            <a:pPr defTabSz="1219170">
              <a:defRPr sz="2350" b="1">
                <a:solidFill>
                  <a:srgbClr val="1B1F3B"/>
                </a:solidFill>
                <a:latin typeface="Calibri"/>
                <a:ea typeface="Calibri"/>
                <a:cs typeface="Calibri"/>
              </a:defRPr>
            </a:pPr>
            <a:r>
              <a:rPr sz="3733"/>
              <a:t>A cost expresses what we care about</a:t>
            </a:r>
          </a:p>
        </p:txBody>
      </p:sp>
      <p:sp>
        <p:nvSpPr>
          <p:cNvPr id="3" name="Rectangle 2">
            <a:extLst>
              <a:ext uri="{FF2B5EF4-FFF2-40B4-BE49-F238E27FC236}">
                <a16:creationId xmlns:a16="http://schemas.microsoft.com/office/drawing/2014/main" id="{0D1C9C4B-2DA5-4206-8D93-32EB0280E5FC}"/>
              </a:ext>
            </a:extLst>
          </p:cNvPr>
          <p:cNvSpPr>
            <a:spLocks noGrp="1"/>
          </p:cNvSpPr>
          <p:nvPr/>
        </p:nvSpPr>
        <p:spPr>
          <a:xfrm>
            <a:off x="609601" y="6229350"/>
            <a:ext cx="9334500" cy="266700"/>
          </a:xfrm>
          <a:prstGeom prst="rect">
            <a:avLst/>
          </a:prstGeom>
          <a:noFill/>
          <a:ln w="0">
            <a:noFill/>
            <a:prstDash val="solid"/>
          </a:ln>
        </p:spPr>
        <p:txBody>
          <a:bodyPr wrap="square" lIns="0" tIns="0" rIns="0" bIns="0" anchor="ctr">
            <a:noAutofit/>
          </a:bodyPr>
          <a:lstStyle>
            <a:defPPr algn="l">
              <a:defRPr sz="950" b="0">
                <a:solidFill>
                  <a:srgbClr val="4A4F6A"/>
                </a:solidFill>
                <a:latin typeface="Calibri"/>
                <a:ea typeface="Calibri"/>
                <a:cs typeface="Calibri"/>
              </a:defRPr>
            </a:defPPr>
            <a:lvl1pPr algn="l">
              <a:defRPr sz="950" b="0">
                <a:solidFill>
                  <a:srgbClr val="4A4F6A"/>
                </a:solidFill>
                <a:latin typeface="Calibri"/>
                <a:ea typeface="Calibri"/>
                <a:cs typeface="Calibri"/>
              </a:defRPr>
            </a:lvl1pPr>
            <a:lvl2pPr algn="l">
              <a:defRPr sz="950" b="0">
                <a:solidFill>
                  <a:srgbClr val="4A4F6A"/>
                </a:solidFill>
                <a:latin typeface="Calibri"/>
                <a:ea typeface="Calibri"/>
                <a:cs typeface="Calibri"/>
              </a:defRPr>
            </a:lvl2pPr>
            <a:lvl3pPr algn="l">
              <a:defRPr sz="950" b="0">
                <a:solidFill>
                  <a:srgbClr val="4A4F6A"/>
                </a:solidFill>
                <a:latin typeface="Calibri"/>
                <a:ea typeface="Calibri"/>
                <a:cs typeface="Calibri"/>
              </a:defRPr>
            </a:lvl3pPr>
            <a:lvl4pPr algn="l">
              <a:defRPr sz="950" b="0">
                <a:solidFill>
                  <a:srgbClr val="4A4F6A"/>
                </a:solidFill>
                <a:latin typeface="Calibri"/>
                <a:ea typeface="Calibri"/>
                <a:cs typeface="Calibri"/>
              </a:defRPr>
            </a:lvl4pPr>
            <a:lvl5pPr algn="l">
              <a:defRPr sz="950" b="0">
                <a:solidFill>
                  <a:srgbClr val="4A4F6A"/>
                </a:solidFill>
                <a:latin typeface="Calibri"/>
                <a:ea typeface="Calibri"/>
                <a:cs typeface="Calibri"/>
              </a:defRPr>
            </a:lvl5pPr>
            <a:lvl6pPr algn="l">
              <a:defRPr sz="950" b="0">
                <a:solidFill>
                  <a:srgbClr val="4A4F6A"/>
                </a:solidFill>
                <a:latin typeface="Calibri"/>
                <a:ea typeface="Calibri"/>
                <a:cs typeface="Calibri"/>
              </a:defRPr>
            </a:lvl6pPr>
            <a:lvl7pPr algn="l">
              <a:defRPr sz="950" b="0">
                <a:solidFill>
                  <a:srgbClr val="4A4F6A"/>
                </a:solidFill>
                <a:latin typeface="Calibri"/>
                <a:ea typeface="Calibri"/>
                <a:cs typeface="Calibri"/>
              </a:defRPr>
            </a:lvl7pPr>
            <a:lvl8pPr algn="l">
              <a:defRPr sz="950" b="0">
                <a:solidFill>
                  <a:srgbClr val="4A4F6A"/>
                </a:solidFill>
                <a:latin typeface="Calibri"/>
                <a:ea typeface="Calibri"/>
                <a:cs typeface="Calibri"/>
              </a:defRPr>
            </a:lvl8pPr>
            <a:lvl9pPr algn="l">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5  Cost and blocking policy</a:t>
            </a:r>
          </a:p>
        </p:txBody>
      </p:sp>
      <p:sp>
        <p:nvSpPr>
          <p:cNvPr id="4" name="Rectangle 3">
            <a:extLst>
              <a:ext uri="{FF2B5EF4-FFF2-40B4-BE49-F238E27FC236}">
                <a16:creationId xmlns:a16="http://schemas.microsoft.com/office/drawing/2014/main" id="{1D4E961C-AAEB-490A-A189-E5D840D4C980}"/>
              </a:ext>
            </a:extLst>
          </p:cNvPr>
          <p:cNvSpPr>
            <a:spLocks noGrp="1"/>
          </p:cNvSpPr>
          <p:nvPr/>
        </p:nvSpPr>
        <p:spPr>
          <a:xfrm>
            <a:off x="10953750" y="6229350"/>
            <a:ext cx="619125" cy="266700"/>
          </a:xfrm>
          <a:prstGeom prst="rect">
            <a:avLst/>
          </a:prstGeom>
          <a:noFill/>
          <a:ln w="0">
            <a:noFill/>
            <a:prstDash val="solid"/>
          </a:ln>
        </p:spPr>
        <p:txBody>
          <a:bodyPr wrap="square" lIns="0" tIns="0" rIns="0" bIns="0" anchor="ctr">
            <a:noAutofit/>
          </a:bodyPr>
          <a:lstStyle>
            <a:defPPr algn="r">
              <a:defRPr sz="950" b="0">
                <a:solidFill>
                  <a:srgbClr val="4A4F6A"/>
                </a:solidFill>
                <a:latin typeface="Calibri"/>
                <a:ea typeface="Calibri"/>
                <a:cs typeface="Calibri"/>
              </a:defRPr>
            </a:defPPr>
            <a:lvl1pPr algn="r">
              <a:defRPr sz="950" b="0">
                <a:solidFill>
                  <a:srgbClr val="4A4F6A"/>
                </a:solidFill>
                <a:latin typeface="Calibri"/>
                <a:ea typeface="Calibri"/>
                <a:cs typeface="Calibri"/>
              </a:defRPr>
            </a:lvl1pPr>
            <a:lvl2pPr algn="r">
              <a:defRPr sz="950" b="0">
                <a:solidFill>
                  <a:srgbClr val="4A4F6A"/>
                </a:solidFill>
                <a:latin typeface="Calibri"/>
                <a:ea typeface="Calibri"/>
                <a:cs typeface="Calibri"/>
              </a:defRPr>
            </a:lvl2pPr>
            <a:lvl3pPr algn="r">
              <a:defRPr sz="950" b="0">
                <a:solidFill>
                  <a:srgbClr val="4A4F6A"/>
                </a:solidFill>
                <a:latin typeface="Calibri"/>
                <a:ea typeface="Calibri"/>
                <a:cs typeface="Calibri"/>
              </a:defRPr>
            </a:lvl3pPr>
            <a:lvl4pPr algn="r">
              <a:defRPr sz="950" b="0">
                <a:solidFill>
                  <a:srgbClr val="4A4F6A"/>
                </a:solidFill>
                <a:latin typeface="Calibri"/>
                <a:ea typeface="Calibri"/>
                <a:cs typeface="Calibri"/>
              </a:defRPr>
            </a:lvl4pPr>
            <a:lvl5pPr algn="r">
              <a:defRPr sz="950" b="0">
                <a:solidFill>
                  <a:srgbClr val="4A4F6A"/>
                </a:solidFill>
                <a:latin typeface="Calibri"/>
                <a:ea typeface="Calibri"/>
                <a:cs typeface="Calibri"/>
              </a:defRPr>
            </a:lvl5pPr>
            <a:lvl6pPr algn="r">
              <a:defRPr sz="950" b="0">
                <a:solidFill>
                  <a:srgbClr val="4A4F6A"/>
                </a:solidFill>
                <a:latin typeface="Calibri"/>
                <a:ea typeface="Calibri"/>
                <a:cs typeface="Calibri"/>
              </a:defRPr>
            </a:lvl6pPr>
            <a:lvl7pPr algn="r">
              <a:defRPr sz="950" b="0">
                <a:solidFill>
                  <a:srgbClr val="4A4F6A"/>
                </a:solidFill>
                <a:latin typeface="Calibri"/>
                <a:ea typeface="Calibri"/>
                <a:cs typeface="Calibri"/>
              </a:defRPr>
            </a:lvl7pPr>
            <a:lvl8pPr algn="r">
              <a:defRPr sz="950" b="0">
                <a:solidFill>
                  <a:srgbClr val="4A4F6A"/>
                </a:solidFill>
                <a:latin typeface="Calibri"/>
                <a:ea typeface="Calibri"/>
                <a:cs typeface="Calibri"/>
              </a:defRPr>
            </a:lvl8pPr>
            <a:lvl9pPr algn="r">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02</a:t>
            </a:r>
          </a:p>
        </p:txBody>
      </p:sp>
      <p:sp>
        <p:nvSpPr>
          <p:cNvPr id="5" name="Rectangle 4">
            <a:extLst>
              <a:ext uri="{FF2B5EF4-FFF2-40B4-BE49-F238E27FC236}">
                <a16:creationId xmlns:a16="http://schemas.microsoft.com/office/drawing/2014/main" id="{13E1B40C-E5D5-42A5-847D-A4E787E14F62}"/>
              </a:ext>
            </a:extLst>
          </p:cNvPr>
          <p:cNvSpPr>
            <a:spLocks noGrp="1"/>
          </p:cNvSpPr>
          <p:nvPr/>
        </p:nvSpPr>
        <p:spPr>
          <a:xfrm>
            <a:off x="952500" y="2143126"/>
            <a:ext cx="1352549" cy="1352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6" name="Rectangle 5">
            <a:extLst>
              <a:ext uri="{FF2B5EF4-FFF2-40B4-BE49-F238E27FC236}">
                <a16:creationId xmlns:a16="http://schemas.microsoft.com/office/drawing/2014/main" id="{B696BD39-C5FD-4FCD-99BE-63B69DE119D3}"/>
              </a:ext>
            </a:extLst>
          </p:cNvPr>
          <p:cNvSpPr>
            <a:spLocks noGrp="1"/>
          </p:cNvSpPr>
          <p:nvPr/>
        </p:nvSpPr>
        <p:spPr>
          <a:xfrm>
            <a:off x="952500" y="2143126"/>
            <a:ext cx="1352549" cy="1352549"/>
          </a:xfrm>
          <a:prstGeom prst="rect">
            <a:avLst/>
          </a:prstGeom>
          <a:noFill/>
          <a:ln w="0">
            <a:noFill/>
            <a:prstDash val="solid"/>
          </a:ln>
        </p:spPr>
        <p:txBody>
          <a:bodyPr wrap="square" lIns="0" tIns="0" rIns="0" bIns="0" anchor="ctr">
            <a:noAutofit/>
          </a:bodyPr>
          <a:lstStyle>
            <a:defPPr algn="ctr">
              <a:defRPr sz="1350" b="0">
                <a:solidFill>
                  <a:srgbClr val="1B1F3B"/>
                </a:solidFill>
                <a:latin typeface="Calibri"/>
                <a:ea typeface="Calibri"/>
                <a:cs typeface="Calibri"/>
              </a:defRPr>
            </a:defPPr>
            <a:lvl1pPr algn="ctr">
              <a:defRPr sz="1350" b="0">
                <a:solidFill>
                  <a:srgbClr val="1B1F3B"/>
                </a:solidFill>
                <a:latin typeface="Calibri"/>
                <a:ea typeface="Calibri"/>
                <a:cs typeface="Calibri"/>
              </a:defRPr>
            </a:lvl1pPr>
            <a:lvl2pPr algn="ctr">
              <a:defRPr sz="1350" b="0">
                <a:solidFill>
                  <a:srgbClr val="1B1F3B"/>
                </a:solidFill>
                <a:latin typeface="Calibri"/>
                <a:ea typeface="Calibri"/>
                <a:cs typeface="Calibri"/>
              </a:defRPr>
            </a:lvl2pPr>
            <a:lvl3pPr algn="ctr">
              <a:defRPr sz="1350" b="0">
                <a:solidFill>
                  <a:srgbClr val="1B1F3B"/>
                </a:solidFill>
                <a:latin typeface="Calibri"/>
                <a:ea typeface="Calibri"/>
                <a:cs typeface="Calibri"/>
              </a:defRPr>
            </a:lvl3pPr>
            <a:lvl4pPr algn="ctr">
              <a:defRPr sz="1350" b="0">
                <a:solidFill>
                  <a:srgbClr val="1B1F3B"/>
                </a:solidFill>
                <a:latin typeface="Calibri"/>
                <a:ea typeface="Calibri"/>
                <a:cs typeface="Calibri"/>
              </a:defRPr>
            </a:lvl4pPr>
            <a:lvl5pPr algn="ctr">
              <a:defRPr sz="1350" b="0">
                <a:solidFill>
                  <a:srgbClr val="1B1F3B"/>
                </a:solidFill>
                <a:latin typeface="Calibri"/>
                <a:ea typeface="Calibri"/>
                <a:cs typeface="Calibri"/>
              </a:defRPr>
            </a:lvl5pPr>
            <a:lvl6pPr algn="ctr">
              <a:defRPr sz="1350" b="0">
                <a:solidFill>
                  <a:srgbClr val="1B1F3B"/>
                </a:solidFill>
                <a:latin typeface="Calibri"/>
                <a:ea typeface="Calibri"/>
                <a:cs typeface="Calibri"/>
              </a:defRPr>
            </a:lvl6pPr>
            <a:lvl7pPr algn="ctr">
              <a:defRPr sz="1350" b="0">
                <a:solidFill>
                  <a:srgbClr val="1B1F3B"/>
                </a:solidFill>
                <a:latin typeface="Calibri"/>
                <a:ea typeface="Calibri"/>
                <a:cs typeface="Calibri"/>
              </a:defRPr>
            </a:lvl7pPr>
            <a:lvl8pPr algn="ctr">
              <a:defRPr sz="1350" b="0">
                <a:solidFill>
                  <a:srgbClr val="1B1F3B"/>
                </a:solidFill>
                <a:latin typeface="Calibri"/>
                <a:ea typeface="Calibri"/>
                <a:cs typeface="Calibri"/>
              </a:defRPr>
            </a:lvl8pPr>
            <a:lvl9pPr algn="ctr">
              <a:defRPr sz="1350" b="0">
                <a:solidFill>
                  <a:srgbClr val="1B1F3B"/>
                </a:solidFill>
                <a:latin typeface="Calibri"/>
                <a:ea typeface="Calibri"/>
                <a:cs typeface="Calibri"/>
              </a:defRPr>
            </a:lvl9pPr>
          </a:lstStyle>
          <a:p>
            <a:pPr defTabSz="1219170">
              <a:defRPr sz="1350" b="0">
                <a:solidFill>
                  <a:srgbClr val="1B1F3B"/>
                </a:solidFill>
                <a:latin typeface="Calibri"/>
                <a:ea typeface="Calibri"/>
                <a:cs typeface="Calibri"/>
              </a:defRPr>
            </a:pPr>
            <a:r>
              <a:rPr sz="1800"/>
              <a:t>1</a:t>
            </a:r>
          </a:p>
        </p:txBody>
      </p:sp>
      <p:sp>
        <p:nvSpPr>
          <p:cNvPr id="7" name="Rectangle 6">
            <a:extLst>
              <a:ext uri="{FF2B5EF4-FFF2-40B4-BE49-F238E27FC236}">
                <a16:creationId xmlns:a16="http://schemas.microsoft.com/office/drawing/2014/main" id="{7F149578-D871-48E2-9B45-ECDDCA5938E7}"/>
              </a:ext>
            </a:extLst>
          </p:cNvPr>
          <p:cNvSpPr>
            <a:spLocks noGrp="1"/>
          </p:cNvSpPr>
          <p:nvPr/>
        </p:nvSpPr>
        <p:spPr>
          <a:xfrm>
            <a:off x="2333626" y="2143126"/>
            <a:ext cx="1352549" cy="1352549"/>
          </a:xfrm>
          <a:prstGeom prst="rect">
            <a:avLst/>
          </a:prstGeom>
          <a:solidFill>
            <a:srgbClr val="F8D19C"/>
          </a:solidFill>
          <a:ln w="7144">
            <a:solidFill>
              <a:srgbClr val="FFFFFF"/>
            </a:solidFill>
            <a:prstDash val="solid"/>
          </a:ln>
        </p:spPr>
        <p:txBody>
          <a:bodyPr/>
          <a:lstStyle/>
          <a:p>
            <a:pPr defTabSz="1219170"/>
            <a:endParaRPr sz="2400">
              <a:solidFill>
                <a:srgbClr val="1B1F3B"/>
              </a:solidFill>
              <a:latin typeface="Calibri"/>
            </a:endParaRPr>
          </a:p>
        </p:txBody>
      </p:sp>
      <p:sp>
        <p:nvSpPr>
          <p:cNvPr id="8" name="Rectangle 7">
            <a:extLst>
              <a:ext uri="{FF2B5EF4-FFF2-40B4-BE49-F238E27FC236}">
                <a16:creationId xmlns:a16="http://schemas.microsoft.com/office/drawing/2014/main" id="{9E9A3CC8-6DE8-4C7D-AA04-714B5D7E8616}"/>
              </a:ext>
            </a:extLst>
          </p:cNvPr>
          <p:cNvSpPr>
            <a:spLocks noGrp="1"/>
          </p:cNvSpPr>
          <p:nvPr/>
        </p:nvSpPr>
        <p:spPr>
          <a:xfrm>
            <a:off x="2333626" y="2143126"/>
            <a:ext cx="1352549" cy="1352549"/>
          </a:xfrm>
          <a:prstGeom prst="rect">
            <a:avLst/>
          </a:prstGeom>
          <a:noFill/>
          <a:ln w="0">
            <a:noFill/>
            <a:prstDash val="solid"/>
          </a:ln>
        </p:spPr>
        <p:txBody>
          <a:bodyPr wrap="square" lIns="0" tIns="0" rIns="0" bIns="0" anchor="ctr">
            <a:noAutofit/>
          </a:bodyPr>
          <a:lstStyle>
            <a:defPPr algn="ctr">
              <a:defRPr sz="1350" b="0">
                <a:solidFill>
                  <a:srgbClr val="1B1F3B"/>
                </a:solidFill>
                <a:latin typeface="Calibri"/>
                <a:ea typeface="Calibri"/>
                <a:cs typeface="Calibri"/>
              </a:defRPr>
            </a:defPPr>
            <a:lvl1pPr algn="ctr">
              <a:defRPr sz="1350" b="0">
                <a:solidFill>
                  <a:srgbClr val="1B1F3B"/>
                </a:solidFill>
                <a:latin typeface="Calibri"/>
                <a:ea typeface="Calibri"/>
                <a:cs typeface="Calibri"/>
              </a:defRPr>
            </a:lvl1pPr>
            <a:lvl2pPr algn="ctr">
              <a:defRPr sz="1350" b="0">
                <a:solidFill>
                  <a:srgbClr val="1B1F3B"/>
                </a:solidFill>
                <a:latin typeface="Calibri"/>
                <a:ea typeface="Calibri"/>
                <a:cs typeface="Calibri"/>
              </a:defRPr>
            </a:lvl2pPr>
            <a:lvl3pPr algn="ctr">
              <a:defRPr sz="1350" b="0">
                <a:solidFill>
                  <a:srgbClr val="1B1F3B"/>
                </a:solidFill>
                <a:latin typeface="Calibri"/>
                <a:ea typeface="Calibri"/>
                <a:cs typeface="Calibri"/>
              </a:defRPr>
            </a:lvl3pPr>
            <a:lvl4pPr algn="ctr">
              <a:defRPr sz="1350" b="0">
                <a:solidFill>
                  <a:srgbClr val="1B1F3B"/>
                </a:solidFill>
                <a:latin typeface="Calibri"/>
                <a:ea typeface="Calibri"/>
                <a:cs typeface="Calibri"/>
              </a:defRPr>
            </a:lvl4pPr>
            <a:lvl5pPr algn="ctr">
              <a:defRPr sz="1350" b="0">
                <a:solidFill>
                  <a:srgbClr val="1B1F3B"/>
                </a:solidFill>
                <a:latin typeface="Calibri"/>
                <a:ea typeface="Calibri"/>
                <a:cs typeface="Calibri"/>
              </a:defRPr>
            </a:lvl5pPr>
            <a:lvl6pPr algn="ctr">
              <a:defRPr sz="1350" b="0">
                <a:solidFill>
                  <a:srgbClr val="1B1F3B"/>
                </a:solidFill>
                <a:latin typeface="Calibri"/>
                <a:ea typeface="Calibri"/>
                <a:cs typeface="Calibri"/>
              </a:defRPr>
            </a:lvl6pPr>
            <a:lvl7pPr algn="ctr">
              <a:defRPr sz="1350" b="0">
                <a:solidFill>
                  <a:srgbClr val="1B1F3B"/>
                </a:solidFill>
                <a:latin typeface="Calibri"/>
                <a:ea typeface="Calibri"/>
                <a:cs typeface="Calibri"/>
              </a:defRPr>
            </a:lvl7pPr>
            <a:lvl8pPr algn="ctr">
              <a:defRPr sz="1350" b="0">
                <a:solidFill>
                  <a:srgbClr val="1B1F3B"/>
                </a:solidFill>
                <a:latin typeface="Calibri"/>
                <a:ea typeface="Calibri"/>
                <a:cs typeface="Calibri"/>
              </a:defRPr>
            </a:lvl8pPr>
            <a:lvl9pPr algn="ctr">
              <a:defRPr sz="1350" b="0">
                <a:solidFill>
                  <a:srgbClr val="1B1F3B"/>
                </a:solidFill>
                <a:latin typeface="Calibri"/>
                <a:ea typeface="Calibri"/>
                <a:cs typeface="Calibri"/>
              </a:defRPr>
            </a:lvl9pPr>
          </a:lstStyle>
          <a:p>
            <a:pPr defTabSz="1219170">
              <a:defRPr sz="1350" b="0">
                <a:solidFill>
                  <a:srgbClr val="1B1F3B"/>
                </a:solidFill>
                <a:latin typeface="Calibri"/>
                <a:ea typeface="Calibri"/>
                <a:cs typeface="Calibri"/>
              </a:defRPr>
            </a:pPr>
            <a:r>
              <a:rPr sz="1800"/>
              <a:t>3.5</a:t>
            </a:r>
          </a:p>
        </p:txBody>
      </p:sp>
      <p:sp>
        <p:nvSpPr>
          <p:cNvPr id="9" name="Rectangle 8">
            <a:extLst>
              <a:ext uri="{FF2B5EF4-FFF2-40B4-BE49-F238E27FC236}">
                <a16:creationId xmlns:a16="http://schemas.microsoft.com/office/drawing/2014/main" id="{39442500-BEF3-47C3-B89E-2C5FDB86D930}"/>
              </a:ext>
            </a:extLst>
          </p:cNvPr>
          <p:cNvSpPr>
            <a:spLocks noGrp="1"/>
          </p:cNvSpPr>
          <p:nvPr/>
        </p:nvSpPr>
        <p:spPr>
          <a:xfrm>
            <a:off x="3714750" y="2143126"/>
            <a:ext cx="1352549" cy="1352549"/>
          </a:xfrm>
          <a:prstGeom prst="rect">
            <a:avLst/>
          </a:prstGeom>
          <a:solidFill>
            <a:srgbClr val="FBE5E5"/>
          </a:solidFill>
          <a:ln w="7144">
            <a:solidFill>
              <a:srgbClr val="FFFFFF"/>
            </a:solidFill>
            <a:prstDash val="solid"/>
          </a:ln>
        </p:spPr>
        <p:txBody>
          <a:bodyPr/>
          <a:lstStyle/>
          <a:p>
            <a:pPr defTabSz="1219170"/>
            <a:endParaRPr sz="2400">
              <a:solidFill>
                <a:srgbClr val="1B1F3B"/>
              </a:solidFill>
              <a:latin typeface="Calibri"/>
            </a:endParaRPr>
          </a:p>
        </p:txBody>
      </p:sp>
      <p:sp>
        <p:nvSpPr>
          <p:cNvPr id="10" name="Rectangle 9">
            <a:extLst>
              <a:ext uri="{FF2B5EF4-FFF2-40B4-BE49-F238E27FC236}">
                <a16:creationId xmlns:a16="http://schemas.microsoft.com/office/drawing/2014/main" id="{482B12CD-E450-4D4D-B139-9F5EABCCB8C6}"/>
              </a:ext>
            </a:extLst>
          </p:cNvPr>
          <p:cNvSpPr>
            <a:spLocks noGrp="1"/>
          </p:cNvSpPr>
          <p:nvPr/>
        </p:nvSpPr>
        <p:spPr>
          <a:xfrm>
            <a:off x="3714750" y="2143126"/>
            <a:ext cx="1352549" cy="1352549"/>
          </a:xfrm>
          <a:prstGeom prst="rect">
            <a:avLst/>
          </a:prstGeom>
          <a:noFill/>
          <a:ln w="0">
            <a:noFill/>
            <a:prstDash val="solid"/>
          </a:ln>
        </p:spPr>
        <p:txBody>
          <a:bodyPr wrap="square" lIns="0" tIns="0" rIns="0" bIns="0" anchor="ctr">
            <a:noAutofit/>
          </a:bodyPr>
          <a:lstStyle>
            <a:defPPr algn="ctr">
              <a:defRPr sz="1850" b="1">
                <a:solidFill>
                  <a:srgbClr val="E55B5B"/>
                </a:solidFill>
                <a:latin typeface="Calibri"/>
                <a:ea typeface="Calibri"/>
                <a:cs typeface="Calibri"/>
              </a:defRPr>
            </a:defPPr>
            <a:lvl1pPr algn="ctr">
              <a:defRPr sz="1850" b="1">
                <a:solidFill>
                  <a:srgbClr val="E55B5B"/>
                </a:solidFill>
                <a:latin typeface="Calibri"/>
                <a:ea typeface="Calibri"/>
                <a:cs typeface="Calibri"/>
              </a:defRPr>
            </a:lvl1pPr>
            <a:lvl2pPr algn="ctr">
              <a:defRPr sz="1850" b="1">
                <a:solidFill>
                  <a:srgbClr val="E55B5B"/>
                </a:solidFill>
                <a:latin typeface="Calibri"/>
                <a:ea typeface="Calibri"/>
                <a:cs typeface="Calibri"/>
              </a:defRPr>
            </a:lvl2pPr>
            <a:lvl3pPr algn="ctr">
              <a:defRPr sz="1850" b="1">
                <a:solidFill>
                  <a:srgbClr val="E55B5B"/>
                </a:solidFill>
                <a:latin typeface="Calibri"/>
                <a:ea typeface="Calibri"/>
                <a:cs typeface="Calibri"/>
              </a:defRPr>
            </a:lvl3pPr>
            <a:lvl4pPr algn="ctr">
              <a:defRPr sz="1850" b="1">
                <a:solidFill>
                  <a:srgbClr val="E55B5B"/>
                </a:solidFill>
                <a:latin typeface="Calibri"/>
                <a:ea typeface="Calibri"/>
                <a:cs typeface="Calibri"/>
              </a:defRPr>
            </a:lvl4pPr>
            <a:lvl5pPr algn="ctr">
              <a:defRPr sz="1850" b="1">
                <a:solidFill>
                  <a:srgbClr val="E55B5B"/>
                </a:solidFill>
                <a:latin typeface="Calibri"/>
                <a:ea typeface="Calibri"/>
                <a:cs typeface="Calibri"/>
              </a:defRPr>
            </a:lvl5pPr>
            <a:lvl6pPr algn="ctr">
              <a:defRPr sz="1850" b="1">
                <a:solidFill>
                  <a:srgbClr val="E55B5B"/>
                </a:solidFill>
                <a:latin typeface="Calibri"/>
                <a:ea typeface="Calibri"/>
                <a:cs typeface="Calibri"/>
              </a:defRPr>
            </a:lvl6pPr>
            <a:lvl7pPr algn="ctr">
              <a:defRPr sz="1850" b="1">
                <a:solidFill>
                  <a:srgbClr val="E55B5B"/>
                </a:solidFill>
                <a:latin typeface="Calibri"/>
                <a:ea typeface="Calibri"/>
                <a:cs typeface="Calibri"/>
              </a:defRPr>
            </a:lvl7pPr>
            <a:lvl8pPr algn="ctr">
              <a:defRPr sz="1850" b="1">
                <a:solidFill>
                  <a:srgbClr val="E55B5B"/>
                </a:solidFill>
                <a:latin typeface="Calibri"/>
                <a:ea typeface="Calibri"/>
                <a:cs typeface="Calibri"/>
              </a:defRPr>
            </a:lvl8pPr>
            <a:lvl9pPr algn="ctr">
              <a:defRPr sz="1850" b="1">
                <a:solidFill>
                  <a:srgbClr val="E55B5B"/>
                </a:solidFill>
                <a:latin typeface="Calibri"/>
                <a:ea typeface="Calibri"/>
                <a:cs typeface="Calibri"/>
              </a:defRPr>
            </a:lvl9pPr>
          </a:lstStyle>
          <a:p>
            <a:pPr defTabSz="1219170">
              <a:defRPr sz="1850" b="1">
                <a:solidFill>
                  <a:srgbClr val="E55B5B"/>
                </a:solidFill>
                <a:latin typeface="Calibri"/>
                <a:ea typeface="Calibri"/>
                <a:cs typeface="Calibri"/>
              </a:defRPr>
            </a:pPr>
            <a:r>
              <a:rPr sz="2467"/>
              <a:t>×</a:t>
            </a:r>
          </a:p>
        </p:txBody>
      </p:sp>
      <p:sp>
        <p:nvSpPr>
          <p:cNvPr id="11" name="Rectangle 10">
            <a:extLst>
              <a:ext uri="{FF2B5EF4-FFF2-40B4-BE49-F238E27FC236}">
                <a16:creationId xmlns:a16="http://schemas.microsoft.com/office/drawing/2014/main" id="{A427B770-D502-41EC-BFFF-C1D96D6C991F}"/>
              </a:ext>
            </a:extLst>
          </p:cNvPr>
          <p:cNvSpPr>
            <a:spLocks noGrp="1"/>
          </p:cNvSpPr>
          <p:nvPr/>
        </p:nvSpPr>
        <p:spPr>
          <a:xfrm>
            <a:off x="952500" y="3714750"/>
            <a:ext cx="1381125" cy="571500"/>
          </a:xfrm>
          <a:prstGeom prst="rect">
            <a:avLst/>
          </a:prstGeom>
          <a:noFill/>
          <a:ln w="0">
            <a:noFill/>
            <a:prstDash val="solid"/>
          </a:ln>
        </p:spPr>
        <p:txBody>
          <a:bodyPr wrap="square" lIns="0" tIns="0" rIns="0" bIns="0" anchor="ctr">
            <a:noAutofit/>
          </a:bodyPr>
          <a:lstStyle>
            <a:defPPr algn="l">
              <a:defRPr sz="1450" b="0">
                <a:solidFill>
                  <a:srgbClr val="1B1F3B"/>
                </a:solidFill>
                <a:latin typeface="Calibri"/>
                <a:ea typeface="Calibri"/>
                <a:cs typeface="Calibri"/>
              </a:defRPr>
            </a:defPPr>
            <a:lvl1pPr algn="l">
              <a:defRPr sz="1450" b="0">
                <a:solidFill>
                  <a:srgbClr val="1B1F3B"/>
                </a:solidFill>
                <a:latin typeface="Calibri"/>
                <a:ea typeface="Calibri"/>
                <a:cs typeface="Calibri"/>
              </a:defRPr>
            </a:lvl1pPr>
            <a:lvl2pPr algn="l">
              <a:defRPr sz="1450" b="0">
                <a:solidFill>
                  <a:srgbClr val="1B1F3B"/>
                </a:solidFill>
                <a:latin typeface="Calibri"/>
                <a:ea typeface="Calibri"/>
                <a:cs typeface="Calibri"/>
              </a:defRPr>
            </a:lvl2pPr>
            <a:lvl3pPr algn="l">
              <a:defRPr sz="1450" b="0">
                <a:solidFill>
                  <a:srgbClr val="1B1F3B"/>
                </a:solidFill>
                <a:latin typeface="Calibri"/>
                <a:ea typeface="Calibri"/>
                <a:cs typeface="Calibri"/>
              </a:defRPr>
            </a:lvl3pPr>
            <a:lvl4pPr algn="l">
              <a:defRPr sz="1450" b="0">
                <a:solidFill>
                  <a:srgbClr val="1B1F3B"/>
                </a:solidFill>
                <a:latin typeface="Calibri"/>
                <a:ea typeface="Calibri"/>
                <a:cs typeface="Calibri"/>
              </a:defRPr>
            </a:lvl4pPr>
            <a:lvl5pPr algn="l">
              <a:defRPr sz="1450" b="0">
                <a:solidFill>
                  <a:srgbClr val="1B1F3B"/>
                </a:solidFill>
                <a:latin typeface="Calibri"/>
                <a:ea typeface="Calibri"/>
                <a:cs typeface="Calibri"/>
              </a:defRPr>
            </a:lvl5pPr>
            <a:lvl6pPr algn="l">
              <a:defRPr sz="1450" b="0">
                <a:solidFill>
                  <a:srgbClr val="1B1F3B"/>
                </a:solidFill>
                <a:latin typeface="Calibri"/>
                <a:ea typeface="Calibri"/>
                <a:cs typeface="Calibri"/>
              </a:defRPr>
            </a:lvl6pPr>
            <a:lvl7pPr algn="l">
              <a:defRPr sz="1450" b="0">
                <a:solidFill>
                  <a:srgbClr val="1B1F3B"/>
                </a:solidFill>
                <a:latin typeface="Calibri"/>
                <a:ea typeface="Calibri"/>
                <a:cs typeface="Calibri"/>
              </a:defRPr>
            </a:lvl7pPr>
            <a:lvl8pPr algn="l">
              <a:defRPr sz="1450" b="0">
                <a:solidFill>
                  <a:srgbClr val="1B1F3B"/>
                </a:solidFill>
                <a:latin typeface="Calibri"/>
                <a:ea typeface="Calibri"/>
                <a:cs typeface="Calibri"/>
              </a:defRPr>
            </a:lvl8pPr>
            <a:lvl9pPr algn="l">
              <a:defRPr sz="1450" b="0">
                <a:solidFill>
                  <a:srgbClr val="1B1F3B"/>
                </a:solidFill>
                <a:latin typeface="Calibri"/>
                <a:ea typeface="Calibri"/>
                <a:cs typeface="Calibri"/>
              </a:defRPr>
            </a:lvl9pPr>
          </a:lstStyle>
          <a:p>
            <a:pPr defTabSz="1219170">
              <a:defRPr sz="1450" b="0">
                <a:solidFill>
                  <a:srgbClr val="1B1F3B"/>
                </a:solidFill>
                <a:latin typeface="Calibri"/>
                <a:ea typeface="Calibri"/>
                <a:cs typeface="Calibri"/>
              </a:defRPr>
            </a:pPr>
            <a:r>
              <a:rPr sz="1933"/>
              <a:t>Free flow</a:t>
            </a:r>
          </a:p>
        </p:txBody>
      </p:sp>
      <p:sp>
        <p:nvSpPr>
          <p:cNvPr id="12" name="Rectangle 11">
            <a:extLst>
              <a:ext uri="{FF2B5EF4-FFF2-40B4-BE49-F238E27FC236}">
                <a16:creationId xmlns:a16="http://schemas.microsoft.com/office/drawing/2014/main" id="{CF50837F-B994-45C0-B8B8-8CEA1DA03E7D}"/>
              </a:ext>
            </a:extLst>
          </p:cNvPr>
          <p:cNvSpPr>
            <a:spLocks noGrp="1"/>
          </p:cNvSpPr>
          <p:nvPr/>
        </p:nvSpPr>
        <p:spPr>
          <a:xfrm>
            <a:off x="2333626" y="3714750"/>
            <a:ext cx="1476375" cy="571500"/>
          </a:xfrm>
          <a:prstGeom prst="rect">
            <a:avLst/>
          </a:prstGeom>
          <a:noFill/>
          <a:ln w="0">
            <a:noFill/>
            <a:prstDash val="solid"/>
          </a:ln>
        </p:spPr>
        <p:txBody>
          <a:bodyPr wrap="square" lIns="0" tIns="0" rIns="0" bIns="0" anchor="ctr">
            <a:noAutofit/>
          </a:bodyPr>
          <a:lstStyle>
            <a:defPPr algn="l">
              <a:defRPr sz="1450" b="0">
                <a:solidFill>
                  <a:srgbClr val="1B1F3B"/>
                </a:solidFill>
                <a:latin typeface="Calibri"/>
                <a:ea typeface="Calibri"/>
                <a:cs typeface="Calibri"/>
              </a:defRPr>
            </a:defPPr>
            <a:lvl1pPr algn="l">
              <a:defRPr sz="1450" b="0">
                <a:solidFill>
                  <a:srgbClr val="1B1F3B"/>
                </a:solidFill>
                <a:latin typeface="Calibri"/>
                <a:ea typeface="Calibri"/>
                <a:cs typeface="Calibri"/>
              </a:defRPr>
            </a:lvl1pPr>
            <a:lvl2pPr algn="l">
              <a:defRPr sz="1450" b="0">
                <a:solidFill>
                  <a:srgbClr val="1B1F3B"/>
                </a:solidFill>
                <a:latin typeface="Calibri"/>
                <a:ea typeface="Calibri"/>
                <a:cs typeface="Calibri"/>
              </a:defRPr>
            </a:lvl2pPr>
            <a:lvl3pPr algn="l">
              <a:defRPr sz="1450" b="0">
                <a:solidFill>
                  <a:srgbClr val="1B1F3B"/>
                </a:solidFill>
                <a:latin typeface="Calibri"/>
                <a:ea typeface="Calibri"/>
                <a:cs typeface="Calibri"/>
              </a:defRPr>
            </a:lvl3pPr>
            <a:lvl4pPr algn="l">
              <a:defRPr sz="1450" b="0">
                <a:solidFill>
                  <a:srgbClr val="1B1F3B"/>
                </a:solidFill>
                <a:latin typeface="Calibri"/>
                <a:ea typeface="Calibri"/>
                <a:cs typeface="Calibri"/>
              </a:defRPr>
            </a:lvl4pPr>
            <a:lvl5pPr algn="l">
              <a:defRPr sz="1450" b="0">
                <a:solidFill>
                  <a:srgbClr val="1B1F3B"/>
                </a:solidFill>
                <a:latin typeface="Calibri"/>
                <a:ea typeface="Calibri"/>
                <a:cs typeface="Calibri"/>
              </a:defRPr>
            </a:lvl5pPr>
            <a:lvl6pPr algn="l">
              <a:defRPr sz="1450" b="0">
                <a:solidFill>
                  <a:srgbClr val="1B1F3B"/>
                </a:solidFill>
                <a:latin typeface="Calibri"/>
                <a:ea typeface="Calibri"/>
                <a:cs typeface="Calibri"/>
              </a:defRPr>
            </a:lvl6pPr>
            <a:lvl7pPr algn="l">
              <a:defRPr sz="1450" b="0">
                <a:solidFill>
                  <a:srgbClr val="1B1F3B"/>
                </a:solidFill>
                <a:latin typeface="Calibri"/>
                <a:ea typeface="Calibri"/>
                <a:cs typeface="Calibri"/>
              </a:defRPr>
            </a:lvl7pPr>
            <a:lvl8pPr algn="l">
              <a:defRPr sz="1450" b="0">
                <a:solidFill>
                  <a:srgbClr val="1B1F3B"/>
                </a:solidFill>
                <a:latin typeface="Calibri"/>
                <a:ea typeface="Calibri"/>
                <a:cs typeface="Calibri"/>
              </a:defRPr>
            </a:lvl8pPr>
            <a:lvl9pPr algn="l">
              <a:defRPr sz="1450" b="0">
                <a:solidFill>
                  <a:srgbClr val="1B1F3B"/>
                </a:solidFill>
                <a:latin typeface="Calibri"/>
                <a:ea typeface="Calibri"/>
                <a:cs typeface="Calibri"/>
              </a:defRPr>
            </a:lvl9pPr>
          </a:lstStyle>
          <a:p>
            <a:pPr defTabSz="1219170">
              <a:defRPr sz="1450" b="0">
                <a:solidFill>
                  <a:srgbClr val="1B1F3B"/>
                </a:solidFill>
                <a:latin typeface="Calibri"/>
                <a:ea typeface="Calibri"/>
                <a:cs typeface="Calibri"/>
              </a:defRPr>
            </a:pPr>
            <a:r>
              <a:rPr sz="1933"/>
              <a:t>Congested</a:t>
            </a:r>
          </a:p>
        </p:txBody>
      </p:sp>
      <p:sp>
        <p:nvSpPr>
          <p:cNvPr id="13" name="Rectangle 12">
            <a:extLst>
              <a:ext uri="{FF2B5EF4-FFF2-40B4-BE49-F238E27FC236}">
                <a16:creationId xmlns:a16="http://schemas.microsoft.com/office/drawing/2014/main" id="{2BA12D49-A798-4A4D-A345-147FFD54766D}"/>
              </a:ext>
            </a:extLst>
          </p:cNvPr>
          <p:cNvSpPr>
            <a:spLocks noGrp="1"/>
          </p:cNvSpPr>
          <p:nvPr/>
        </p:nvSpPr>
        <p:spPr>
          <a:xfrm>
            <a:off x="3857626" y="3714750"/>
            <a:ext cx="1381125" cy="571500"/>
          </a:xfrm>
          <a:prstGeom prst="rect">
            <a:avLst/>
          </a:prstGeom>
          <a:noFill/>
          <a:ln w="0">
            <a:noFill/>
            <a:prstDash val="solid"/>
          </a:ln>
        </p:spPr>
        <p:txBody>
          <a:bodyPr wrap="square" lIns="0" tIns="0" rIns="0" bIns="0" anchor="ctr">
            <a:noAutofit/>
          </a:bodyPr>
          <a:lstStyle>
            <a:defPPr algn="l">
              <a:defRPr sz="1450" b="0">
                <a:solidFill>
                  <a:srgbClr val="1B1F3B"/>
                </a:solidFill>
                <a:latin typeface="Calibri"/>
                <a:ea typeface="Calibri"/>
                <a:cs typeface="Calibri"/>
              </a:defRPr>
            </a:defPPr>
            <a:lvl1pPr algn="l">
              <a:defRPr sz="1450" b="0">
                <a:solidFill>
                  <a:srgbClr val="1B1F3B"/>
                </a:solidFill>
                <a:latin typeface="Calibri"/>
                <a:ea typeface="Calibri"/>
                <a:cs typeface="Calibri"/>
              </a:defRPr>
            </a:lvl1pPr>
            <a:lvl2pPr algn="l">
              <a:defRPr sz="1450" b="0">
                <a:solidFill>
                  <a:srgbClr val="1B1F3B"/>
                </a:solidFill>
                <a:latin typeface="Calibri"/>
                <a:ea typeface="Calibri"/>
                <a:cs typeface="Calibri"/>
              </a:defRPr>
            </a:lvl2pPr>
            <a:lvl3pPr algn="l">
              <a:defRPr sz="1450" b="0">
                <a:solidFill>
                  <a:srgbClr val="1B1F3B"/>
                </a:solidFill>
                <a:latin typeface="Calibri"/>
                <a:ea typeface="Calibri"/>
                <a:cs typeface="Calibri"/>
              </a:defRPr>
            </a:lvl3pPr>
            <a:lvl4pPr algn="l">
              <a:defRPr sz="1450" b="0">
                <a:solidFill>
                  <a:srgbClr val="1B1F3B"/>
                </a:solidFill>
                <a:latin typeface="Calibri"/>
                <a:ea typeface="Calibri"/>
                <a:cs typeface="Calibri"/>
              </a:defRPr>
            </a:lvl4pPr>
            <a:lvl5pPr algn="l">
              <a:defRPr sz="1450" b="0">
                <a:solidFill>
                  <a:srgbClr val="1B1F3B"/>
                </a:solidFill>
                <a:latin typeface="Calibri"/>
                <a:ea typeface="Calibri"/>
                <a:cs typeface="Calibri"/>
              </a:defRPr>
            </a:lvl5pPr>
            <a:lvl6pPr algn="l">
              <a:defRPr sz="1450" b="0">
                <a:solidFill>
                  <a:srgbClr val="1B1F3B"/>
                </a:solidFill>
                <a:latin typeface="Calibri"/>
                <a:ea typeface="Calibri"/>
                <a:cs typeface="Calibri"/>
              </a:defRPr>
            </a:lvl6pPr>
            <a:lvl7pPr algn="l">
              <a:defRPr sz="1450" b="0">
                <a:solidFill>
                  <a:srgbClr val="1B1F3B"/>
                </a:solidFill>
                <a:latin typeface="Calibri"/>
                <a:ea typeface="Calibri"/>
                <a:cs typeface="Calibri"/>
              </a:defRPr>
            </a:lvl7pPr>
            <a:lvl8pPr algn="l">
              <a:defRPr sz="1450" b="0">
                <a:solidFill>
                  <a:srgbClr val="1B1F3B"/>
                </a:solidFill>
                <a:latin typeface="Calibri"/>
                <a:ea typeface="Calibri"/>
                <a:cs typeface="Calibri"/>
              </a:defRPr>
            </a:lvl8pPr>
            <a:lvl9pPr algn="l">
              <a:defRPr sz="1450" b="0">
                <a:solidFill>
                  <a:srgbClr val="1B1F3B"/>
                </a:solidFill>
                <a:latin typeface="Calibri"/>
                <a:ea typeface="Calibri"/>
                <a:cs typeface="Calibri"/>
              </a:defRPr>
            </a:lvl9pPr>
          </a:lstStyle>
          <a:p>
            <a:pPr defTabSz="1219170">
              <a:defRPr sz="1450" b="0">
                <a:solidFill>
                  <a:srgbClr val="1B1F3B"/>
                </a:solidFill>
                <a:latin typeface="Calibri"/>
                <a:ea typeface="Calibri"/>
                <a:cs typeface="Calibri"/>
              </a:defRPr>
            </a:pPr>
            <a:r>
              <a:rPr sz="1933"/>
              <a:t>Blocked</a:t>
            </a:r>
          </a:p>
        </p:txBody>
      </p:sp>
      <p:sp>
        <p:nvSpPr>
          <p:cNvPr id="14" name="Rectangle 13">
            <a:extLst>
              <a:ext uri="{FF2B5EF4-FFF2-40B4-BE49-F238E27FC236}">
                <a16:creationId xmlns:a16="http://schemas.microsoft.com/office/drawing/2014/main" id="{A8E8422E-D0C7-4279-981B-DEAD5B07D59B}"/>
              </a:ext>
            </a:extLst>
          </p:cNvPr>
          <p:cNvSpPr>
            <a:spLocks noGrp="1"/>
          </p:cNvSpPr>
          <p:nvPr/>
        </p:nvSpPr>
        <p:spPr>
          <a:xfrm>
            <a:off x="6286500" y="2143125"/>
            <a:ext cx="5048251" cy="1238251"/>
          </a:xfrm>
          <a:prstGeom prst="rect">
            <a:avLst/>
          </a:prstGeom>
          <a:noFill/>
          <a:ln w="0">
            <a:noFill/>
            <a:prstDash val="solid"/>
          </a:ln>
        </p:spPr>
        <p:txBody>
          <a:bodyPr wrap="square" lIns="0" tIns="0" rIns="0" bIns="0" anchor="ctr">
            <a:noAutofit/>
          </a:bodyPr>
          <a:lstStyle>
            <a:defPPr algn="l">
              <a:defRPr sz="1900" b="0">
                <a:solidFill>
                  <a:srgbClr val="1B1F3B"/>
                </a:solidFill>
                <a:latin typeface="Calibri"/>
                <a:ea typeface="Calibri"/>
                <a:cs typeface="Calibri"/>
              </a:defRPr>
            </a:defPPr>
            <a:lvl1pPr algn="l">
              <a:defRPr sz="1900" b="0">
                <a:solidFill>
                  <a:srgbClr val="1B1F3B"/>
                </a:solidFill>
                <a:latin typeface="Calibri"/>
                <a:ea typeface="Calibri"/>
                <a:cs typeface="Calibri"/>
              </a:defRPr>
            </a:lvl1pPr>
            <a:lvl2pPr algn="l">
              <a:defRPr sz="1900" b="0">
                <a:solidFill>
                  <a:srgbClr val="1B1F3B"/>
                </a:solidFill>
                <a:latin typeface="Calibri"/>
                <a:ea typeface="Calibri"/>
                <a:cs typeface="Calibri"/>
              </a:defRPr>
            </a:lvl2pPr>
            <a:lvl3pPr algn="l">
              <a:defRPr sz="1900" b="0">
                <a:solidFill>
                  <a:srgbClr val="1B1F3B"/>
                </a:solidFill>
                <a:latin typeface="Calibri"/>
                <a:ea typeface="Calibri"/>
                <a:cs typeface="Calibri"/>
              </a:defRPr>
            </a:lvl3pPr>
            <a:lvl4pPr algn="l">
              <a:defRPr sz="1900" b="0">
                <a:solidFill>
                  <a:srgbClr val="1B1F3B"/>
                </a:solidFill>
                <a:latin typeface="Calibri"/>
                <a:ea typeface="Calibri"/>
                <a:cs typeface="Calibri"/>
              </a:defRPr>
            </a:lvl4pPr>
            <a:lvl5pPr algn="l">
              <a:defRPr sz="1900" b="0">
                <a:solidFill>
                  <a:srgbClr val="1B1F3B"/>
                </a:solidFill>
                <a:latin typeface="Calibri"/>
                <a:ea typeface="Calibri"/>
                <a:cs typeface="Calibri"/>
              </a:defRPr>
            </a:lvl5pPr>
            <a:lvl6pPr algn="l">
              <a:defRPr sz="1900" b="0">
                <a:solidFill>
                  <a:srgbClr val="1B1F3B"/>
                </a:solidFill>
                <a:latin typeface="Calibri"/>
                <a:ea typeface="Calibri"/>
                <a:cs typeface="Calibri"/>
              </a:defRPr>
            </a:lvl6pPr>
            <a:lvl7pPr algn="l">
              <a:defRPr sz="1900" b="0">
                <a:solidFill>
                  <a:srgbClr val="1B1F3B"/>
                </a:solidFill>
                <a:latin typeface="Calibri"/>
                <a:ea typeface="Calibri"/>
                <a:cs typeface="Calibri"/>
              </a:defRPr>
            </a:lvl7pPr>
            <a:lvl8pPr algn="l">
              <a:defRPr sz="1900" b="0">
                <a:solidFill>
                  <a:srgbClr val="1B1F3B"/>
                </a:solidFill>
                <a:latin typeface="Calibri"/>
                <a:ea typeface="Calibri"/>
                <a:cs typeface="Calibri"/>
              </a:defRPr>
            </a:lvl8pPr>
            <a:lvl9pPr algn="l">
              <a:defRPr sz="1900" b="0">
                <a:solidFill>
                  <a:srgbClr val="1B1F3B"/>
                </a:solidFill>
                <a:latin typeface="Calibri"/>
                <a:ea typeface="Calibri"/>
                <a:cs typeface="Calibri"/>
              </a:defRPr>
            </a:lvl9pPr>
          </a:lstStyle>
          <a:p>
            <a:pPr defTabSz="1219170">
              <a:defRPr sz="1900" b="0">
                <a:solidFill>
                  <a:srgbClr val="1B1F3B"/>
                </a:solidFill>
                <a:latin typeface="Calibri"/>
                <a:ea typeface="Calibri"/>
                <a:cs typeface="Calibri"/>
              </a:defRPr>
            </a:pPr>
            <a:r>
              <a:rPr sz="2533"/>
              <a:t>A score can combine</a:t>
            </a:r>
          </a:p>
          <a:p>
            <a:pPr defTabSz="1219170">
              <a:defRPr sz="1900" b="0">
                <a:solidFill>
                  <a:srgbClr val="1B1F3B"/>
                </a:solidFill>
                <a:latin typeface="Calibri"/>
                <a:ea typeface="Calibri"/>
                <a:cs typeface="Calibri"/>
              </a:defRPr>
            </a:pPr>
            <a:r>
              <a:rPr sz="2533"/>
              <a:t>delay and risk.</a:t>
            </a:r>
          </a:p>
        </p:txBody>
      </p:sp>
      <p:sp>
        <p:nvSpPr>
          <p:cNvPr id="15" name="Rectangle 14">
            <a:extLst>
              <a:ext uri="{FF2B5EF4-FFF2-40B4-BE49-F238E27FC236}">
                <a16:creationId xmlns:a16="http://schemas.microsoft.com/office/drawing/2014/main" id="{E2C5A7B6-A1A3-4CF1-ABF8-63F8334F1C51}"/>
              </a:ext>
            </a:extLst>
          </p:cNvPr>
          <p:cNvSpPr>
            <a:spLocks noGrp="1"/>
          </p:cNvSpPr>
          <p:nvPr/>
        </p:nvSpPr>
        <p:spPr>
          <a:xfrm>
            <a:off x="609600" y="5619749"/>
            <a:ext cx="10972800" cy="457200"/>
          </a:xfrm>
          <a:prstGeom prst="rect">
            <a:avLst/>
          </a:prstGeom>
          <a:noFill/>
          <a:ln w="0">
            <a:noFill/>
            <a:prstDash val="solid"/>
          </a:ln>
        </p:spPr>
        <p:txBody>
          <a:bodyPr wrap="square" lIns="0" tIns="0" rIns="0" bIns="0" anchor="ctr">
            <a:noAutofit/>
          </a:bodyPr>
          <a:lstStyle>
            <a:defPPr algn="l">
              <a:defRPr sz="1300" b="0">
                <a:solidFill>
                  <a:srgbClr val="4A4F6A"/>
                </a:solidFill>
                <a:latin typeface="Calibri"/>
                <a:ea typeface="Calibri"/>
                <a:cs typeface="Calibri"/>
              </a:defRPr>
            </a:defPPr>
            <a:lvl1pPr algn="l">
              <a:defRPr sz="1300" b="0">
                <a:solidFill>
                  <a:srgbClr val="4A4F6A"/>
                </a:solidFill>
                <a:latin typeface="Calibri"/>
                <a:ea typeface="Calibri"/>
                <a:cs typeface="Calibri"/>
              </a:defRPr>
            </a:lvl1pPr>
            <a:lvl2pPr algn="l">
              <a:defRPr sz="1300" b="0">
                <a:solidFill>
                  <a:srgbClr val="4A4F6A"/>
                </a:solidFill>
                <a:latin typeface="Calibri"/>
                <a:ea typeface="Calibri"/>
                <a:cs typeface="Calibri"/>
              </a:defRPr>
            </a:lvl2pPr>
            <a:lvl3pPr algn="l">
              <a:defRPr sz="1300" b="0">
                <a:solidFill>
                  <a:srgbClr val="4A4F6A"/>
                </a:solidFill>
                <a:latin typeface="Calibri"/>
                <a:ea typeface="Calibri"/>
                <a:cs typeface="Calibri"/>
              </a:defRPr>
            </a:lvl3pPr>
            <a:lvl4pPr algn="l">
              <a:defRPr sz="1300" b="0">
                <a:solidFill>
                  <a:srgbClr val="4A4F6A"/>
                </a:solidFill>
                <a:latin typeface="Calibri"/>
                <a:ea typeface="Calibri"/>
                <a:cs typeface="Calibri"/>
              </a:defRPr>
            </a:lvl4pPr>
            <a:lvl5pPr algn="l">
              <a:defRPr sz="1300" b="0">
                <a:solidFill>
                  <a:srgbClr val="4A4F6A"/>
                </a:solidFill>
                <a:latin typeface="Calibri"/>
                <a:ea typeface="Calibri"/>
                <a:cs typeface="Calibri"/>
              </a:defRPr>
            </a:lvl5pPr>
            <a:lvl6pPr algn="l">
              <a:defRPr sz="1300" b="0">
                <a:solidFill>
                  <a:srgbClr val="4A4F6A"/>
                </a:solidFill>
                <a:latin typeface="Calibri"/>
                <a:ea typeface="Calibri"/>
                <a:cs typeface="Calibri"/>
              </a:defRPr>
            </a:lvl6pPr>
            <a:lvl7pPr algn="l">
              <a:defRPr sz="1300" b="0">
                <a:solidFill>
                  <a:srgbClr val="4A4F6A"/>
                </a:solidFill>
                <a:latin typeface="Calibri"/>
                <a:ea typeface="Calibri"/>
                <a:cs typeface="Calibri"/>
              </a:defRPr>
            </a:lvl7pPr>
            <a:lvl8pPr algn="l">
              <a:defRPr sz="1300" b="0">
                <a:solidFill>
                  <a:srgbClr val="4A4F6A"/>
                </a:solidFill>
                <a:latin typeface="Calibri"/>
                <a:ea typeface="Calibri"/>
                <a:cs typeface="Calibri"/>
              </a:defRPr>
            </a:lvl8pPr>
            <a:lvl9pPr algn="l">
              <a:defRPr sz="1300" b="0">
                <a:solidFill>
                  <a:srgbClr val="4A4F6A"/>
                </a:solidFill>
                <a:latin typeface="Calibri"/>
                <a:ea typeface="Calibri"/>
                <a:cs typeface="Calibri"/>
              </a:defRPr>
            </a:lvl9pPr>
          </a:lstStyle>
          <a:p>
            <a:pPr defTabSz="1219170">
              <a:defRPr sz="1300" b="0">
                <a:solidFill>
                  <a:srgbClr val="4A4F6A"/>
                </a:solidFill>
                <a:latin typeface="Calibri"/>
                <a:ea typeface="Calibri"/>
                <a:cs typeface="Calibri"/>
              </a:defRPr>
            </a:pPr>
            <a:r>
              <a:rPr sz="1733"/>
              <a:t>The team chooses the scores and explains the reasons.</a:t>
            </a:r>
          </a:p>
        </p:txBody>
      </p:sp>
      <p:sp>
        <p:nvSpPr>
          <p:cNvPr id="16" name="Rectangle 15">
            <a:extLst>
              <a:ext uri="{FF2B5EF4-FFF2-40B4-BE49-F238E27FC236}">
                <a16:creationId xmlns:a16="http://schemas.microsoft.com/office/drawing/2014/main" id="{B7809AB0-8F68-465C-ABCB-BDCA673575DE}"/>
              </a:ext>
            </a:extLst>
          </p:cNvPr>
          <p:cNvSpPr>
            <a:spLocks noGrp="1"/>
          </p:cNvSpPr>
          <p:nvPr/>
        </p:nvSpPr>
        <p:spPr>
          <a:xfrm>
            <a:off x="6286500" y="4000500"/>
            <a:ext cx="5048251" cy="666749"/>
          </a:xfrm>
          <a:prstGeom prst="rect">
            <a:avLst/>
          </a:prstGeom>
          <a:noFill/>
          <a:ln w="0">
            <a:noFill/>
            <a:prstDash val="solid"/>
          </a:ln>
        </p:spPr>
        <p:txBody>
          <a:bodyPr wrap="square" lIns="0" tIns="0" rIns="0" bIns="0" anchor="ctr">
            <a:noAutofit/>
          </a:bodyPr>
          <a:lstStyle>
            <a:defPPr algn="l">
              <a:defRPr sz="1650" b="1">
                <a:solidFill>
                  <a:srgbClr val="2D3A8C"/>
                </a:solidFill>
                <a:latin typeface="Calibri"/>
                <a:ea typeface="Calibri"/>
                <a:cs typeface="Calibri"/>
              </a:defRPr>
            </a:defPPr>
            <a:lvl1pPr algn="l">
              <a:defRPr sz="1650" b="1">
                <a:solidFill>
                  <a:srgbClr val="2D3A8C"/>
                </a:solidFill>
                <a:latin typeface="Calibri"/>
                <a:ea typeface="Calibri"/>
                <a:cs typeface="Calibri"/>
              </a:defRPr>
            </a:lvl1pPr>
            <a:lvl2pPr algn="l">
              <a:defRPr sz="1650" b="1">
                <a:solidFill>
                  <a:srgbClr val="2D3A8C"/>
                </a:solidFill>
                <a:latin typeface="Calibri"/>
                <a:ea typeface="Calibri"/>
                <a:cs typeface="Calibri"/>
              </a:defRPr>
            </a:lvl2pPr>
            <a:lvl3pPr algn="l">
              <a:defRPr sz="1650" b="1">
                <a:solidFill>
                  <a:srgbClr val="2D3A8C"/>
                </a:solidFill>
                <a:latin typeface="Calibri"/>
                <a:ea typeface="Calibri"/>
                <a:cs typeface="Calibri"/>
              </a:defRPr>
            </a:lvl3pPr>
            <a:lvl4pPr algn="l">
              <a:defRPr sz="1650" b="1">
                <a:solidFill>
                  <a:srgbClr val="2D3A8C"/>
                </a:solidFill>
                <a:latin typeface="Calibri"/>
                <a:ea typeface="Calibri"/>
                <a:cs typeface="Calibri"/>
              </a:defRPr>
            </a:lvl4pPr>
            <a:lvl5pPr algn="l">
              <a:defRPr sz="1650" b="1">
                <a:solidFill>
                  <a:srgbClr val="2D3A8C"/>
                </a:solidFill>
                <a:latin typeface="Calibri"/>
                <a:ea typeface="Calibri"/>
                <a:cs typeface="Calibri"/>
              </a:defRPr>
            </a:lvl5pPr>
            <a:lvl6pPr algn="l">
              <a:defRPr sz="1650" b="1">
                <a:solidFill>
                  <a:srgbClr val="2D3A8C"/>
                </a:solidFill>
                <a:latin typeface="Calibri"/>
                <a:ea typeface="Calibri"/>
                <a:cs typeface="Calibri"/>
              </a:defRPr>
            </a:lvl6pPr>
            <a:lvl7pPr algn="l">
              <a:defRPr sz="1650" b="1">
                <a:solidFill>
                  <a:srgbClr val="2D3A8C"/>
                </a:solidFill>
                <a:latin typeface="Calibri"/>
                <a:ea typeface="Calibri"/>
                <a:cs typeface="Calibri"/>
              </a:defRPr>
            </a:lvl7pPr>
            <a:lvl8pPr algn="l">
              <a:defRPr sz="1650" b="1">
                <a:solidFill>
                  <a:srgbClr val="2D3A8C"/>
                </a:solidFill>
                <a:latin typeface="Calibri"/>
                <a:ea typeface="Calibri"/>
                <a:cs typeface="Calibri"/>
              </a:defRPr>
            </a:lvl8pPr>
            <a:lvl9pPr algn="l">
              <a:defRPr sz="1650" b="1">
                <a:solidFill>
                  <a:srgbClr val="2D3A8C"/>
                </a:solidFill>
                <a:latin typeface="Calibri"/>
                <a:ea typeface="Calibri"/>
                <a:cs typeface="Calibri"/>
              </a:defRPr>
            </a:lvl9pPr>
          </a:lstStyle>
          <a:p>
            <a:pPr defTabSz="1219170">
              <a:defRPr sz="1650" b="1">
                <a:solidFill>
                  <a:srgbClr val="2D3A8C"/>
                </a:solidFill>
                <a:latin typeface="Calibri"/>
                <a:ea typeface="Calibri"/>
                <a:cs typeface="Calibri"/>
              </a:defRPr>
            </a:pPr>
            <a:r>
              <a:rPr sz="2200"/>
              <a:t>Score units, not minutes</a:t>
            </a:r>
          </a:p>
        </p:txBody>
      </p:sp>
      <p:sp>
        <p:nvSpPr>
          <p:cNvPr id="17" name="Rectangle 16">
            <a:extLst>
              <a:ext uri="{FF2B5EF4-FFF2-40B4-BE49-F238E27FC236}">
                <a16:creationId xmlns:a16="http://schemas.microsoft.com/office/drawing/2014/main" id="{2C8C6532-F9E9-4EEF-BC4C-9C9F7190343F}"/>
              </a:ext>
            </a:extLst>
          </p:cNvPr>
          <p:cNvSpPr>
            <a:spLocks noGrp="1"/>
          </p:cNvSpPr>
          <p:nvPr/>
        </p:nvSpPr>
        <p:spPr>
          <a:xfrm>
            <a:off x="952500" y="4667251"/>
            <a:ext cx="5048251" cy="523875"/>
          </a:xfrm>
          <a:prstGeom prst="rect">
            <a:avLst/>
          </a:prstGeom>
          <a:noFill/>
          <a:ln w="0">
            <a:noFill/>
            <a:prstDash val="solid"/>
          </a:ln>
        </p:spPr>
        <p:txBody>
          <a:bodyPr wrap="square" lIns="0" tIns="0" rIns="0" bIns="0" anchor="ctr">
            <a:noAutofit/>
          </a:bodyPr>
          <a:lstStyle>
            <a:defPPr algn="l">
              <a:defRPr sz="1400" b="0">
                <a:solidFill>
                  <a:srgbClr val="4A4F6A"/>
                </a:solidFill>
                <a:latin typeface="Calibri"/>
                <a:ea typeface="Calibri"/>
                <a:cs typeface="Calibri"/>
              </a:defRPr>
            </a:defPPr>
            <a:lvl1pPr algn="l">
              <a:defRPr sz="1400" b="0">
                <a:solidFill>
                  <a:srgbClr val="4A4F6A"/>
                </a:solidFill>
                <a:latin typeface="Calibri"/>
                <a:ea typeface="Calibri"/>
                <a:cs typeface="Calibri"/>
              </a:defRPr>
            </a:lvl1pPr>
            <a:lvl2pPr algn="l">
              <a:defRPr sz="1400" b="0">
                <a:solidFill>
                  <a:srgbClr val="4A4F6A"/>
                </a:solidFill>
                <a:latin typeface="Calibri"/>
                <a:ea typeface="Calibri"/>
                <a:cs typeface="Calibri"/>
              </a:defRPr>
            </a:lvl2pPr>
            <a:lvl3pPr algn="l">
              <a:defRPr sz="1400" b="0">
                <a:solidFill>
                  <a:srgbClr val="4A4F6A"/>
                </a:solidFill>
                <a:latin typeface="Calibri"/>
                <a:ea typeface="Calibri"/>
                <a:cs typeface="Calibri"/>
              </a:defRPr>
            </a:lvl3pPr>
            <a:lvl4pPr algn="l">
              <a:defRPr sz="1400" b="0">
                <a:solidFill>
                  <a:srgbClr val="4A4F6A"/>
                </a:solidFill>
                <a:latin typeface="Calibri"/>
                <a:ea typeface="Calibri"/>
                <a:cs typeface="Calibri"/>
              </a:defRPr>
            </a:lvl4pPr>
            <a:lvl5pPr algn="l">
              <a:defRPr sz="1400" b="0">
                <a:solidFill>
                  <a:srgbClr val="4A4F6A"/>
                </a:solidFill>
                <a:latin typeface="Calibri"/>
                <a:ea typeface="Calibri"/>
                <a:cs typeface="Calibri"/>
              </a:defRPr>
            </a:lvl5pPr>
            <a:lvl6pPr algn="l">
              <a:defRPr sz="1400" b="0">
                <a:solidFill>
                  <a:srgbClr val="4A4F6A"/>
                </a:solidFill>
                <a:latin typeface="Calibri"/>
                <a:ea typeface="Calibri"/>
                <a:cs typeface="Calibri"/>
              </a:defRPr>
            </a:lvl6pPr>
            <a:lvl7pPr algn="l">
              <a:defRPr sz="1400" b="0">
                <a:solidFill>
                  <a:srgbClr val="4A4F6A"/>
                </a:solidFill>
                <a:latin typeface="Calibri"/>
                <a:ea typeface="Calibri"/>
                <a:cs typeface="Calibri"/>
              </a:defRPr>
            </a:lvl7pPr>
            <a:lvl8pPr algn="l">
              <a:defRPr sz="1400" b="0">
                <a:solidFill>
                  <a:srgbClr val="4A4F6A"/>
                </a:solidFill>
                <a:latin typeface="Calibri"/>
                <a:ea typeface="Calibri"/>
                <a:cs typeface="Calibri"/>
              </a:defRPr>
            </a:lvl8pPr>
            <a:lvl9pPr algn="l">
              <a:defRPr sz="1400" b="0">
                <a:solidFill>
                  <a:srgbClr val="4A4F6A"/>
                </a:solidFill>
                <a:latin typeface="Calibri"/>
                <a:ea typeface="Calibri"/>
                <a:cs typeface="Calibri"/>
              </a:defRPr>
            </a:lvl9pPr>
          </a:lstStyle>
          <a:p>
            <a:pPr defTabSz="1219170">
              <a:defRPr sz="1400" b="0">
                <a:solidFill>
                  <a:srgbClr val="4A4F6A"/>
                </a:solidFill>
                <a:latin typeface="Calibri"/>
                <a:ea typeface="Calibri"/>
                <a:cs typeface="Calibri"/>
              </a:defRPr>
            </a:pPr>
            <a:r>
              <a:rPr sz="1867"/>
              <a:t>Allowed cells need positive costs.</a:t>
            </a:r>
          </a:p>
        </p:txBody>
      </p:sp>
    </p:spTree>
    <p:extLst>
      <p:ext uri="{BB962C8B-B14F-4D97-AF65-F5344CB8AC3E}">
        <p14:creationId xmlns:p14="http://schemas.microsoft.com/office/powerpoint/2010/main" val="247397229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sz="2400">
              <a:solidFill>
                <a:srgbClr val="FFFFFF"/>
              </a:solidFill>
              <a:latin typeface="Calibri"/>
            </a:endParaRPr>
          </a:p>
        </p:txBody>
      </p:sp>
      <p:sp>
        <p:nvSpPr>
          <p:cNvPr id="2" name="Rectangle 1">
            <a:extLst>
              <a:ext uri="{FF2B5EF4-FFF2-40B4-BE49-F238E27FC236}">
                <a16:creationId xmlns:a16="http://schemas.microsoft.com/office/drawing/2014/main" id="{80195AF0-6A97-44ED-967A-8F91D52816D8}"/>
              </a:ext>
            </a:extLst>
          </p:cNvPr>
          <p:cNvSpPr>
            <a:spLocks noGrp="1"/>
          </p:cNvSpPr>
          <p:nvPr/>
        </p:nvSpPr>
        <p:spPr>
          <a:xfrm>
            <a:off x="731520" y="365760"/>
            <a:ext cx="10728960" cy="853440"/>
          </a:xfrm>
          <a:prstGeom prst="rect">
            <a:avLst/>
          </a:prstGeom>
          <a:noFill/>
          <a:ln w="0">
            <a:noFill/>
            <a:prstDash val="solid"/>
          </a:ln>
        </p:spPr>
        <p:txBody>
          <a:bodyPr wrap="square" lIns="0" tIns="0" rIns="0" bIns="0" anchor="ctr">
            <a:noAutofit/>
          </a:bodyPr>
          <a:lstStyle>
            <a:defPPr algn="l">
              <a:defRPr sz="2350" b="1">
                <a:solidFill>
                  <a:srgbClr val="1B1F3B"/>
                </a:solidFill>
                <a:latin typeface="Calibri"/>
                <a:ea typeface="Calibri"/>
                <a:cs typeface="Calibri"/>
              </a:defRPr>
            </a:defPPr>
            <a:lvl1pPr algn="l">
              <a:defRPr sz="2350" b="1">
                <a:solidFill>
                  <a:srgbClr val="1B1F3B"/>
                </a:solidFill>
                <a:latin typeface="Calibri"/>
                <a:ea typeface="Calibri"/>
                <a:cs typeface="Calibri"/>
              </a:defRPr>
            </a:lvl1pPr>
            <a:lvl2pPr algn="l">
              <a:defRPr sz="2350" b="1">
                <a:solidFill>
                  <a:srgbClr val="1B1F3B"/>
                </a:solidFill>
                <a:latin typeface="Calibri"/>
                <a:ea typeface="Calibri"/>
                <a:cs typeface="Calibri"/>
              </a:defRPr>
            </a:lvl2pPr>
            <a:lvl3pPr algn="l">
              <a:defRPr sz="2350" b="1">
                <a:solidFill>
                  <a:srgbClr val="1B1F3B"/>
                </a:solidFill>
                <a:latin typeface="Calibri"/>
                <a:ea typeface="Calibri"/>
                <a:cs typeface="Calibri"/>
              </a:defRPr>
            </a:lvl3pPr>
            <a:lvl4pPr algn="l">
              <a:defRPr sz="2350" b="1">
                <a:solidFill>
                  <a:srgbClr val="1B1F3B"/>
                </a:solidFill>
                <a:latin typeface="Calibri"/>
                <a:ea typeface="Calibri"/>
                <a:cs typeface="Calibri"/>
              </a:defRPr>
            </a:lvl4pPr>
            <a:lvl5pPr algn="l">
              <a:defRPr sz="2350" b="1">
                <a:solidFill>
                  <a:srgbClr val="1B1F3B"/>
                </a:solidFill>
                <a:latin typeface="Calibri"/>
                <a:ea typeface="Calibri"/>
                <a:cs typeface="Calibri"/>
              </a:defRPr>
            </a:lvl5pPr>
            <a:lvl6pPr algn="l">
              <a:defRPr sz="2350" b="1">
                <a:solidFill>
                  <a:srgbClr val="1B1F3B"/>
                </a:solidFill>
                <a:latin typeface="Calibri"/>
                <a:ea typeface="Calibri"/>
                <a:cs typeface="Calibri"/>
              </a:defRPr>
            </a:lvl6pPr>
            <a:lvl7pPr algn="l">
              <a:defRPr sz="2350" b="1">
                <a:solidFill>
                  <a:srgbClr val="1B1F3B"/>
                </a:solidFill>
                <a:latin typeface="Calibri"/>
                <a:ea typeface="Calibri"/>
                <a:cs typeface="Calibri"/>
              </a:defRPr>
            </a:lvl7pPr>
            <a:lvl8pPr algn="l">
              <a:defRPr sz="2350" b="1">
                <a:solidFill>
                  <a:srgbClr val="1B1F3B"/>
                </a:solidFill>
                <a:latin typeface="Calibri"/>
                <a:ea typeface="Calibri"/>
                <a:cs typeface="Calibri"/>
              </a:defRPr>
            </a:lvl8pPr>
            <a:lvl9pPr algn="l">
              <a:defRPr sz="2350" b="1">
                <a:solidFill>
                  <a:srgbClr val="1B1F3B"/>
                </a:solidFill>
                <a:latin typeface="Calibri"/>
                <a:ea typeface="Calibri"/>
                <a:cs typeface="Calibri"/>
              </a:defRPr>
            </a:lvl9pPr>
          </a:lstStyle>
          <a:p>
            <a:pPr defTabSz="1219170">
              <a:defRPr sz="2350" b="1">
                <a:solidFill>
                  <a:srgbClr val="1B1F3B"/>
                </a:solidFill>
                <a:latin typeface="Calibri"/>
                <a:ea typeface="Calibri"/>
                <a:cs typeface="Calibri"/>
              </a:defRPr>
            </a:pPr>
            <a:r>
              <a:rPr sz="3733"/>
              <a:t>Probabilities preserve more information</a:t>
            </a:r>
          </a:p>
        </p:txBody>
      </p:sp>
      <p:sp>
        <p:nvSpPr>
          <p:cNvPr id="3" name="Rectangle 2">
            <a:extLst>
              <a:ext uri="{FF2B5EF4-FFF2-40B4-BE49-F238E27FC236}">
                <a16:creationId xmlns:a16="http://schemas.microsoft.com/office/drawing/2014/main" id="{1F4D38BA-79E2-4FCC-8964-674AEF94947A}"/>
              </a:ext>
            </a:extLst>
          </p:cNvPr>
          <p:cNvSpPr>
            <a:spLocks noGrp="1"/>
          </p:cNvSpPr>
          <p:nvPr/>
        </p:nvSpPr>
        <p:spPr>
          <a:xfrm>
            <a:off x="609601" y="6229350"/>
            <a:ext cx="9334500" cy="266700"/>
          </a:xfrm>
          <a:prstGeom prst="rect">
            <a:avLst/>
          </a:prstGeom>
          <a:noFill/>
          <a:ln w="0">
            <a:noFill/>
            <a:prstDash val="solid"/>
          </a:ln>
        </p:spPr>
        <p:txBody>
          <a:bodyPr wrap="square" lIns="0" tIns="0" rIns="0" bIns="0" anchor="ctr">
            <a:noAutofit/>
          </a:bodyPr>
          <a:lstStyle>
            <a:defPPr algn="l">
              <a:defRPr sz="950" b="0">
                <a:solidFill>
                  <a:srgbClr val="4A4F6A"/>
                </a:solidFill>
                <a:latin typeface="Calibri"/>
                <a:ea typeface="Calibri"/>
                <a:cs typeface="Calibri"/>
              </a:defRPr>
            </a:defPPr>
            <a:lvl1pPr algn="l">
              <a:defRPr sz="950" b="0">
                <a:solidFill>
                  <a:srgbClr val="4A4F6A"/>
                </a:solidFill>
                <a:latin typeface="Calibri"/>
                <a:ea typeface="Calibri"/>
                <a:cs typeface="Calibri"/>
              </a:defRPr>
            </a:lvl1pPr>
            <a:lvl2pPr algn="l">
              <a:defRPr sz="950" b="0">
                <a:solidFill>
                  <a:srgbClr val="4A4F6A"/>
                </a:solidFill>
                <a:latin typeface="Calibri"/>
                <a:ea typeface="Calibri"/>
                <a:cs typeface="Calibri"/>
              </a:defRPr>
            </a:lvl2pPr>
            <a:lvl3pPr algn="l">
              <a:defRPr sz="950" b="0">
                <a:solidFill>
                  <a:srgbClr val="4A4F6A"/>
                </a:solidFill>
                <a:latin typeface="Calibri"/>
                <a:ea typeface="Calibri"/>
                <a:cs typeface="Calibri"/>
              </a:defRPr>
            </a:lvl3pPr>
            <a:lvl4pPr algn="l">
              <a:defRPr sz="950" b="0">
                <a:solidFill>
                  <a:srgbClr val="4A4F6A"/>
                </a:solidFill>
                <a:latin typeface="Calibri"/>
                <a:ea typeface="Calibri"/>
                <a:cs typeface="Calibri"/>
              </a:defRPr>
            </a:lvl4pPr>
            <a:lvl5pPr algn="l">
              <a:defRPr sz="950" b="0">
                <a:solidFill>
                  <a:srgbClr val="4A4F6A"/>
                </a:solidFill>
                <a:latin typeface="Calibri"/>
                <a:ea typeface="Calibri"/>
                <a:cs typeface="Calibri"/>
              </a:defRPr>
            </a:lvl5pPr>
            <a:lvl6pPr algn="l">
              <a:defRPr sz="950" b="0">
                <a:solidFill>
                  <a:srgbClr val="4A4F6A"/>
                </a:solidFill>
                <a:latin typeface="Calibri"/>
                <a:ea typeface="Calibri"/>
                <a:cs typeface="Calibri"/>
              </a:defRPr>
            </a:lvl6pPr>
            <a:lvl7pPr algn="l">
              <a:defRPr sz="950" b="0">
                <a:solidFill>
                  <a:srgbClr val="4A4F6A"/>
                </a:solidFill>
                <a:latin typeface="Calibri"/>
                <a:ea typeface="Calibri"/>
                <a:cs typeface="Calibri"/>
              </a:defRPr>
            </a:lvl7pPr>
            <a:lvl8pPr algn="l">
              <a:defRPr sz="950" b="0">
                <a:solidFill>
                  <a:srgbClr val="4A4F6A"/>
                </a:solidFill>
                <a:latin typeface="Calibri"/>
                <a:ea typeface="Calibri"/>
                <a:cs typeface="Calibri"/>
              </a:defRPr>
            </a:lvl8pPr>
            <a:lvl9pPr algn="l">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5  Cost and blocking policy</a:t>
            </a:r>
          </a:p>
        </p:txBody>
      </p:sp>
      <p:sp>
        <p:nvSpPr>
          <p:cNvPr id="4" name="Rectangle 3">
            <a:extLst>
              <a:ext uri="{FF2B5EF4-FFF2-40B4-BE49-F238E27FC236}">
                <a16:creationId xmlns:a16="http://schemas.microsoft.com/office/drawing/2014/main" id="{67D6F19D-7B15-4096-88F5-7B48ADB45073}"/>
              </a:ext>
            </a:extLst>
          </p:cNvPr>
          <p:cNvSpPr>
            <a:spLocks noGrp="1"/>
          </p:cNvSpPr>
          <p:nvPr/>
        </p:nvSpPr>
        <p:spPr>
          <a:xfrm>
            <a:off x="10953750" y="6229350"/>
            <a:ext cx="619125" cy="266700"/>
          </a:xfrm>
          <a:prstGeom prst="rect">
            <a:avLst/>
          </a:prstGeom>
          <a:noFill/>
          <a:ln w="0">
            <a:noFill/>
            <a:prstDash val="solid"/>
          </a:ln>
        </p:spPr>
        <p:txBody>
          <a:bodyPr wrap="square" lIns="0" tIns="0" rIns="0" bIns="0" anchor="ctr">
            <a:noAutofit/>
          </a:bodyPr>
          <a:lstStyle>
            <a:defPPr algn="r">
              <a:defRPr sz="950" b="0">
                <a:solidFill>
                  <a:srgbClr val="4A4F6A"/>
                </a:solidFill>
                <a:latin typeface="Calibri"/>
                <a:ea typeface="Calibri"/>
                <a:cs typeface="Calibri"/>
              </a:defRPr>
            </a:defPPr>
            <a:lvl1pPr algn="r">
              <a:defRPr sz="950" b="0">
                <a:solidFill>
                  <a:srgbClr val="4A4F6A"/>
                </a:solidFill>
                <a:latin typeface="Calibri"/>
                <a:ea typeface="Calibri"/>
                <a:cs typeface="Calibri"/>
              </a:defRPr>
            </a:lvl1pPr>
            <a:lvl2pPr algn="r">
              <a:defRPr sz="950" b="0">
                <a:solidFill>
                  <a:srgbClr val="4A4F6A"/>
                </a:solidFill>
                <a:latin typeface="Calibri"/>
                <a:ea typeface="Calibri"/>
                <a:cs typeface="Calibri"/>
              </a:defRPr>
            </a:lvl2pPr>
            <a:lvl3pPr algn="r">
              <a:defRPr sz="950" b="0">
                <a:solidFill>
                  <a:srgbClr val="4A4F6A"/>
                </a:solidFill>
                <a:latin typeface="Calibri"/>
                <a:ea typeface="Calibri"/>
                <a:cs typeface="Calibri"/>
              </a:defRPr>
            </a:lvl3pPr>
            <a:lvl4pPr algn="r">
              <a:defRPr sz="950" b="0">
                <a:solidFill>
                  <a:srgbClr val="4A4F6A"/>
                </a:solidFill>
                <a:latin typeface="Calibri"/>
                <a:ea typeface="Calibri"/>
                <a:cs typeface="Calibri"/>
              </a:defRPr>
            </a:lvl4pPr>
            <a:lvl5pPr algn="r">
              <a:defRPr sz="950" b="0">
                <a:solidFill>
                  <a:srgbClr val="4A4F6A"/>
                </a:solidFill>
                <a:latin typeface="Calibri"/>
                <a:ea typeface="Calibri"/>
                <a:cs typeface="Calibri"/>
              </a:defRPr>
            </a:lvl5pPr>
            <a:lvl6pPr algn="r">
              <a:defRPr sz="950" b="0">
                <a:solidFill>
                  <a:srgbClr val="4A4F6A"/>
                </a:solidFill>
                <a:latin typeface="Calibri"/>
                <a:ea typeface="Calibri"/>
                <a:cs typeface="Calibri"/>
              </a:defRPr>
            </a:lvl6pPr>
            <a:lvl7pPr algn="r">
              <a:defRPr sz="950" b="0">
                <a:solidFill>
                  <a:srgbClr val="4A4F6A"/>
                </a:solidFill>
                <a:latin typeface="Calibri"/>
                <a:ea typeface="Calibri"/>
                <a:cs typeface="Calibri"/>
              </a:defRPr>
            </a:lvl7pPr>
            <a:lvl8pPr algn="r">
              <a:defRPr sz="950" b="0">
                <a:solidFill>
                  <a:srgbClr val="4A4F6A"/>
                </a:solidFill>
                <a:latin typeface="Calibri"/>
                <a:ea typeface="Calibri"/>
                <a:cs typeface="Calibri"/>
              </a:defRPr>
            </a:lvl8pPr>
            <a:lvl9pPr algn="r">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03</a:t>
            </a:r>
          </a:p>
        </p:txBody>
      </p:sp>
      <p:graphicFrame>
        <p:nvGraphicFramePr>
          <p:cNvPr id="5" name="Table 4">
            <a:extLst>
              <a:ext uri="{FF2B5EF4-FFF2-40B4-BE49-F238E27FC236}">
                <a16:creationId xmlns:a16="http://schemas.microsoft.com/office/drawing/2014/main" id="{042E7AAB-651F-4C05-B0B1-37F039DA42D9}"/>
              </a:ext>
            </a:extLst>
          </p:cNvPr>
          <p:cNvGraphicFramePr/>
          <p:nvPr/>
        </p:nvGraphicFramePr>
        <p:xfrm>
          <a:off x="714375" y="1666875"/>
          <a:ext cx="10763249" cy="2571756"/>
        </p:xfrm>
        <a:graphic>
          <a:graphicData uri="http://schemas.openxmlformats.org/drawingml/2006/table">
            <a:tbl>
              <a:tblPr/>
              <a:tblGrid>
                <a:gridCol w="4191000">
                  <a:extLst>
                    <a:ext uri="{9D8B030D-6E8A-4147-A177-3AD203B41FA5}">
                      <a16:colId xmlns:a16="http://schemas.microsoft.com/office/drawing/2014/main" val="20000"/>
                    </a:ext>
                  </a:extLst>
                </a:gridCol>
                <a:gridCol w="3333749">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tblGrid>
              <a:tr h="642939">
                <a:tc>
                  <a:txBody>
                    <a:bodyPr/>
                    <a:lstStyle/>
                    <a:p>
                      <a:r>
                        <a:rPr sz="1700" b="1">
                          <a:solidFill>
                            <a:srgbClr val="FFFFFF"/>
                          </a:solidFill>
                          <a:latin typeface="Calibri"/>
                          <a:ea typeface="Calibri"/>
                          <a:cs typeface="Calibri"/>
                        </a:rPr>
                        <a:t>Possible condition</a:t>
                      </a:r>
                    </a:p>
                  </a:txBody>
                  <a:tcPr anchor="ctr">
                    <a:lnL w="7144">
                      <a:solidFill>
                        <a:srgbClr val="C9CEF2"/>
                      </a:solidFill>
                      <a:prstDash val="solid"/>
                    </a:lnL>
                    <a:lnR w="7144">
                      <a:solidFill>
                        <a:srgbClr val="C9CEF2"/>
                      </a:solidFill>
                      <a:prstDash val="solid"/>
                    </a:lnR>
                    <a:lnT w="7144">
                      <a:solidFill>
                        <a:srgbClr val="C9CEF2"/>
                      </a:solidFill>
                      <a:prstDash val="solid"/>
                    </a:lnT>
                    <a:lnB w="7144">
                      <a:solidFill>
                        <a:srgbClr val="C9CEF2"/>
                      </a:solidFill>
                      <a:prstDash val="solid"/>
                    </a:lnB>
                    <a:solidFill>
                      <a:srgbClr val="1B1F3B"/>
                    </a:solidFill>
                  </a:tcPr>
                </a:tc>
                <a:tc>
                  <a:txBody>
                    <a:bodyPr/>
                    <a:lstStyle/>
                    <a:p>
                      <a:r>
                        <a:rPr sz="1700" b="1">
                          <a:solidFill>
                            <a:srgbClr val="FFFFFF"/>
                          </a:solidFill>
                          <a:latin typeface="Calibri"/>
                          <a:ea typeface="Calibri"/>
                          <a:cs typeface="Calibri"/>
                        </a:rPr>
                        <a:t>Estimated chance</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a:solidFill>
                        <a:srgbClr val="C9CEF2"/>
                      </a:solidFill>
                      <a:prstDash val="solid"/>
                    </a:lnT>
                    <a:lnB w="7144">
                      <a:solidFill>
                        <a:srgbClr val="C9CEF2"/>
                      </a:solidFill>
                      <a:prstDash val="solid"/>
                    </a:lnB>
                    <a:solidFill>
                      <a:srgbClr val="1B1F3B"/>
                    </a:solidFill>
                  </a:tcPr>
                </a:tc>
                <a:tc>
                  <a:txBody>
                    <a:bodyPr/>
                    <a:lstStyle/>
                    <a:p>
                      <a:r>
                        <a:rPr sz="1700" b="1">
                          <a:solidFill>
                            <a:srgbClr val="FFFFFF"/>
                          </a:solidFill>
                          <a:latin typeface="Calibri"/>
                          <a:ea typeface="Calibri"/>
                          <a:cs typeface="Calibri"/>
                        </a:rPr>
                        <a:t>Chosen score</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a:solidFill>
                        <a:srgbClr val="C9CEF2"/>
                      </a:solidFill>
                      <a:prstDash val="solid"/>
                    </a:lnT>
                    <a:lnB w="7144">
                      <a:solidFill>
                        <a:srgbClr val="C9CEF2"/>
                      </a:solidFill>
                      <a:prstDash val="solid"/>
                    </a:lnB>
                    <a:solidFill>
                      <a:srgbClr val="1B1F3B"/>
                    </a:solidFill>
                  </a:tcPr>
                </a:tc>
                <a:extLst>
                  <a:ext uri="{0D108BD9-81ED-4DB2-BD59-A6C34878D82A}">
                    <a16:rowId xmlns:a16="http://schemas.microsoft.com/office/drawing/2014/main" val="10000"/>
                  </a:ext>
                </a:extLst>
              </a:tr>
              <a:tr h="642939">
                <a:tc>
                  <a:txBody>
                    <a:bodyPr/>
                    <a:lstStyle/>
                    <a:p>
                      <a:r>
                        <a:rPr sz="1700" b="0">
                          <a:solidFill>
                            <a:srgbClr val="1B1F3B"/>
                          </a:solidFill>
                          <a:latin typeface="Calibri"/>
                          <a:ea typeface="Calibri"/>
                          <a:cs typeface="Calibri"/>
                        </a:rPr>
                        <a:t>Free flow</a:t>
                      </a:r>
                    </a:p>
                  </a:txBody>
                  <a:tcPr anchor="ctr">
                    <a:lnL w="7144">
                      <a:solidFill>
                        <a:srgbClr val="C9CEF2"/>
                      </a:solidFill>
                      <a:prstDash val="soli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E0F1ED"/>
                    </a:solidFill>
                  </a:tcPr>
                </a:tc>
                <a:tc>
                  <a:txBody>
                    <a:bodyPr/>
                    <a:lstStyle/>
                    <a:p>
                      <a:r>
                        <a:rPr sz="1700" b="0">
                          <a:solidFill>
                            <a:srgbClr val="1B1F3B"/>
                          </a:solidFill>
                          <a:latin typeface="Calibri"/>
                          <a:ea typeface="Calibri"/>
                          <a:cs typeface="Calibri"/>
                        </a:rPr>
                        <a:t>60%</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E0F1ED"/>
                    </a:solidFill>
                  </a:tcPr>
                </a:tc>
                <a:tc>
                  <a:txBody>
                    <a:bodyPr/>
                    <a:lstStyle/>
                    <a:p>
                      <a:r>
                        <a:rPr sz="1700" b="0">
                          <a:solidFill>
                            <a:srgbClr val="1B1F3B"/>
                          </a:solidFill>
                          <a:latin typeface="Calibri"/>
                          <a:ea typeface="Calibri"/>
                          <a:cs typeface="Calibri"/>
                        </a:rPr>
                        <a:t>1</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E0F1ED"/>
                    </a:solidFill>
                  </a:tcPr>
                </a:tc>
                <a:extLst>
                  <a:ext uri="{0D108BD9-81ED-4DB2-BD59-A6C34878D82A}">
                    <a16:rowId xmlns:a16="http://schemas.microsoft.com/office/drawing/2014/main" val="10001"/>
                  </a:ext>
                </a:extLst>
              </a:tr>
              <a:tr h="642939">
                <a:tc>
                  <a:txBody>
                    <a:bodyPr/>
                    <a:lstStyle/>
                    <a:p>
                      <a:r>
                        <a:rPr sz="1700" b="0">
                          <a:solidFill>
                            <a:srgbClr val="1B1F3B"/>
                          </a:solidFill>
                          <a:latin typeface="Calibri"/>
                          <a:ea typeface="Calibri"/>
                          <a:cs typeface="Calibri"/>
                        </a:rPr>
                        <a:t>Congested</a:t>
                      </a:r>
                    </a:p>
                  </a:txBody>
                  <a:tcPr anchor="ctr">
                    <a:lnL w="7144">
                      <a:solidFill>
                        <a:srgbClr val="C9CEF2"/>
                      </a:solidFill>
                      <a:prstDash val="soli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F8D19C"/>
                    </a:solidFill>
                  </a:tcPr>
                </a:tc>
                <a:tc>
                  <a:txBody>
                    <a:bodyPr/>
                    <a:lstStyle/>
                    <a:p>
                      <a:r>
                        <a:rPr sz="1700" b="0">
                          <a:solidFill>
                            <a:srgbClr val="1B1F3B"/>
                          </a:solidFill>
                          <a:latin typeface="Calibri"/>
                          <a:ea typeface="Calibri"/>
                          <a:cs typeface="Calibri"/>
                        </a:rPr>
                        <a:t>30%</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F8D19C"/>
                    </a:solidFill>
                  </a:tcPr>
                </a:tc>
                <a:tc>
                  <a:txBody>
                    <a:bodyPr/>
                    <a:lstStyle/>
                    <a:p>
                      <a:r>
                        <a:rPr sz="1700" b="0">
                          <a:solidFill>
                            <a:srgbClr val="1B1F3B"/>
                          </a:solidFill>
                          <a:latin typeface="Calibri"/>
                          <a:ea typeface="Calibri"/>
                          <a:cs typeface="Calibri"/>
                        </a:rPr>
                        <a:t>3.5</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F8D19C"/>
                    </a:solidFill>
                  </a:tcPr>
                </a:tc>
                <a:extLst>
                  <a:ext uri="{0D108BD9-81ED-4DB2-BD59-A6C34878D82A}">
                    <a16:rowId xmlns:a16="http://schemas.microsoft.com/office/drawing/2014/main" val="10002"/>
                  </a:ext>
                </a:extLst>
              </a:tr>
              <a:tr h="642939">
                <a:tc>
                  <a:txBody>
                    <a:bodyPr/>
                    <a:lstStyle/>
                    <a:p>
                      <a:r>
                        <a:rPr sz="1700" b="0">
                          <a:solidFill>
                            <a:srgbClr val="1B1F3B"/>
                          </a:solidFill>
                          <a:latin typeface="Calibri"/>
                          <a:ea typeface="Calibri"/>
                          <a:cs typeface="Calibri"/>
                        </a:rPr>
                        <a:t>Blocked</a:t>
                      </a:r>
                    </a:p>
                  </a:txBody>
                  <a:tcPr anchor="ctr">
                    <a:lnL w="7144">
                      <a:solidFill>
                        <a:srgbClr val="C9CEF2"/>
                      </a:solidFill>
                      <a:prstDash val="soli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FBE5E5"/>
                    </a:solidFill>
                  </a:tcPr>
                </a:tc>
                <a:tc>
                  <a:txBody>
                    <a:bodyPr/>
                    <a:lstStyle/>
                    <a:p>
                      <a:r>
                        <a:rPr sz="1700" b="0">
                          <a:solidFill>
                            <a:srgbClr val="1B1F3B"/>
                          </a:solidFill>
                          <a:latin typeface="Calibri"/>
                          <a:ea typeface="Calibri"/>
                          <a:cs typeface="Calibri"/>
                        </a:rPr>
                        <a:t>10%</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FBE5E5"/>
                    </a:solidFill>
                  </a:tcPr>
                </a:tc>
                <a:tc>
                  <a:txBody>
                    <a:bodyPr/>
                    <a:lstStyle/>
                    <a:p>
                      <a:r>
                        <a:rPr sz="1700" b="0">
                          <a:solidFill>
                            <a:srgbClr val="1B1F3B"/>
                          </a:solidFill>
                          <a:latin typeface="Calibri"/>
                          <a:ea typeface="Calibri"/>
                          <a:cs typeface="Calibri"/>
                        </a:rPr>
                        <a:t>12</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FBE5E5"/>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05707570-4193-4D76-883F-A7EC81831B71}"/>
              </a:ext>
            </a:extLst>
          </p:cNvPr>
          <p:cNvSpPr>
            <a:spLocks noGrp="1"/>
          </p:cNvSpPr>
          <p:nvPr/>
        </p:nvSpPr>
        <p:spPr>
          <a:xfrm>
            <a:off x="809626" y="4524375"/>
            <a:ext cx="10572749" cy="619125"/>
          </a:xfrm>
          <a:prstGeom prst="rect">
            <a:avLst/>
          </a:prstGeom>
          <a:noFill/>
          <a:ln w="0">
            <a:noFill/>
            <a:prstDash val="solid"/>
          </a:ln>
        </p:spPr>
        <p:txBody>
          <a:bodyPr wrap="square" lIns="0" tIns="0" rIns="0" bIns="0" anchor="ctr">
            <a:noAutofit/>
          </a:bodyPr>
          <a:lstStyle>
            <a:defPPr algn="l">
              <a:defRPr sz="1750" b="0">
                <a:solidFill>
                  <a:srgbClr val="1B1F3B"/>
                </a:solidFill>
                <a:latin typeface="Calibri"/>
                <a:ea typeface="Calibri"/>
                <a:cs typeface="Calibri"/>
              </a:defRPr>
            </a:defPPr>
            <a:lvl1pPr algn="l">
              <a:defRPr sz="1750" b="0">
                <a:solidFill>
                  <a:srgbClr val="1B1F3B"/>
                </a:solidFill>
                <a:latin typeface="Calibri"/>
                <a:ea typeface="Calibri"/>
                <a:cs typeface="Calibri"/>
              </a:defRPr>
            </a:lvl1pPr>
            <a:lvl2pPr algn="l">
              <a:defRPr sz="1750" b="0">
                <a:solidFill>
                  <a:srgbClr val="1B1F3B"/>
                </a:solidFill>
                <a:latin typeface="Calibri"/>
                <a:ea typeface="Calibri"/>
                <a:cs typeface="Calibri"/>
              </a:defRPr>
            </a:lvl2pPr>
            <a:lvl3pPr algn="l">
              <a:defRPr sz="1750" b="0">
                <a:solidFill>
                  <a:srgbClr val="1B1F3B"/>
                </a:solidFill>
                <a:latin typeface="Calibri"/>
                <a:ea typeface="Calibri"/>
                <a:cs typeface="Calibri"/>
              </a:defRPr>
            </a:lvl3pPr>
            <a:lvl4pPr algn="l">
              <a:defRPr sz="1750" b="0">
                <a:solidFill>
                  <a:srgbClr val="1B1F3B"/>
                </a:solidFill>
                <a:latin typeface="Calibri"/>
                <a:ea typeface="Calibri"/>
                <a:cs typeface="Calibri"/>
              </a:defRPr>
            </a:lvl4pPr>
            <a:lvl5pPr algn="l">
              <a:defRPr sz="1750" b="0">
                <a:solidFill>
                  <a:srgbClr val="1B1F3B"/>
                </a:solidFill>
                <a:latin typeface="Calibri"/>
                <a:ea typeface="Calibri"/>
                <a:cs typeface="Calibri"/>
              </a:defRPr>
            </a:lvl5pPr>
            <a:lvl6pPr algn="l">
              <a:defRPr sz="1750" b="0">
                <a:solidFill>
                  <a:srgbClr val="1B1F3B"/>
                </a:solidFill>
                <a:latin typeface="Calibri"/>
                <a:ea typeface="Calibri"/>
                <a:cs typeface="Calibri"/>
              </a:defRPr>
            </a:lvl6pPr>
            <a:lvl7pPr algn="l">
              <a:defRPr sz="1750" b="0">
                <a:solidFill>
                  <a:srgbClr val="1B1F3B"/>
                </a:solidFill>
                <a:latin typeface="Calibri"/>
                <a:ea typeface="Calibri"/>
                <a:cs typeface="Calibri"/>
              </a:defRPr>
            </a:lvl7pPr>
            <a:lvl8pPr algn="l">
              <a:defRPr sz="1750" b="0">
                <a:solidFill>
                  <a:srgbClr val="1B1F3B"/>
                </a:solidFill>
                <a:latin typeface="Calibri"/>
                <a:ea typeface="Calibri"/>
                <a:cs typeface="Calibri"/>
              </a:defRPr>
            </a:lvl8pPr>
            <a:lvl9pPr algn="l">
              <a:defRPr sz="1750" b="0">
                <a:solidFill>
                  <a:srgbClr val="1B1F3B"/>
                </a:solidFill>
                <a:latin typeface="Calibri"/>
                <a:ea typeface="Calibri"/>
                <a:cs typeface="Calibri"/>
              </a:defRPr>
            </a:lvl9pPr>
          </a:lstStyle>
          <a:p>
            <a:pPr defTabSz="1219170">
              <a:defRPr sz="1750" b="0">
                <a:solidFill>
                  <a:srgbClr val="1B1F3B"/>
                </a:solidFill>
                <a:latin typeface="Calibri"/>
                <a:ea typeface="Calibri"/>
                <a:cs typeface="Calibri"/>
              </a:defRPr>
            </a:pPr>
            <a:r>
              <a:rPr sz="2333"/>
              <a:t>Expected cost = 0.60 × 1 + 0.30 × 3.5 + 0.10 × 12</a:t>
            </a:r>
          </a:p>
        </p:txBody>
      </p:sp>
      <p:sp>
        <p:nvSpPr>
          <p:cNvPr id="7" name="Rectangle 6">
            <a:extLst>
              <a:ext uri="{FF2B5EF4-FFF2-40B4-BE49-F238E27FC236}">
                <a16:creationId xmlns:a16="http://schemas.microsoft.com/office/drawing/2014/main" id="{52CFC08F-1A5C-4037-B3F2-5EBCE5748F0C}"/>
              </a:ext>
            </a:extLst>
          </p:cNvPr>
          <p:cNvSpPr>
            <a:spLocks noGrp="1"/>
          </p:cNvSpPr>
          <p:nvPr/>
        </p:nvSpPr>
        <p:spPr>
          <a:xfrm>
            <a:off x="809626" y="5095875"/>
            <a:ext cx="10572749" cy="552451"/>
          </a:xfrm>
          <a:prstGeom prst="rect">
            <a:avLst/>
          </a:prstGeom>
          <a:noFill/>
          <a:ln w="0">
            <a:noFill/>
            <a:prstDash val="solid"/>
          </a:ln>
        </p:spPr>
        <p:txBody>
          <a:bodyPr wrap="square" lIns="0" tIns="0" rIns="0" bIns="0" anchor="ctr">
            <a:noAutofit/>
          </a:bodyPr>
          <a:lstStyle>
            <a:defPPr algn="l">
              <a:defRPr sz="2550" b="1">
                <a:solidFill>
                  <a:srgbClr val="2D3A8C"/>
                </a:solidFill>
                <a:latin typeface="Calibri"/>
                <a:ea typeface="Calibri"/>
                <a:cs typeface="Calibri"/>
              </a:defRPr>
            </a:defPPr>
            <a:lvl1pPr algn="l">
              <a:defRPr sz="2550" b="1">
                <a:solidFill>
                  <a:srgbClr val="2D3A8C"/>
                </a:solidFill>
                <a:latin typeface="Calibri"/>
                <a:ea typeface="Calibri"/>
                <a:cs typeface="Calibri"/>
              </a:defRPr>
            </a:lvl1pPr>
            <a:lvl2pPr algn="l">
              <a:defRPr sz="2550" b="1">
                <a:solidFill>
                  <a:srgbClr val="2D3A8C"/>
                </a:solidFill>
                <a:latin typeface="Calibri"/>
                <a:ea typeface="Calibri"/>
                <a:cs typeface="Calibri"/>
              </a:defRPr>
            </a:lvl2pPr>
            <a:lvl3pPr algn="l">
              <a:defRPr sz="2550" b="1">
                <a:solidFill>
                  <a:srgbClr val="2D3A8C"/>
                </a:solidFill>
                <a:latin typeface="Calibri"/>
                <a:ea typeface="Calibri"/>
                <a:cs typeface="Calibri"/>
              </a:defRPr>
            </a:lvl3pPr>
            <a:lvl4pPr algn="l">
              <a:defRPr sz="2550" b="1">
                <a:solidFill>
                  <a:srgbClr val="2D3A8C"/>
                </a:solidFill>
                <a:latin typeface="Calibri"/>
                <a:ea typeface="Calibri"/>
                <a:cs typeface="Calibri"/>
              </a:defRPr>
            </a:lvl4pPr>
            <a:lvl5pPr algn="l">
              <a:defRPr sz="2550" b="1">
                <a:solidFill>
                  <a:srgbClr val="2D3A8C"/>
                </a:solidFill>
                <a:latin typeface="Calibri"/>
                <a:ea typeface="Calibri"/>
                <a:cs typeface="Calibri"/>
              </a:defRPr>
            </a:lvl5pPr>
            <a:lvl6pPr algn="l">
              <a:defRPr sz="2550" b="1">
                <a:solidFill>
                  <a:srgbClr val="2D3A8C"/>
                </a:solidFill>
                <a:latin typeface="Calibri"/>
                <a:ea typeface="Calibri"/>
                <a:cs typeface="Calibri"/>
              </a:defRPr>
            </a:lvl6pPr>
            <a:lvl7pPr algn="l">
              <a:defRPr sz="2550" b="1">
                <a:solidFill>
                  <a:srgbClr val="2D3A8C"/>
                </a:solidFill>
                <a:latin typeface="Calibri"/>
                <a:ea typeface="Calibri"/>
                <a:cs typeface="Calibri"/>
              </a:defRPr>
            </a:lvl7pPr>
            <a:lvl8pPr algn="l">
              <a:defRPr sz="2550" b="1">
                <a:solidFill>
                  <a:srgbClr val="2D3A8C"/>
                </a:solidFill>
                <a:latin typeface="Calibri"/>
                <a:ea typeface="Calibri"/>
                <a:cs typeface="Calibri"/>
              </a:defRPr>
            </a:lvl8pPr>
            <a:lvl9pPr algn="l">
              <a:defRPr sz="2550" b="1">
                <a:solidFill>
                  <a:srgbClr val="2D3A8C"/>
                </a:solidFill>
                <a:latin typeface="Calibri"/>
                <a:ea typeface="Calibri"/>
                <a:cs typeface="Calibri"/>
              </a:defRPr>
            </a:lvl9pPr>
          </a:lstStyle>
          <a:p>
            <a:pPr defTabSz="1219170">
              <a:defRPr sz="2550" b="1">
                <a:solidFill>
                  <a:srgbClr val="2D3A8C"/>
                </a:solidFill>
                <a:latin typeface="Calibri"/>
                <a:ea typeface="Calibri"/>
                <a:cs typeface="Calibri"/>
              </a:defRPr>
            </a:pPr>
            <a:r>
              <a:rPr sz="3400"/>
              <a:t>= 2.85</a:t>
            </a:r>
          </a:p>
        </p:txBody>
      </p:sp>
      <p:sp>
        <p:nvSpPr>
          <p:cNvPr id="8" name="Rectangle 7">
            <a:extLst>
              <a:ext uri="{FF2B5EF4-FFF2-40B4-BE49-F238E27FC236}">
                <a16:creationId xmlns:a16="http://schemas.microsoft.com/office/drawing/2014/main" id="{133FA3D6-E60F-4F98-8365-F0F4C8542831}"/>
              </a:ext>
            </a:extLst>
          </p:cNvPr>
          <p:cNvSpPr>
            <a:spLocks noGrp="1"/>
          </p:cNvSpPr>
          <p:nvPr/>
        </p:nvSpPr>
        <p:spPr>
          <a:xfrm>
            <a:off x="809626" y="5715000"/>
            <a:ext cx="10572749" cy="381000"/>
          </a:xfrm>
          <a:prstGeom prst="rect">
            <a:avLst/>
          </a:prstGeom>
          <a:noFill/>
          <a:ln w="0">
            <a:noFill/>
            <a:prstDash val="solid"/>
          </a:ln>
        </p:spPr>
        <p:txBody>
          <a:bodyPr wrap="square" lIns="0" tIns="0" rIns="0" bIns="0" anchor="ctr">
            <a:noAutofit/>
          </a:bodyPr>
          <a:lstStyle>
            <a:defPPr algn="l">
              <a:defRPr sz="1300" b="0">
                <a:solidFill>
                  <a:srgbClr val="4A4F6A"/>
                </a:solidFill>
                <a:latin typeface="Calibri"/>
                <a:ea typeface="Calibri"/>
                <a:cs typeface="Calibri"/>
              </a:defRPr>
            </a:defPPr>
            <a:lvl1pPr algn="l">
              <a:defRPr sz="1300" b="0">
                <a:solidFill>
                  <a:srgbClr val="4A4F6A"/>
                </a:solidFill>
                <a:latin typeface="Calibri"/>
                <a:ea typeface="Calibri"/>
                <a:cs typeface="Calibri"/>
              </a:defRPr>
            </a:lvl1pPr>
            <a:lvl2pPr algn="l">
              <a:defRPr sz="1300" b="0">
                <a:solidFill>
                  <a:srgbClr val="4A4F6A"/>
                </a:solidFill>
                <a:latin typeface="Calibri"/>
                <a:ea typeface="Calibri"/>
                <a:cs typeface="Calibri"/>
              </a:defRPr>
            </a:lvl2pPr>
            <a:lvl3pPr algn="l">
              <a:defRPr sz="1300" b="0">
                <a:solidFill>
                  <a:srgbClr val="4A4F6A"/>
                </a:solidFill>
                <a:latin typeface="Calibri"/>
                <a:ea typeface="Calibri"/>
                <a:cs typeface="Calibri"/>
              </a:defRPr>
            </a:lvl3pPr>
            <a:lvl4pPr algn="l">
              <a:defRPr sz="1300" b="0">
                <a:solidFill>
                  <a:srgbClr val="4A4F6A"/>
                </a:solidFill>
                <a:latin typeface="Calibri"/>
                <a:ea typeface="Calibri"/>
                <a:cs typeface="Calibri"/>
              </a:defRPr>
            </a:lvl4pPr>
            <a:lvl5pPr algn="l">
              <a:defRPr sz="1300" b="0">
                <a:solidFill>
                  <a:srgbClr val="4A4F6A"/>
                </a:solidFill>
                <a:latin typeface="Calibri"/>
                <a:ea typeface="Calibri"/>
                <a:cs typeface="Calibri"/>
              </a:defRPr>
            </a:lvl5pPr>
            <a:lvl6pPr algn="l">
              <a:defRPr sz="1300" b="0">
                <a:solidFill>
                  <a:srgbClr val="4A4F6A"/>
                </a:solidFill>
                <a:latin typeface="Calibri"/>
                <a:ea typeface="Calibri"/>
                <a:cs typeface="Calibri"/>
              </a:defRPr>
            </a:lvl6pPr>
            <a:lvl7pPr algn="l">
              <a:defRPr sz="1300" b="0">
                <a:solidFill>
                  <a:srgbClr val="4A4F6A"/>
                </a:solidFill>
                <a:latin typeface="Calibri"/>
                <a:ea typeface="Calibri"/>
                <a:cs typeface="Calibri"/>
              </a:defRPr>
            </a:lvl7pPr>
            <a:lvl8pPr algn="l">
              <a:defRPr sz="1300" b="0">
                <a:solidFill>
                  <a:srgbClr val="4A4F6A"/>
                </a:solidFill>
                <a:latin typeface="Calibri"/>
                <a:ea typeface="Calibri"/>
                <a:cs typeface="Calibri"/>
              </a:defRPr>
            </a:lvl8pPr>
            <a:lvl9pPr algn="l">
              <a:defRPr sz="1300" b="0">
                <a:solidFill>
                  <a:srgbClr val="4A4F6A"/>
                </a:solidFill>
                <a:latin typeface="Calibri"/>
                <a:ea typeface="Calibri"/>
                <a:cs typeface="Calibri"/>
              </a:defRPr>
            </a:lvl9pPr>
          </a:lstStyle>
          <a:p>
            <a:pPr defTabSz="1219170">
              <a:defRPr sz="1300" b="0">
                <a:solidFill>
                  <a:srgbClr val="4A4F6A"/>
                </a:solidFill>
                <a:latin typeface="Calibri"/>
                <a:ea typeface="Calibri"/>
                <a:cs typeface="Calibri"/>
              </a:defRPr>
            </a:pPr>
            <a:r>
              <a:rPr sz="1733"/>
              <a:t>A separate rule still decides whether this cell is allowed.</a:t>
            </a:r>
          </a:p>
        </p:txBody>
      </p:sp>
    </p:spTree>
    <p:extLst>
      <p:ext uri="{BB962C8B-B14F-4D97-AF65-F5344CB8AC3E}">
        <p14:creationId xmlns:p14="http://schemas.microsoft.com/office/powerpoint/2010/main" val="200506745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sz="2400">
              <a:solidFill>
                <a:srgbClr val="FFFFFF"/>
              </a:solidFill>
              <a:latin typeface="Calibri"/>
            </a:endParaRPr>
          </a:p>
        </p:txBody>
      </p:sp>
      <p:sp>
        <p:nvSpPr>
          <p:cNvPr id="2" name="Rectangle 1">
            <a:extLst>
              <a:ext uri="{FF2B5EF4-FFF2-40B4-BE49-F238E27FC236}">
                <a16:creationId xmlns:a16="http://schemas.microsoft.com/office/drawing/2014/main" id="{5C2F64EA-7BA8-4FA0-A3DF-F197B2496D8D}"/>
              </a:ext>
            </a:extLst>
          </p:cNvPr>
          <p:cNvSpPr>
            <a:spLocks noGrp="1"/>
          </p:cNvSpPr>
          <p:nvPr/>
        </p:nvSpPr>
        <p:spPr>
          <a:xfrm>
            <a:off x="731520" y="365760"/>
            <a:ext cx="10728960" cy="853440"/>
          </a:xfrm>
          <a:prstGeom prst="rect">
            <a:avLst/>
          </a:prstGeom>
          <a:noFill/>
          <a:ln w="0">
            <a:noFill/>
            <a:prstDash val="solid"/>
          </a:ln>
        </p:spPr>
        <p:txBody>
          <a:bodyPr wrap="square" lIns="0" tIns="0" rIns="0" bIns="0" anchor="ctr">
            <a:noAutofit/>
          </a:bodyPr>
          <a:lstStyle>
            <a:defPPr algn="l">
              <a:defRPr sz="2350" b="1">
                <a:solidFill>
                  <a:srgbClr val="1B1F3B"/>
                </a:solidFill>
                <a:latin typeface="Calibri"/>
                <a:ea typeface="Calibri"/>
                <a:cs typeface="Calibri"/>
              </a:defRPr>
            </a:defPPr>
            <a:lvl1pPr algn="l">
              <a:defRPr sz="2350" b="1">
                <a:solidFill>
                  <a:srgbClr val="1B1F3B"/>
                </a:solidFill>
                <a:latin typeface="Calibri"/>
                <a:ea typeface="Calibri"/>
                <a:cs typeface="Calibri"/>
              </a:defRPr>
            </a:lvl1pPr>
            <a:lvl2pPr algn="l">
              <a:defRPr sz="2350" b="1">
                <a:solidFill>
                  <a:srgbClr val="1B1F3B"/>
                </a:solidFill>
                <a:latin typeface="Calibri"/>
                <a:ea typeface="Calibri"/>
                <a:cs typeface="Calibri"/>
              </a:defRPr>
            </a:lvl2pPr>
            <a:lvl3pPr algn="l">
              <a:defRPr sz="2350" b="1">
                <a:solidFill>
                  <a:srgbClr val="1B1F3B"/>
                </a:solidFill>
                <a:latin typeface="Calibri"/>
                <a:ea typeface="Calibri"/>
                <a:cs typeface="Calibri"/>
              </a:defRPr>
            </a:lvl3pPr>
            <a:lvl4pPr algn="l">
              <a:defRPr sz="2350" b="1">
                <a:solidFill>
                  <a:srgbClr val="1B1F3B"/>
                </a:solidFill>
                <a:latin typeface="Calibri"/>
                <a:ea typeface="Calibri"/>
                <a:cs typeface="Calibri"/>
              </a:defRPr>
            </a:lvl4pPr>
            <a:lvl5pPr algn="l">
              <a:defRPr sz="2350" b="1">
                <a:solidFill>
                  <a:srgbClr val="1B1F3B"/>
                </a:solidFill>
                <a:latin typeface="Calibri"/>
                <a:ea typeface="Calibri"/>
                <a:cs typeface="Calibri"/>
              </a:defRPr>
            </a:lvl5pPr>
            <a:lvl6pPr algn="l">
              <a:defRPr sz="2350" b="1">
                <a:solidFill>
                  <a:srgbClr val="1B1F3B"/>
                </a:solidFill>
                <a:latin typeface="Calibri"/>
                <a:ea typeface="Calibri"/>
                <a:cs typeface="Calibri"/>
              </a:defRPr>
            </a:lvl6pPr>
            <a:lvl7pPr algn="l">
              <a:defRPr sz="2350" b="1">
                <a:solidFill>
                  <a:srgbClr val="1B1F3B"/>
                </a:solidFill>
                <a:latin typeface="Calibri"/>
                <a:ea typeface="Calibri"/>
                <a:cs typeface="Calibri"/>
              </a:defRPr>
            </a:lvl7pPr>
            <a:lvl8pPr algn="l">
              <a:defRPr sz="2350" b="1">
                <a:solidFill>
                  <a:srgbClr val="1B1F3B"/>
                </a:solidFill>
                <a:latin typeface="Calibri"/>
                <a:ea typeface="Calibri"/>
                <a:cs typeface="Calibri"/>
              </a:defRPr>
            </a:lvl8pPr>
            <a:lvl9pPr algn="l">
              <a:defRPr sz="2350" b="1">
                <a:solidFill>
                  <a:srgbClr val="1B1F3B"/>
                </a:solidFill>
                <a:latin typeface="Calibri"/>
                <a:ea typeface="Calibri"/>
                <a:cs typeface="Calibri"/>
              </a:defRPr>
            </a:lvl9pPr>
          </a:lstStyle>
          <a:p>
            <a:pPr defTabSz="1219170">
              <a:defRPr sz="2350" b="1">
                <a:solidFill>
                  <a:srgbClr val="1B1F3B"/>
                </a:solidFill>
                <a:latin typeface="Calibri"/>
                <a:ea typeface="Calibri"/>
                <a:cs typeface="Calibri"/>
              </a:defRPr>
            </a:pPr>
            <a:r>
              <a:rPr sz="3733"/>
              <a:t>Another signal can add a penalty</a:t>
            </a:r>
          </a:p>
        </p:txBody>
      </p:sp>
      <p:sp>
        <p:nvSpPr>
          <p:cNvPr id="3" name="Rectangle 2">
            <a:extLst>
              <a:ext uri="{FF2B5EF4-FFF2-40B4-BE49-F238E27FC236}">
                <a16:creationId xmlns:a16="http://schemas.microsoft.com/office/drawing/2014/main" id="{6E81B2FA-6561-4E19-8A9E-DDEA76EDBF6B}"/>
              </a:ext>
            </a:extLst>
          </p:cNvPr>
          <p:cNvSpPr>
            <a:spLocks noGrp="1"/>
          </p:cNvSpPr>
          <p:nvPr/>
        </p:nvSpPr>
        <p:spPr>
          <a:xfrm>
            <a:off x="609601" y="6229350"/>
            <a:ext cx="9334500" cy="266700"/>
          </a:xfrm>
          <a:prstGeom prst="rect">
            <a:avLst/>
          </a:prstGeom>
          <a:noFill/>
          <a:ln w="0">
            <a:noFill/>
            <a:prstDash val="solid"/>
          </a:ln>
        </p:spPr>
        <p:txBody>
          <a:bodyPr wrap="square" lIns="0" tIns="0" rIns="0" bIns="0" anchor="ctr">
            <a:noAutofit/>
          </a:bodyPr>
          <a:lstStyle>
            <a:defPPr algn="l">
              <a:defRPr sz="950" b="0">
                <a:solidFill>
                  <a:srgbClr val="4A4F6A"/>
                </a:solidFill>
                <a:latin typeface="Calibri"/>
                <a:ea typeface="Calibri"/>
                <a:cs typeface="Calibri"/>
              </a:defRPr>
            </a:defPPr>
            <a:lvl1pPr algn="l">
              <a:defRPr sz="950" b="0">
                <a:solidFill>
                  <a:srgbClr val="4A4F6A"/>
                </a:solidFill>
                <a:latin typeface="Calibri"/>
                <a:ea typeface="Calibri"/>
                <a:cs typeface="Calibri"/>
              </a:defRPr>
            </a:lvl1pPr>
            <a:lvl2pPr algn="l">
              <a:defRPr sz="950" b="0">
                <a:solidFill>
                  <a:srgbClr val="4A4F6A"/>
                </a:solidFill>
                <a:latin typeface="Calibri"/>
                <a:ea typeface="Calibri"/>
                <a:cs typeface="Calibri"/>
              </a:defRPr>
            </a:lvl2pPr>
            <a:lvl3pPr algn="l">
              <a:defRPr sz="950" b="0">
                <a:solidFill>
                  <a:srgbClr val="4A4F6A"/>
                </a:solidFill>
                <a:latin typeface="Calibri"/>
                <a:ea typeface="Calibri"/>
                <a:cs typeface="Calibri"/>
              </a:defRPr>
            </a:lvl3pPr>
            <a:lvl4pPr algn="l">
              <a:defRPr sz="950" b="0">
                <a:solidFill>
                  <a:srgbClr val="4A4F6A"/>
                </a:solidFill>
                <a:latin typeface="Calibri"/>
                <a:ea typeface="Calibri"/>
                <a:cs typeface="Calibri"/>
              </a:defRPr>
            </a:lvl4pPr>
            <a:lvl5pPr algn="l">
              <a:defRPr sz="950" b="0">
                <a:solidFill>
                  <a:srgbClr val="4A4F6A"/>
                </a:solidFill>
                <a:latin typeface="Calibri"/>
                <a:ea typeface="Calibri"/>
                <a:cs typeface="Calibri"/>
              </a:defRPr>
            </a:lvl5pPr>
            <a:lvl6pPr algn="l">
              <a:defRPr sz="950" b="0">
                <a:solidFill>
                  <a:srgbClr val="4A4F6A"/>
                </a:solidFill>
                <a:latin typeface="Calibri"/>
                <a:ea typeface="Calibri"/>
                <a:cs typeface="Calibri"/>
              </a:defRPr>
            </a:lvl6pPr>
            <a:lvl7pPr algn="l">
              <a:defRPr sz="950" b="0">
                <a:solidFill>
                  <a:srgbClr val="4A4F6A"/>
                </a:solidFill>
                <a:latin typeface="Calibri"/>
                <a:ea typeface="Calibri"/>
                <a:cs typeface="Calibri"/>
              </a:defRPr>
            </a:lvl7pPr>
            <a:lvl8pPr algn="l">
              <a:defRPr sz="950" b="0">
                <a:solidFill>
                  <a:srgbClr val="4A4F6A"/>
                </a:solidFill>
                <a:latin typeface="Calibri"/>
                <a:ea typeface="Calibri"/>
                <a:cs typeface="Calibri"/>
              </a:defRPr>
            </a:lvl8pPr>
            <a:lvl9pPr algn="l">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5  Cost and blocking policy</a:t>
            </a:r>
          </a:p>
        </p:txBody>
      </p:sp>
      <p:sp>
        <p:nvSpPr>
          <p:cNvPr id="4" name="Rectangle 3">
            <a:extLst>
              <a:ext uri="{FF2B5EF4-FFF2-40B4-BE49-F238E27FC236}">
                <a16:creationId xmlns:a16="http://schemas.microsoft.com/office/drawing/2014/main" id="{226FFDBA-EC49-45D2-943B-1947483F4314}"/>
              </a:ext>
            </a:extLst>
          </p:cNvPr>
          <p:cNvSpPr>
            <a:spLocks noGrp="1"/>
          </p:cNvSpPr>
          <p:nvPr/>
        </p:nvSpPr>
        <p:spPr>
          <a:xfrm>
            <a:off x="10953750" y="6229350"/>
            <a:ext cx="619125" cy="266700"/>
          </a:xfrm>
          <a:prstGeom prst="rect">
            <a:avLst/>
          </a:prstGeom>
          <a:noFill/>
          <a:ln w="0">
            <a:noFill/>
            <a:prstDash val="solid"/>
          </a:ln>
        </p:spPr>
        <p:txBody>
          <a:bodyPr wrap="square" lIns="0" tIns="0" rIns="0" bIns="0" anchor="ctr">
            <a:noAutofit/>
          </a:bodyPr>
          <a:lstStyle>
            <a:defPPr algn="r">
              <a:defRPr sz="950" b="0">
                <a:solidFill>
                  <a:srgbClr val="4A4F6A"/>
                </a:solidFill>
                <a:latin typeface="Calibri"/>
                <a:ea typeface="Calibri"/>
                <a:cs typeface="Calibri"/>
              </a:defRPr>
            </a:defPPr>
            <a:lvl1pPr algn="r">
              <a:defRPr sz="950" b="0">
                <a:solidFill>
                  <a:srgbClr val="4A4F6A"/>
                </a:solidFill>
                <a:latin typeface="Calibri"/>
                <a:ea typeface="Calibri"/>
                <a:cs typeface="Calibri"/>
              </a:defRPr>
            </a:lvl1pPr>
            <a:lvl2pPr algn="r">
              <a:defRPr sz="950" b="0">
                <a:solidFill>
                  <a:srgbClr val="4A4F6A"/>
                </a:solidFill>
                <a:latin typeface="Calibri"/>
                <a:ea typeface="Calibri"/>
                <a:cs typeface="Calibri"/>
              </a:defRPr>
            </a:lvl2pPr>
            <a:lvl3pPr algn="r">
              <a:defRPr sz="950" b="0">
                <a:solidFill>
                  <a:srgbClr val="4A4F6A"/>
                </a:solidFill>
                <a:latin typeface="Calibri"/>
                <a:ea typeface="Calibri"/>
                <a:cs typeface="Calibri"/>
              </a:defRPr>
            </a:lvl3pPr>
            <a:lvl4pPr algn="r">
              <a:defRPr sz="950" b="0">
                <a:solidFill>
                  <a:srgbClr val="4A4F6A"/>
                </a:solidFill>
                <a:latin typeface="Calibri"/>
                <a:ea typeface="Calibri"/>
                <a:cs typeface="Calibri"/>
              </a:defRPr>
            </a:lvl4pPr>
            <a:lvl5pPr algn="r">
              <a:defRPr sz="950" b="0">
                <a:solidFill>
                  <a:srgbClr val="4A4F6A"/>
                </a:solidFill>
                <a:latin typeface="Calibri"/>
                <a:ea typeface="Calibri"/>
                <a:cs typeface="Calibri"/>
              </a:defRPr>
            </a:lvl5pPr>
            <a:lvl6pPr algn="r">
              <a:defRPr sz="950" b="0">
                <a:solidFill>
                  <a:srgbClr val="4A4F6A"/>
                </a:solidFill>
                <a:latin typeface="Calibri"/>
                <a:ea typeface="Calibri"/>
                <a:cs typeface="Calibri"/>
              </a:defRPr>
            </a:lvl6pPr>
            <a:lvl7pPr algn="r">
              <a:defRPr sz="950" b="0">
                <a:solidFill>
                  <a:srgbClr val="4A4F6A"/>
                </a:solidFill>
                <a:latin typeface="Calibri"/>
                <a:ea typeface="Calibri"/>
                <a:cs typeface="Calibri"/>
              </a:defRPr>
            </a:lvl7pPr>
            <a:lvl8pPr algn="r">
              <a:defRPr sz="950" b="0">
                <a:solidFill>
                  <a:srgbClr val="4A4F6A"/>
                </a:solidFill>
                <a:latin typeface="Calibri"/>
                <a:ea typeface="Calibri"/>
                <a:cs typeface="Calibri"/>
              </a:defRPr>
            </a:lvl8pPr>
            <a:lvl9pPr algn="r">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04</a:t>
            </a:r>
          </a:p>
        </p:txBody>
      </p:sp>
      <p:sp>
        <p:nvSpPr>
          <p:cNvPr id="5" name="Rectangle 4">
            <a:extLst>
              <a:ext uri="{FF2B5EF4-FFF2-40B4-BE49-F238E27FC236}">
                <a16:creationId xmlns:a16="http://schemas.microsoft.com/office/drawing/2014/main" id="{422D5836-62B2-4842-BCD3-2B634F98A390}"/>
              </a:ext>
            </a:extLst>
          </p:cNvPr>
          <p:cNvSpPr>
            <a:spLocks noGrp="1"/>
          </p:cNvSpPr>
          <p:nvPr/>
        </p:nvSpPr>
        <p:spPr>
          <a:xfrm>
            <a:off x="714375" y="1571626"/>
            <a:ext cx="10763251" cy="666749"/>
          </a:xfrm>
          <a:prstGeom prst="rect">
            <a:avLst/>
          </a:prstGeom>
          <a:noFill/>
          <a:ln w="0">
            <a:noFill/>
            <a:prstDash val="solid"/>
          </a:ln>
        </p:spPr>
        <p:txBody>
          <a:bodyPr wrap="square" lIns="0" tIns="0" rIns="0" bIns="0" anchor="ctr">
            <a:noAutofit/>
          </a:bodyPr>
          <a:lstStyle>
            <a:defPPr algn="l">
              <a:defRPr sz="1800" b="1">
                <a:solidFill>
                  <a:srgbClr val="1B1F3B"/>
                </a:solidFill>
                <a:latin typeface="Calibri"/>
                <a:ea typeface="Calibri"/>
                <a:cs typeface="Calibri"/>
              </a:defRPr>
            </a:defPPr>
            <a:lvl1pPr algn="l">
              <a:defRPr sz="1800" b="1">
                <a:solidFill>
                  <a:srgbClr val="1B1F3B"/>
                </a:solidFill>
                <a:latin typeface="Calibri"/>
                <a:ea typeface="Calibri"/>
                <a:cs typeface="Calibri"/>
              </a:defRPr>
            </a:lvl1pPr>
            <a:lvl2pPr algn="l">
              <a:defRPr sz="1800" b="1">
                <a:solidFill>
                  <a:srgbClr val="1B1F3B"/>
                </a:solidFill>
                <a:latin typeface="Calibri"/>
                <a:ea typeface="Calibri"/>
                <a:cs typeface="Calibri"/>
              </a:defRPr>
            </a:lvl2pPr>
            <a:lvl3pPr algn="l">
              <a:defRPr sz="1800" b="1">
                <a:solidFill>
                  <a:srgbClr val="1B1F3B"/>
                </a:solidFill>
                <a:latin typeface="Calibri"/>
                <a:ea typeface="Calibri"/>
                <a:cs typeface="Calibri"/>
              </a:defRPr>
            </a:lvl3pPr>
            <a:lvl4pPr algn="l">
              <a:defRPr sz="1800" b="1">
                <a:solidFill>
                  <a:srgbClr val="1B1F3B"/>
                </a:solidFill>
                <a:latin typeface="Calibri"/>
                <a:ea typeface="Calibri"/>
                <a:cs typeface="Calibri"/>
              </a:defRPr>
            </a:lvl4pPr>
            <a:lvl5pPr algn="l">
              <a:defRPr sz="1800" b="1">
                <a:solidFill>
                  <a:srgbClr val="1B1F3B"/>
                </a:solidFill>
                <a:latin typeface="Calibri"/>
                <a:ea typeface="Calibri"/>
                <a:cs typeface="Calibri"/>
              </a:defRPr>
            </a:lvl5pPr>
            <a:lvl6pPr algn="l">
              <a:defRPr sz="1800" b="1">
                <a:solidFill>
                  <a:srgbClr val="1B1F3B"/>
                </a:solidFill>
                <a:latin typeface="Calibri"/>
                <a:ea typeface="Calibri"/>
                <a:cs typeface="Calibri"/>
              </a:defRPr>
            </a:lvl6pPr>
            <a:lvl7pPr algn="l">
              <a:defRPr sz="1800" b="1">
                <a:solidFill>
                  <a:srgbClr val="1B1F3B"/>
                </a:solidFill>
                <a:latin typeface="Calibri"/>
                <a:ea typeface="Calibri"/>
                <a:cs typeface="Calibri"/>
              </a:defRPr>
            </a:lvl7pPr>
            <a:lvl8pPr algn="l">
              <a:defRPr sz="1800" b="1">
                <a:solidFill>
                  <a:srgbClr val="1B1F3B"/>
                </a:solidFill>
                <a:latin typeface="Calibri"/>
                <a:ea typeface="Calibri"/>
                <a:cs typeface="Calibri"/>
              </a:defRPr>
            </a:lvl8pPr>
            <a:lvl9pPr algn="l">
              <a:defRPr sz="1800" b="1">
                <a:solidFill>
                  <a:srgbClr val="1B1F3B"/>
                </a:solidFill>
                <a:latin typeface="Calibri"/>
                <a:ea typeface="Calibri"/>
                <a:cs typeface="Calibri"/>
              </a:defRPr>
            </a:lvl9pPr>
          </a:lstStyle>
          <a:p>
            <a:pPr defTabSz="1219170">
              <a:defRPr sz="1800" b="1">
                <a:solidFill>
                  <a:srgbClr val="1B1F3B"/>
                </a:solidFill>
                <a:latin typeface="Calibri"/>
                <a:ea typeface="Calibri"/>
                <a:cs typeface="Calibri"/>
              </a:defRPr>
            </a:pPr>
            <a:r>
              <a:rPr sz="2400"/>
              <a:t>New cost = prediction cost + 4 × incident chance</a:t>
            </a:r>
          </a:p>
        </p:txBody>
      </p:sp>
      <p:graphicFrame>
        <p:nvGraphicFramePr>
          <p:cNvPr id="6" name="Table 5">
            <a:extLst>
              <a:ext uri="{FF2B5EF4-FFF2-40B4-BE49-F238E27FC236}">
                <a16:creationId xmlns:a16="http://schemas.microsoft.com/office/drawing/2014/main" id="{2DD6A760-1B4B-4654-86CE-96D6D0756EDF}"/>
              </a:ext>
            </a:extLst>
          </p:cNvPr>
          <p:cNvGraphicFramePr/>
          <p:nvPr/>
        </p:nvGraphicFramePr>
        <p:xfrm>
          <a:off x="714375" y="2524126"/>
          <a:ext cx="10763251" cy="2619376"/>
        </p:xfrm>
        <a:graphic>
          <a:graphicData uri="http://schemas.openxmlformats.org/drawingml/2006/table">
            <a:tbl>
              <a:tblPr/>
              <a:tblGrid>
                <a:gridCol w="5238749">
                  <a:extLst>
                    <a:ext uri="{9D8B030D-6E8A-4147-A177-3AD203B41FA5}">
                      <a16:colId xmlns:a16="http://schemas.microsoft.com/office/drawing/2014/main" val="20000"/>
                    </a:ext>
                  </a:extLst>
                </a:gridCol>
                <a:gridCol w="2762251">
                  <a:extLst>
                    <a:ext uri="{9D8B030D-6E8A-4147-A177-3AD203B41FA5}">
                      <a16:colId xmlns:a16="http://schemas.microsoft.com/office/drawing/2014/main" val="20001"/>
                    </a:ext>
                  </a:extLst>
                </a:gridCol>
                <a:gridCol w="2762251">
                  <a:extLst>
                    <a:ext uri="{9D8B030D-6E8A-4147-A177-3AD203B41FA5}">
                      <a16:colId xmlns:a16="http://schemas.microsoft.com/office/drawing/2014/main" val="20002"/>
                    </a:ext>
                  </a:extLst>
                </a:gridCol>
              </a:tblGrid>
              <a:tr h="654844">
                <a:tc>
                  <a:txBody>
                    <a:bodyPr/>
                    <a:lstStyle/>
                    <a:p>
                      <a:r>
                        <a:rPr sz="1700" b="1">
                          <a:solidFill>
                            <a:srgbClr val="FFFFFF"/>
                          </a:solidFill>
                          <a:latin typeface="Calibri"/>
                          <a:ea typeface="Calibri"/>
                          <a:cs typeface="Calibri"/>
                        </a:rPr>
                        <a:t>Two otherwise similar cells</a:t>
                      </a:r>
                    </a:p>
                  </a:txBody>
                  <a:tcPr anchor="ctr">
                    <a:lnL w="7144">
                      <a:solidFill>
                        <a:srgbClr val="C9CEF2"/>
                      </a:solidFill>
                      <a:prstDash val="solid"/>
                    </a:lnL>
                    <a:lnR w="7144">
                      <a:solidFill>
                        <a:srgbClr val="C9CEF2"/>
                      </a:solidFill>
                      <a:prstDash val="solid"/>
                    </a:lnR>
                    <a:lnT w="7144">
                      <a:solidFill>
                        <a:srgbClr val="C9CEF2"/>
                      </a:solidFill>
                      <a:prstDash val="solid"/>
                    </a:lnT>
                    <a:lnB w="7144">
                      <a:solidFill>
                        <a:srgbClr val="C9CEF2"/>
                      </a:solidFill>
                      <a:prstDash val="solid"/>
                    </a:lnB>
                    <a:solidFill>
                      <a:srgbClr val="1B1F3B"/>
                    </a:solidFill>
                  </a:tcPr>
                </a:tc>
                <a:tc>
                  <a:txBody>
                    <a:bodyPr/>
                    <a:lstStyle/>
                    <a:p>
                      <a:r>
                        <a:rPr sz="1700" b="1">
                          <a:solidFill>
                            <a:srgbClr val="FFFFFF"/>
                          </a:solidFill>
                          <a:latin typeface="Calibri"/>
                          <a:ea typeface="Calibri"/>
                          <a:cs typeface="Calibri"/>
                        </a:rPr>
                        <a:t>Cell A</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a:solidFill>
                        <a:srgbClr val="C9CEF2"/>
                      </a:solidFill>
                      <a:prstDash val="solid"/>
                    </a:lnT>
                    <a:lnB w="7144">
                      <a:solidFill>
                        <a:srgbClr val="C9CEF2"/>
                      </a:solidFill>
                      <a:prstDash val="solid"/>
                    </a:lnB>
                    <a:solidFill>
                      <a:srgbClr val="1B1F3B"/>
                    </a:solidFill>
                  </a:tcPr>
                </a:tc>
                <a:tc>
                  <a:txBody>
                    <a:bodyPr/>
                    <a:lstStyle/>
                    <a:p>
                      <a:r>
                        <a:rPr sz="1700" b="1">
                          <a:solidFill>
                            <a:srgbClr val="FFFFFF"/>
                          </a:solidFill>
                          <a:latin typeface="Calibri"/>
                          <a:ea typeface="Calibri"/>
                          <a:cs typeface="Calibri"/>
                        </a:rPr>
                        <a:t>Cell B</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a:solidFill>
                        <a:srgbClr val="C9CEF2"/>
                      </a:solidFill>
                      <a:prstDash val="solid"/>
                    </a:lnT>
                    <a:lnB w="7144">
                      <a:solidFill>
                        <a:srgbClr val="C9CEF2"/>
                      </a:solidFill>
                      <a:prstDash val="solid"/>
                    </a:lnB>
                    <a:solidFill>
                      <a:srgbClr val="1B1F3B"/>
                    </a:solidFill>
                  </a:tcPr>
                </a:tc>
                <a:extLst>
                  <a:ext uri="{0D108BD9-81ED-4DB2-BD59-A6C34878D82A}">
                    <a16:rowId xmlns:a16="http://schemas.microsoft.com/office/drawing/2014/main" val="10000"/>
                  </a:ext>
                </a:extLst>
              </a:tr>
              <a:tr h="654844">
                <a:tc>
                  <a:txBody>
                    <a:bodyPr/>
                    <a:lstStyle/>
                    <a:p>
                      <a:r>
                        <a:rPr sz="1700" b="0">
                          <a:solidFill>
                            <a:srgbClr val="1B1F3B"/>
                          </a:solidFill>
                          <a:latin typeface="Calibri"/>
                          <a:ea typeface="Calibri"/>
                          <a:cs typeface="Calibri"/>
                        </a:rPr>
                        <a:t>Prediction cost</a:t>
                      </a:r>
                    </a:p>
                  </a:txBody>
                  <a:tcPr anchor="ctr">
                    <a:lnL w="7144">
                      <a:solidFill>
                        <a:srgbClr val="C9CEF2"/>
                      </a:solidFill>
                      <a:prstDash val="soli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FFFFFF"/>
                    </a:solidFill>
                  </a:tcPr>
                </a:tc>
                <a:tc>
                  <a:txBody>
                    <a:bodyPr/>
                    <a:lstStyle/>
                    <a:p>
                      <a:r>
                        <a:rPr sz="1700" b="0">
                          <a:solidFill>
                            <a:srgbClr val="1B1F3B"/>
                          </a:solidFill>
                          <a:latin typeface="Calibri"/>
                          <a:ea typeface="Calibri"/>
                          <a:cs typeface="Calibri"/>
                        </a:rPr>
                        <a:t>2</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FFFFFF"/>
                    </a:solidFill>
                  </a:tcPr>
                </a:tc>
                <a:tc>
                  <a:txBody>
                    <a:bodyPr/>
                    <a:lstStyle/>
                    <a:p>
                      <a:r>
                        <a:rPr sz="1700" b="0">
                          <a:solidFill>
                            <a:srgbClr val="1B1F3B"/>
                          </a:solidFill>
                          <a:latin typeface="Calibri"/>
                          <a:ea typeface="Calibri"/>
                          <a:cs typeface="Calibri"/>
                        </a:rPr>
                        <a:t>2</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FFFFFF"/>
                    </a:solidFill>
                  </a:tcPr>
                </a:tc>
                <a:extLst>
                  <a:ext uri="{0D108BD9-81ED-4DB2-BD59-A6C34878D82A}">
                    <a16:rowId xmlns:a16="http://schemas.microsoft.com/office/drawing/2014/main" val="10001"/>
                  </a:ext>
                </a:extLst>
              </a:tr>
              <a:tr h="654844">
                <a:tc>
                  <a:txBody>
                    <a:bodyPr/>
                    <a:lstStyle/>
                    <a:p>
                      <a:r>
                        <a:rPr sz="1700" b="0">
                          <a:solidFill>
                            <a:srgbClr val="1B1F3B"/>
                          </a:solidFill>
                          <a:latin typeface="Calibri"/>
                          <a:ea typeface="Calibri"/>
                          <a:cs typeface="Calibri"/>
                        </a:rPr>
                        <a:t>Incident chance</a:t>
                      </a:r>
                    </a:p>
                  </a:txBody>
                  <a:tcPr anchor="ctr">
                    <a:lnL w="7144">
                      <a:solidFill>
                        <a:srgbClr val="C9CEF2"/>
                      </a:solidFill>
                      <a:prstDash val="soli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DDDFED"/>
                    </a:solidFill>
                  </a:tcPr>
                </a:tc>
                <a:tc>
                  <a:txBody>
                    <a:bodyPr/>
                    <a:lstStyle/>
                    <a:p>
                      <a:r>
                        <a:rPr sz="1700" b="0">
                          <a:solidFill>
                            <a:srgbClr val="1B1F3B"/>
                          </a:solidFill>
                          <a:latin typeface="Calibri"/>
                          <a:ea typeface="Calibri"/>
                          <a:cs typeface="Calibri"/>
                        </a:rPr>
                        <a:t>5%</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DDDFED"/>
                    </a:solidFill>
                  </a:tcPr>
                </a:tc>
                <a:tc>
                  <a:txBody>
                    <a:bodyPr/>
                    <a:lstStyle/>
                    <a:p>
                      <a:r>
                        <a:rPr sz="1700" b="0">
                          <a:solidFill>
                            <a:srgbClr val="1B1F3B"/>
                          </a:solidFill>
                          <a:latin typeface="Calibri"/>
                          <a:ea typeface="Calibri"/>
                          <a:cs typeface="Calibri"/>
                        </a:rPr>
                        <a:t>30%</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DDDFED"/>
                    </a:solidFill>
                  </a:tcPr>
                </a:tc>
                <a:extLst>
                  <a:ext uri="{0D108BD9-81ED-4DB2-BD59-A6C34878D82A}">
                    <a16:rowId xmlns:a16="http://schemas.microsoft.com/office/drawing/2014/main" val="10002"/>
                  </a:ext>
                </a:extLst>
              </a:tr>
              <a:tr h="654844">
                <a:tc>
                  <a:txBody>
                    <a:bodyPr/>
                    <a:lstStyle/>
                    <a:p>
                      <a:r>
                        <a:rPr sz="1700" b="0">
                          <a:solidFill>
                            <a:srgbClr val="1B1F3B"/>
                          </a:solidFill>
                          <a:latin typeface="Calibri"/>
                          <a:ea typeface="Calibri"/>
                          <a:cs typeface="Calibri"/>
                        </a:rPr>
                        <a:t>New cost</a:t>
                      </a:r>
                    </a:p>
                  </a:txBody>
                  <a:tcPr anchor="ctr">
                    <a:lnL w="7144">
                      <a:solidFill>
                        <a:srgbClr val="C9CEF2"/>
                      </a:solidFill>
                      <a:prstDash val="soli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FFFFFF"/>
                    </a:solidFill>
                  </a:tcPr>
                </a:tc>
                <a:tc>
                  <a:txBody>
                    <a:bodyPr/>
                    <a:lstStyle/>
                    <a:p>
                      <a:r>
                        <a:rPr sz="1700" b="0">
                          <a:solidFill>
                            <a:srgbClr val="1B1F3B"/>
                          </a:solidFill>
                          <a:latin typeface="Calibri"/>
                          <a:ea typeface="Calibri"/>
                          <a:cs typeface="Calibri"/>
                        </a:rPr>
                        <a:t>2.2</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FFFFFF"/>
                    </a:solidFill>
                  </a:tcPr>
                </a:tc>
                <a:tc>
                  <a:txBody>
                    <a:bodyPr/>
                    <a:lstStyle/>
                    <a:p>
                      <a:r>
                        <a:rPr sz="1700" b="0">
                          <a:solidFill>
                            <a:srgbClr val="1B1F3B"/>
                          </a:solidFill>
                          <a:latin typeface="Calibri"/>
                          <a:ea typeface="Calibri"/>
                          <a:cs typeface="Calibri"/>
                        </a:rPr>
                        <a:t>3.2</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7" name="Rectangle 6">
            <a:extLst>
              <a:ext uri="{FF2B5EF4-FFF2-40B4-BE49-F238E27FC236}">
                <a16:creationId xmlns:a16="http://schemas.microsoft.com/office/drawing/2014/main" id="{D61D1E7D-D4BE-4C27-8C04-4F082E3BABDF}"/>
              </a:ext>
            </a:extLst>
          </p:cNvPr>
          <p:cNvSpPr>
            <a:spLocks noGrp="1"/>
          </p:cNvSpPr>
          <p:nvPr/>
        </p:nvSpPr>
        <p:spPr>
          <a:xfrm>
            <a:off x="609600" y="5619749"/>
            <a:ext cx="10972800" cy="457200"/>
          </a:xfrm>
          <a:prstGeom prst="rect">
            <a:avLst/>
          </a:prstGeom>
          <a:noFill/>
          <a:ln w="0">
            <a:noFill/>
            <a:prstDash val="solid"/>
          </a:ln>
        </p:spPr>
        <p:txBody>
          <a:bodyPr wrap="square" lIns="0" tIns="0" rIns="0" bIns="0" anchor="ctr">
            <a:noAutofit/>
          </a:bodyPr>
          <a:lstStyle>
            <a:defPPr algn="l">
              <a:defRPr sz="1300" b="0">
                <a:solidFill>
                  <a:srgbClr val="4A4F6A"/>
                </a:solidFill>
                <a:latin typeface="Calibri"/>
                <a:ea typeface="Calibri"/>
                <a:cs typeface="Calibri"/>
              </a:defRPr>
            </a:defPPr>
            <a:lvl1pPr algn="l">
              <a:defRPr sz="1300" b="0">
                <a:solidFill>
                  <a:srgbClr val="4A4F6A"/>
                </a:solidFill>
                <a:latin typeface="Calibri"/>
                <a:ea typeface="Calibri"/>
                <a:cs typeface="Calibri"/>
              </a:defRPr>
            </a:lvl1pPr>
            <a:lvl2pPr algn="l">
              <a:defRPr sz="1300" b="0">
                <a:solidFill>
                  <a:srgbClr val="4A4F6A"/>
                </a:solidFill>
                <a:latin typeface="Calibri"/>
                <a:ea typeface="Calibri"/>
                <a:cs typeface="Calibri"/>
              </a:defRPr>
            </a:lvl2pPr>
            <a:lvl3pPr algn="l">
              <a:defRPr sz="1300" b="0">
                <a:solidFill>
                  <a:srgbClr val="4A4F6A"/>
                </a:solidFill>
                <a:latin typeface="Calibri"/>
                <a:ea typeface="Calibri"/>
                <a:cs typeface="Calibri"/>
              </a:defRPr>
            </a:lvl3pPr>
            <a:lvl4pPr algn="l">
              <a:defRPr sz="1300" b="0">
                <a:solidFill>
                  <a:srgbClr val="4A4F6A"/>
                </a:solidFill>
                <a:latin typeface="Calibri"/>
                <a:ea typeface="Calibri"/>
                <a:cs typeface="Calibri"/>
              </a:defRPr>
            </a:lvl4pPr>
            <a:lvl5pPr algn="l">
              <a:defRPr sz="1300" b="0">
                <a:solidFill>
                  <a:srgbClr val="4A4F6A"/>
                </a:solidFill>
                <a:latin typeface="Calibri"/>
                <a:ea typeface="Calibri"/>
                <a:cs typeface="Calibri"/>
              </a:defRPr>
            </a:lvl5pPr>
            <a:lvl6pPr algn="l">
              <a:defRPr sz="1300" b="0">
                <a:solidFill>
                  <a:srgbClr val="4A4F6A"/>
                </a:solidFill>
                <a:latin typeface="Calibri"/>
                <a:ea typeface="Calibri"/>
                <a:cs typeface="Calibri"/>
              </a:defRPr>
            </a:lvl6pPr>
            <a:lvl7pPr algn="l">
              <a:defRPr sz="1300" b="0">
                <a:solidFill>
                  <a:srgbClr val="4A4F6A"/>
                </a:solidFill>
                <a:latin typeface="Calibri"/>
                <a:ea typeface="Calibri"/>
                <a:cs typeface="Calibri"/>
              </a:defRPr>
            </a:lvl7pPr>
            <a:lvl8pPr algn="l">
              <a:defRPr sz="1300" b="0">
                <a:solidFill>
                  <a:srgbClr val="4A4F6A"/>
                </a:solidFill>
                <a:latin typeface="Calibri"/>
                <a:ea typeface="Calibri"/>
                <a:cs typeface="Calibri"/>
              </a:defRPr>
            </a:lvl8pPr>
            <a:lvl9pPr algn="l">
              <a:defRPr sz="1300" b="0">
                <a:solidFill>
                  <a:srgbClr val="4A4F6A"/>
                </a:solidFill>
                <a:latin typeface="Calibri"/>
                <a:ea typeface="Calibri"/>
                <a:cs typeface="Calibri"/>
              </a:defRPr>
            </a:lvl9pPr>
          </a:lstStyle>
          <a:p>
            <a:pPr defTabSz="1219170">
              <a:defRPr sz="1300" b="0">
                <a:solidFill>
                  <a:srgbClr val="4A4F6A"/>
                </a:solidFill>
                <a:latin typeface="Calibri"/>
                <a:ea typeface="Calibri"/>
                <a:cs typeface="Calibri"/>
              </a:defRPr>
            </a:pPr>
            <a:r>
              <a:rPr sz="1733"/>
              <a:t>The number 4 controls how much this extra signal matters.</a:t>
            </a:r>
          </a:p>
        </p:txBody>
      </p:sp>
    </p:spTree>
    <p:extLst>
      <p:ext uri="{BB962C8B-B14F-4D97-AF65-F5344CB8AC3E}">
        <p14:creationId xmlns:p14="http://schemas.microsoft.com/office/powerpoint/2010/main" val="350927314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Rectangle 28"/>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sz="2400">
              <a:solidFill>
                <a:srgbClr val="FFFFFF"/>
              </a:solidFill>
              <a:latin typeface="Calibri"/>
            </a:endParaRPr>
          </a:p>
        </p:txBody>
      </p:sp>
      <p:sp>
        <p:nvSpPr>
          <p:cNvPr id="2" name="Rectangle 1">
            <a:extLst>
              <a:ext uri="{FF2B5EF4-FFF2-40B4-BE49-F238E27FC236}">
                <a16:creationId xmlns:a16="http://schemas.microsoft.com/office/drawing/2014/main" id="{68B861F2-D9B2-4BDA-A93C-E2F9DB97ABBD}"/>
              </a:ext>
            </a:extLst>
          </p:cNvPr>
          <p:cNvSpPr>
            <a:spLocks noGrp="1"/>
          </p:cNvSpPr>
          <p:nvPr/>
        </p:nvSpPr>
        <p:spPr>
          <a:xfrm>
            <a:off x="731520" y="365760"/>
            <a:ext cx="10728960" cy="853440"/>
          </a:xfrm>
          <a:prstGeom prst="rect">
            <a:avLst/>
          </a:prstGeom>
          <a:noFill/>
          <a:ln w="0">
            <a:noFill/>
            <a:prstDash val="solid"/>
          </a:ln>
        </p:spPr>
        <p:txBody>
          <a:bodyPr wrap="square" lIns="0" tIns="0" rIns="0" bIns="0" anchor="ctr">
            <a:noAutofit/>
          </a:bodyPr>
          <a:lstStyle>
            <a:defPPr algn="l">
              <a:defRPr sz="2350" b="1">
                <a:solidFill>
                  <a:srgbClr val="1B1F3B"/>
                </a:solidFill>
                <a:latin typeface="Calibri"/>
                <a:ea typeface="Calibri"/>
                <a:cs typeface="Calibri"/>
              </a:defRPr>
            </a:defPPr>
            <a:lvl1pPr algn="l">
              <a:defRPr sz="2350" b="1">
                <a:solidFill>
                  <a:srgbClr val="1B1F3B"/>
                </a:solidFill>
                <a:latin typeface="Calibri"/>
                <a:ea typeface="Calibri"/>
                <a:cs typeface="Calibri"/>
              </a:defRPr>
            </a:lvl1pPr>
            <a:lvl2pPr algn="l">
              <a:defRPr sz="2350" b="1">
                <a:solidFill>
                  <a:srgbClr val="1B1F3B"/>
                </a:solidFill>
                <a:latin typeface="Calibri"/>
                <a:ea typeface="Calibri"/>
                <a:cs typeface="Calibri"/>
              </a:defRPr>
            </a:lvl2pPr>
            <a:lvl3pPr algn="l">
              <a:defRPr sz="2350" b="1">
                <a:solidFill>
                  <a:srgbClr val="1B1F3B"/>
                </a:solidFill>
                <a:latin typeface="Calibri"/>
                <a:ea typeface="Calibri"/>
                <a:cs typeface="Calibri"/>
              </a:defRPr>
            </a:lvl3pPr>
            <a:lvl4pPr algn="l">
              <a:defRPr sz="2350" b="1">
                <a:solidFill>
                  <a:srgbClr val="1B1F3B"/>
                </a:solidFill>
                <a:latin typeface="Calibri"/>
                <a:ea typeface="Calibri"/>
                <a:cs typeface="Calibri"/>
              </a:defRPr>
            </a:lvl4pPr>
            <a:lvl5pPr algn="l">
              <a:defRPr sz="2350" b="1">
                <a:solidFill>
                  <a:srgbClr val="1B1F3B"/>
                </a:solidFill>
                <a:latin typeface="Calibri"/>
                <a:ea typeface="Calibri"/>
                <a:cs typeface="Calibri"/>
              </a:defRPr>
            </a:lvl5pPr>
            <a:lvl6pPr algn="l">
              <a:defRPr sz="2350" b="1">
                <a:solidFill>
                  <a:srgbClr val="1B1F3B"/>
                </a:solidFill>
                <a:latin typeface="Calibri"/>
                <a:ea typeface="Calibri"/>
                <a:cs typeface="Calibri"/>
              </a:defRPr>
            </a:lvl6pPr>
            <a:lvl7pPr algn="l">
              <a:defRPr sz="2350" b="1">
                <a:solidFill>
                  <a:srgbClr val="1B1F3B"/>
                </a:solidFill>
                <a:latin typeface="Calibri"/>
                <a:ea typeface="Calibri"/>
                <a:cs typeface="Calibri"/>
              </a:defRPr>
            </a:lvl7pPr>
            <a:lvl8pPr algn="l">
              <a:defRPr sz="2350" b="1">
                <a:solidFill>
                  <a:srgbClr val="1B1F3B"/>
                </a:solidFill>
                <a:latin typeface="Calibri"/>
                <a:ea typeface="Calibri"/>
                <a:cs typeface="Calibri"/>
              </a:defRPr>
            </a:lvl8pPr>
            <a:lvl9pPr algn="l">
              <a:defRPr sz="2350" b="1">
                <a:solidFill>
                  <a:srgbClr val="1B1F3B"/>
                </a:solidFill>
                <a:latin typeface="Calibri"/>
                <a:ea typeface="Calibri"/>
                <a:cs typeface="Calibri"/>
              </a:defRPr>
            </a:lvl9pPr>
          </a:lstStyle>
          <a:p>
            <a:pPr defTabSz="1219170">
              <a:defRPr sz="2350" b="1">
                <a:solidFill>
                  <a:srgbClr val="1B1F3B"/>
                </a:solidFill>
                <a:latin typeface="Calibri"/>
                <a:ea typeface="Calibri"/>
                <a:cs typeface="Calibri"/>
              </a:defRPr>
            </a:pPr>
            <a:r>
              <a:rPr sz="3733"/>
              <a:t>A penalty and a block do different jobs</a:t>
            </a:r>
          </a:p>
        </p:txBody>
      </p:sp>
      <p:sp>
        <p:nvSpPr>
          <p:cNvPr id="3" name="Rectangle 2">
            <a:extLst>
              <a:ext uri="{FF2B5EF4-FFF2-40B4-BE49-F238E27FC236}">
                <a16:creationId xmlns:a16="http://schemas.microsoft.com/office/drawing/2014/main" id="{6D629257-6BCC-4F11-8772-DB7AE5335AF6}"/>
              </a:ext>
            </a:extLst>
          </p:cNvPr>
          <p:cNvSpPr>
            <a:spLocks noGrp="1"/>
          </p:cNvSpPr>
          <p:nvPr/>
        </p:nvSpPr>
        <p:spPr>
          <a:xfrm>
            <a:off x="609601" y="6229350"/>
            <a:ext cx="9334500" cy="266700"/>
          </a:xfrm>
          <a:prstGeom prst="rect">
            <a:avLst/>
          </a:prstGeom>
          <a:noFill/>
          <a:ln w="0">
            <a:noFill/>
            <a:prstDash val="solid"/>
          </a:ln>
        </p:spPr>
        <p:txBody>
          <a:bodyPr wrap="square" lIns="0" tIns="0" rIns="0" bIns="0" anchor="ctr">
            <a:noAutofit/>
          </a:bodyPr>
          <a:lstStyle>
            <a:defPPr algn="l">
              <a:defRPr sz="950" b="0">
                <a:solidFill>
                  <a:srgbClr val="4A4F6A"/>
                </a:solidFill>
                <a:latin typeface="Calibri"/>
                <a:ea typeface="Calibri"/>
                <a:cs typeface="Calibri"/>
              </a:defRPr>
            </a:defPPr>
            <a:lvl1pPr algn="l">
              <a:defRPr sz="950" b="0">
                <a:solidFill>
                  <a:srgbClr val="4A4F6A"/>
                </a:solidFill>
                <a:latin typeface="Calibri"/>
                <a:ea typeface="Calibri"/>
                <a:cs typeface="Calibri"/>
              </a:defRPr>
            </a:lvl1pPr>
            <a:lvl2pPr algn="l">
              <a:defRPr sz="950" b="0">
                <a:solidFill>
                  <a:srgbClr val="4A4F6A"/>
                </a:solidFill>
                <a:latin typeface="Calibri"/>
                <a:ea typeface="Calibri"/>
                <a:cs typeface="Calibri"/>
              </a:defRPr>
            </a:lvl2pPr>
            <a:lvl3pPr algn="l">
              <a:defRPr sz="950" b="0">
                <a:solidFill>
                  <a:srgbClr val="4A4F6A"/>
                </a:solidFill>
                <a:latin typeface="Calibri"/>
                <a:ea typeface="Calibri"/>
                <a:cs typeface="Calibri"/>
              </a:defRPr>
            </a:lvl3pPr>
            <a:lvl4pPr algn="l">
              <a:defRPr sz="950" b="0">
                <a:solidFill>
                  <a:srgbClr val="4A4F6A"/>
                </a:solidFill>
                <a:latin typeface="Calibri"/>
                <a:ea typeface="Calibri"/>
                <a:cs typeface="Calibri"/>
              </a:defRPr>
            </a:lvl4pPr>
            <a:lvl5pPr algn="l">
              <a:defRPr sz="950" b="0">
                <a:solidFill>
                  <a:srgbClr val="4A4F6A"/>
                </a:solidFill>
                <a:latin typeface="Calibri"/>
                <a:ea typeface="Calibri"/>
                <a:cs typeface="Calibri"/>
              </a:defRPr>
            </a:lvl5pPr>
            <a:lvl6pPr algn="l">
              <a:defRPr sz="950" b="0">
                <a:solidFill>
                  <a:srgbClr val="4A4F6A"/>
                </a:solidFill>
                <a:latin typeface="Calibri"/>
                <a:ea typeface="Calibri"/>
                <a:cs typeface="Calibri"/>
              </a:defRPr>
            </a:lvl6pPr>
            <a:lvl7pPr algn="l">
              <a:defRPr sz="950" b="0">
                <a:solidFill>
                  <a:srgbClr val="4A4F6A"/>
                </a:solidFill>
                <a:latin typeface="Calibri"/>
                <a:ea typeface="Calibri"/>
                <a:cs typeface="Calibri"/>
              </a:defRPr>
            </a:lvl7pPr>
            <a:lvl8pPr algn="l">
              <a:defRPr sz="950" b="0">
                <a:solidFill>
                  <a:srgbClr val="4A4F6A"/>
                </a:solidFill>
                <a:latin typeface="Calibri"/>
                <a:ea typeface="Calibri"/>
                <a:cs typeface="Calibri"/>
              </a:defRPr>
            </a:lvl8pPr>
            <a:lvl9pPr algn="l">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5  Cost and blocking policy</a:t>
            </a:r>
          </a:p>
        </p:txBody>
      </p:sp>
      <p:sp>
        <p:nvSpPr>
          <p:cNvPr id="4" name="Rectangle 3">
            <a:extLst>
              <a:ext uri="{FF2B5EF4-FFF2-40B4-BE49-F238E27FC236}">
                <a16:creationId xmlns:a16="http://schemas.microsoft.com/office/drawing/2014/main" id="{098C9D9C-B9FD-43DE-875F-7A6D53CCD818}"/>
              </a:ext>
            </a:extLst>
          </p:cNvPr>
          <p:cNvSpPr>
            <a:spLocks noGrp="1"/>
          </p:cNvSpPr>
          <p:nvPr/>
        </p:nvSpPr>
        <p:spPr>
          <a:xfrm>
            <a:off x="10953750" y="6229350"/>
            <a:ext cx="619125" cy="266700"/>
          </a:xfrm>
          <a:prstGeom prst="rect">
            <a:avLst/>
          </a:prstGeom>
          <a:noFill/>
          <a:ln w="0">
            <a:noFill/>
            <a:prstDash val="solid"/>
          </a:ln>
        </p:spPr>
        <p:txBody>
          <a:bodyPr wrap="square" lIns="0" tIns="0" rIns="0" bIns="0" anchor="ctr">
            <a:noAutofit/>
          </a:bodyPr>
          <a:lstStyle>
            <a:defPPr algn="r">
              <a:defRPr sz="950" b="0">
                <a:solidFill>
                  <a:srgbClr val="4A4F6A"/>
                </a:solidFill>
                <a:latin typeface="Calibri"/>
                <a:ea typeface="Calibri"/>
                <a:cs typeface="Calibri"/>
              </a:defRPr>
            </a:defPPr>
            <a:lvl1pPr algn="r">
              <a:defRPr sz="950" b="0">
                <a:solidFill>
                  <a:srgbClr val="4A4F6A"/>
                </a:solidFill>
                <a:latin typeface="Calibri"/>
                <a:ea typeface="Calibri"/>
                <a:cs typeface="Calibri"/>
              </a:defRPr>
            </a:lvl1pPr>
            <a:lvl2pPr algn="r">
              <a:defRPr sz="950" b="0">
                <a:solidFill>
                  <a:srgbClr val="4A4F6A"/>
                </a:solidFill>
                <a:latin typeface="Calibri"/>
                <a:ea typeface="Calibri"/>
                <a:cs typeface="Calibri"/>
              </a:defRPr>
            </a:lvl2pPr>
            <a:lvl3pPr algn="r">
              <a:defRPr sz="950" b="0">
                <a:solidFill>
                  <a:srgbClr val="4A4F6A"/>
                </a:solidFill>
                <a:latin typeface="Calibri"/>
                <a:ea typeface="Calibri"/>
                <a:cs typeface="Calibri"/>
              </a:defRPr>
            </a:lvl3pPr>
            <a:lvl4pPr algn="r">
              <a:defRPr sz="950" b="0">
                <a:solidFill>
                  <a:srgbClr val="4A4F6A"/>
                </a:solidFill>
                <a:latin typeface="Calibri"/>
                <a:ea typeface="Calibri"/>
                <a:cs typeface="Calibri"/>
              </a:defRPr>
            </a:lvl4pPr>
            <a:lvl5pPr algn="r">
              <a:defRPr sz="950" b="0">
                <a:solidFill>
                  <a:srgbClr val="4A4F6A"/>
                </a:solidFill>
                <a:latin typeface="Calibri"/>
                <a:ea typeface="Calibri"/>
                <a:cs typeface="Calibri"/>
              </a:defRPr>
            </a:lvl5pPr>
            <a:lvl6pPr algn="r">
              <a:defRPr sz="950" b="0">
                <a:solidFill>
                  <a:srgbClr val="4A4F6A"/>
                </a:solidFill>
                <a:latin typeface="Calibri"/>
                <a:ea typeface="Calibri"/>
                <a:cs typeface="Calibri"/>
              </a:defRPr>
            </a:lvl6pPr>
            <a:lvl7pPr algn="r">
              <a:defRPr sz="950" b="0">
                <a:solidFill>
                  <a:srgbClr val="4A4F6A"/>
                </a:solidFill>
                <a:latin typeface="Calibri"/>
                <a:ea typeface="Calibri"/>
                <a:cs typeface="Calibri"/>
              </a:defRPr>
            </a:lvl7pPr>
            <a:lvl8pPr algn="r">
              <a:defRPr sz="950" b="0">
                <a:solidFill>
                  <a:srgbClr val="4A4F6A"/>
                </a:solidFill>
                <a:latin typeface="Calibri"/>
                <a:ea typeface="Calibri"/>
                <a:cs typeface="Calibri"/>
              </a:defRPr>
            </a:lvl8pPr>
            <a:lvl9pPr algn="r">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05</a:t>
            </a:r>
          </a:p>
        </p:txBody>
      </p:sp>
      <p:sp>
        <p:nvSpPr>
          <p:cNvPr id="5" name="Rectangle 4">
            <a:extLst>
              <a:ext uri="{FF2B5EF4-FFF2-40B4-BE49-F238E27FC236}">
                <a16:creationId xmlns:a16="http://schemas.microsoft.com/office/drawing/2014/main" id="{91C4099F-31AB-440A-8387-FE948928C9CE}"/>
              </a:ext>
            </a:extLst>
          </p:cNvPr>
          <p:cNvSpPr>
            <a:spLocks noGrp="1"/>
          </p:cNvSpPr>
          <p:nvPr/>
        </p:nvSpPr>
        <p:spPr>
          <a:xfrm>
            <a:off x="904875" y="2286000"/>
            <a:ext cx="1162051" cy="1162051"/>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6" name="Rectangle 5">
            <a:extLst>
              <a:ext uri="{FF2B5EF4-FFF2-40B4-BE49-F238E27FC236}">
                <a16:creationId xmlns:a16="http://schemas.microsoft.com/office/drawing/2014/main" id="{A92D4AB6-8070-434E-9526-51CDB8605F0A}"/>
              </a:ext>
            </a:extLst>
          </p:cNvPr>
          <p:cNvSpPr>
            <a:spLocks noGrp="1"/>
          </p:cNvSpPr>
          <p:nvPr/>
        </p:nvSpPr>
        <p:spPr>
          <a:xfrm>
            <a:off x="904875" y="2286000"/>
            <a:ext cx="1162051" cy="1162051"/>
          </a:xfrm>
          <a:prstGeom prst="rect">
            <a:avLst/>
          </a:prstGeom>
          <a:noFill/>
          <a:ln w="0">
            <a:noFill/>
            <a:prstDash val="solid"/>
          </a:ln>
        </p:spPr>
        <p:txBody>
          <a:bodyPr wrap="square" lIns="0" tIns="0" rIns="0" bIns="0" anchor="ctr">
            <a:noAutofit/>
          </a:bodyPr>
          <a:lstStyle>
            <a:defPPr algn="ctr">
              <a:defRPr sz="1350" b="0">
                <a:solidFill>
                  <a:srgbClr val="1B1F3B"/>
                </a:solidFill>
                <a:latin typeface="Calibri"/>
                <a:ea typeface="Calibri"/>
                <a:cs typeface="Calibri"/>
              </a:defRPr>
            </a:defPPr>
            <a:lvl1pPr algn="ctr">
              <a:defRPr sz="1350" b="0">
                <a:solidFill>
                  <a:srgbClr val="1B1F3B"/>
                </a:solidFill>
                <a:latin typeface="Calibri"/>
                <a:ea typeface="Calibri"/>
                <a:cs typeface="Calibri"/>
              </a:defRPr>
            </a:lvl1pPr>
            <a:lvl2pPr algn="ctr">
              <a:defRPr sz="1350" b="0">
                <a:solidFill>
                  <a:srgbClr val="1B1F3B"/>
                </a:solidFill>
                <a:latin typeface="Calibri"/>
                <a:ea typeface="Calibri"/>
                <a:cs typeface="Calibri"/>
              </a:defRPr>
            </a:lvl2pPr>
            <a:lvl3pPr algn="ctr">
              <a:defRPr sz="1350" b="0">
                <a:solidFill>
                  <a:srgbClr val="1B1F3B"/>
                </a:solidFill>
                <a:latin typeface="Calibri"/>
                <a:ea typeface="Calibri"/>
                <a:cs typeface="Calibri"/>
              </a:defRPr>
            </a:lvl3pPr>
            <a:lvl4pPr algn="ctr">
              <a:defRPr sz="1350" b="0">
                <a:solidFill>
                  <a:srgbClr val="1B1F3B"/>
                </a:solidFill>
                <a:latin typeface="Calibri"/>
                <a:ea typeface="Calibri"/>
                <a:cs typeface="Calibri"/>
              </a:defRPr>
            </a:lvl4pPr>
            <a:lvl5pPr algn="ctr">
              <a:defRPr sz="1350" b="0">
                <a:solidFill>
                  <a:srgbClr val="1B1F3B"/>
                </a:solidFill>
                <a:latin typeface="Calibri"/>
                <a:ea typeface="Calibri"/>
                <a:cs typeface="Calibri"/>
              </a:defRPr>
            </a:lvl5pPr>
            <a:lvl6pPr algn="ctr">
              <a:defRPr sz="1350" b="0">
                <a:solidFill>
                  <a:srgbClr val="1B1F3B"/>
                </a:solidFill>
                <a:latin typeface="Calibri"/>
                <a:ea typeface="Calibri"/>
                <a:cs typeface="Calibri"/>
              </a:defRPr>
            </a:lvl6pPr>
            <a:lvl7pPr algn="ctr">
              <a:defRPr sz="1350" b="0">
                <a:solidFill>
                  <a:srgbClr val="1B1F3B"/>
                </a:solidFill>
                <a:latin typeface="Calibri"/>
                <a:ea typeface="Calibri"/>
                <a:cs typeface="Calibri"/>
              </a:defRPr>
            </a:lvl7pPr>
            <a:lvl8pPr algn="ctr">
              <a:defRPr sz="1350" b="0">
                <a:solidFill>
                  <a:srgbClr val="1B1F3B"/>
                </a:solidFill>
                <a:latin typeface="Calibri"/>
                <a:ea typeface="Calibri"/>
                <a:cs typeface="Calibri"/>
              </a:defRPr>
            </a:lvl8pPr>
            <a:lvl9pPr algn="ctr">
              <a:defRPr sz="1350" b="0">
                <a:solidFill>
                  <a:srgbClr val="1B1F3B"/>
                </a:solidFill>
                <a:latin typeface="Calibri"/>
                <a:ea typeface="Calibri"/>
                <a:cs typeface="Calibri"/>
              </a:defRPr>
            </a:lvl9pPr>
          </a:lstStyle>
          <a:p>
            <a:pPr defTabSz="1219170">
              <a:defRPr sz="1350" b="0">
                <a:solidFill>
                  <a:srgbClr val="1B1F3B"/>
                </a:solidFill>
                <a:latin typeface="Calibri"/>
                <a:ea typeface="Calibri"/>
                <a:cs typeface="Calibri"/>
              </a:defRPr>
            </a:pPr>
            <a:r>
              <a:rPr sz="1800"/>
              <a:t>1</a:t>
            </a:r>
          </a:p>
        </p:txBody>
      </p:sp>
      <p:sp>
        <p:nvSpPr>
          <p:cNvPr id="7" name="Rectangle 6">
            <a:extLst>
              <a:ext uri="{FF2B5EF4-FFF2-40B4-BE49-F238E27FC236}">
                <a16:creationId xmlns:a16="http://schemas.microsoft.com/office/drawing/2014/main" id="{0BDA2A19-48C5-4FEA-9B1E-B75BB4CE3EB6}"/>
              </a:ext>
            </a:extLst>
          </p:cNvPr>
          <p:cNvSpPr>
            <a:spLocks noGrp="1"/>
          </p:cNvSpPr>
          <p:nvPr/>
        </p:nvSpPr>
        <p:spPr>
          <a:xfrm>
            <a:off x="2095500" y="2286000"/>
            <a:ext cx="1162051" cy="1162051"/>
          </a:xfrm>
          <a:prstGeom prst="rect">
            <a:avLst/>
          </a:prstGeom>
          <a:solidFill>
            <a:srgbClr val="F8D19C"/>
          </a:solidFill>
          <a:ln w="7144">
            <a:solidFill>
              <a:srgbClr val="FFFFFF"/>
            </a:solidFill>
            <a:prstDash val="solid"/>
          </a:ln>
        </p:spPr>
        <p:txBody>
          <a:bodyPr/>
          <a:lstStyle/>
          <a:p>
            <a:pPr defTabSz="1219170"/>
            <a:endParaRPr sz="2400">
              <a:solidFill>
                <a:srgbClr val="1B1F3B"/>
              </a:solidFill>
              <a:latin typeface="Calibri"/>
            </a:endParaRPr>
          </a:p>
        </p:txBody>
      </p:sp>
      <p:sp>
        <p:nvSpPr>
          <p:cNvPr id="8" name="Rectangle 7">
            <a:extLst>
              <a:ext uri="{FF2B5EF4-FFF2-40B4-BE49-F238E27FC236}">
                <a16:creationId xmlns:a16="http://schemas.microsoft.com/office/drawing/2014/main" id="{173CD735-7F2D-4FBD-A4E7-02D523B756FA}"/>
              </a:ext>
            </a:extLst>
          </p:cNvPr>
          <p:cNvSpPr>
            <a:spLocks noGrp="1"/>
          </p:cNvSpPr>
          <p:nvPr/>
        </p:nvSpPr>
        <p:spPr>
          <a:xfrm>
            <a:off x="2095500" y="2286000"/>
            <a:ext cx="1162051" cy="1162051"/>
          </a:xfrm>
          <a:prstGeom prst="rect">
            <a:avLst/>
          </a:prstGeom>
          <a:noFill/>
          <a:ln w="0">
            <a:noFill/>
            <a:prstDash val="solid"/>
          </a:ln>
        </p:spPr>
        <p:txBody>
          <a:bodyPr wrap="square" lIns="0" tIns="0" rIns="0" bIns="0" anchor="ctr">
            <a:noAutofit/>
          </a:bodyPr>
          <a:lstStyle>
            <a:defPPr algn="ctr">
              <a:defRPr sz="1350" b="0">
                <a:solidFill>
                  <a:srgbClr val="1B1F3B"/>
                </a:solidFill>
                <a:latin typeface="Calibri"/>
                <a:ea typeface="Calibri"/>
                <a:cs typeface="Calibri"/>
              </a:defRPr>
            </a:defPPr>
            <a:lvl1pPr algn="ctr">
              <a:defRPr sz="1350" b="0">
                <a:solidFill>
                  <a:srgbClr val="1B1F3B"/>
                </a:solidFill>
                <a:latin typeface="Calibri"/>
                <a:ea typeface="Calibri"/>
                <a:cs typeface="Calibri"/>
              </a:defRPr>
            </a:lvl1pPr>
            <a:lvl2pPr algn="ctr">
              <a:defRPr sz="1350" b="0">
                <a:solidFill>
                  <a:srgbClr val="1B1F3B"/>
                </a:solidFill>
                <a:latin typeface="Calibri"/>
                <a:ea typeface="Calibri"/>
                <a:cs typeface="Calibri"/>
              </a:defRPr>
            </a:lvl2pPr>
            <a:lvl3pPr algn="ctr">
              <a:defRPr sz="1350" b="0">
                <a:solidFill>
                  <a:srgbClr val="1B1F3B"/>
                </a:solidFill>
                <a:latin typeface="Calibri"/>
                <a:ea typeface="Calibri"/>
                <a:cs typeface="Calibri"/>
              </a:defRPr>
            </a:lvl3pPr>
            <a:lvl4pPr algn="ctr">
              <a:defRPr sz="1350" b="0">
                <a:solidFill>
                  <a:srgbClr val="1B1F3B"/>
                </a:solidFill>
                <a:latin typeface="Calibri"/>
                <a:ea typeface="Calibri"/>
                <a:cs typeface="Calibri"/>
              </a:defRPr>
            </a:lvl4pPr>
            <a:lvl5pPr algn="ctr">
              <a:defRPr sz="1350" b="0">
                <a:solidFill>
                  <a:srgbClr val="1B1F3B"/>
                </a:solidFill>
                <a:latin typeface="Calibri"/>
                <a:ea typeface="Calibri"/>
                <a:cs typeface="Calibri"/>
              </a:defRPr>
            </a:lvl5pPr>
            <a:lvl6pPr algn="ctr">
              <a:defRPr sz="1350" b="0">
                <a:solidFill>
                  <a:srgbClr val="1B1F3B"/>
                </a:solidFill>
                <a:latin typeface="Calibri"/>
                <a:ea typeface="Calibri"/>
                <a:cs typeface="Calibri"/>
              </a:defRPr>
            </a:lvl6pPr>
            <a:lvl7pPr algn="ctr">
              <a:defRPr sz="1350" b="0">
                <a:solidFill>
                  <a:srgbClr val="1B1F3B"/>
                </a:solidFill>
                <a:latin typeface="Calibri"/>
                <a:ea typeface="Calibri"/>
                <a:cs typeface="Calibri"/>
              </a:defRPr>
            </a:lvl7pPr>
            <a:lvl8pPr algn="ctr">
              <a:defRPr sz="1350" b="0">
                <a:solidFill>
                  <a:srgbClr val="1B1F3B"/>
                </a:solidFill>
                <a:latin typeface="Calibri"/>
                <a:ea typeface="Calibri"/>
                <a:cs typeface="Calibri"/>
              </a:defRPr>
            </a:lvl8pPr>
            <a:lvl9pPr algn="ctr">
              <a:defRPr sz="1350" b="0">
                <a:solidFill>
                  <a:srgbClr val="1B1F3B"/>
                </a:solidFill>
                <a:latin typeface="Calibri"/>
                <a:ea typeface="Calibri"/>
                <a:cs typeface="Calibri"/>
              </a:defRPr>
            </a:lvl9pPr>
          </a:lstStyle>
          <a:p>
            <a:pPr defTabSz="1219170">
              <a:defRPr sz="1350" b="0">
                <a:solidFill>
                  <a:srgbClr val="1B1F3B"/>
                </a:solidFill>
                <a:latin typeface="Calibri"/>
                <a:ea typeface="Calibri"/>
                <a:cs typeface="Calibri"/>
              </a:defRPr>
            </a:pPr>
            <a:r>
              <a:rPr sz="1800"/>
              <a:t>20</a:t>
            </a:r>
          </a:p>
        </p:txBody>
      </p:sp>
      <p:sp>
        <p:nvSpPr>
          <p:cNvPr id="9" name="Rectangle 8">
            <a:extLst>
              <a:ext uri="{FF2B5EF4-FFF2-40B4-BE49-F238E27FC236}">
                <a16:creationId xmlns:a16="http://schemas.microsoft.com/office/drawing/2014/main" id="{E73DD34C-F942-4A3D-B63D-8E13F0E0A3E7}"/>
              </a:ext>
            </a:extLst>
          </p:cNvPr>
          <p:cNvSpPr>
            <a:spLocks noGrp="1"/>
          </p:cNvSpPr>
          <p:nvPr/>
        </p:nvSpPr>
        <p:spPr>
          <a:xfrm>
            <a:off x="3286125" y="2286000"/>
            <a:ext cx="1162051" cy="1162051"/>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0" name="Rectangle 9">
            <a:extLst>
              <a:ext uri="{FF2B5EF4-FFF2-40B4-BE49-F238E27FC236}">
                <a16:creationId xmlns:a16="http://schemas.microsoft.com/office/drawing/2014/main" id="{9F38857E-1D74-4075-87A0-A8BDE340B3EC}"/>
              </a:ext>
            </a:extLst>
          </p:cNvPr>
          <p:cNvSpPr>
            <a:spLocks noGrp="1"/>
          </p:cNvSpPr>
          <p:nvPr/>
        </p:nvSpPr>
        <p:spPr>
          <a:xfrm>
            <a:off x="3286125" y="2286000"/>
            <a:ext cx="1162051" cy="1162051"/>
          </a:xfrm>
          <a:prstGeom prst="rect">
            <a:avLst/>
          </a:prstGeom>
          <a:noFill/>
          <a:ln w="0">
            <a:noFill/>
            <a:prstDash val="solid"/>
          </a:ln>
        </p:spPr>
        <p:txBody>
          <a:bodyPr wrap="square" lIns="0" tIns="0" rIns="0" bIns="0" anchor="ctr">
            <a:noAutofit/>
          </a:bodyPr>
          <a:lstStyle>
            <a:defPPr algn="ctr">
              <a:defRPr sz="1350" b="0">
                <a:solidFill>
                  <a:srgbClr val="1B1F3B"/>
                </a:solidFill>
                <a:latin typeface="Calibri"/>
                <a:ea typeface="Calibri"/>
                <a:cs typeface="Calibri"/>
              </a:defRPr>
            </a:defPPr>
            <a:lvl1pPr algn="ctr">
              <a:defRPr sz="1350" b="0">
                <a:solidFill>
                  <a:srgbClr val="1B1F3B"/>
                </a:solidFill>
                <a:latin typeface="Calibri"/>
                <a:ea typeface="Calibri"/>
                <a:cs typeface="Calibri"/>
              </a:defRPr>
            </a:lvl1pPr>
            <a:lvl2pPr algn="ctr">
              <a:defRPr sz="1350" b="0">
                <a:solidFill>
                  <a:srgbClr val="1B1F3B"/>
                </a:solidFill>
                <a:latin typeface="Calibri"/>
                <a:ea typeface="Calibri"/>
                <a:cs typeface="Calibri"/>
              </a:defRPr>
            </a:lvl2pPr>
            <a:lvl3pPr algn="ctr">
              <a:defRPr sz="1350" b="0">
                <a:solidFill>
                  <a:srgbClr val="1B1F3B"/>
                </a:solidFill>
                <a:latin typeface="Calibri"/>
                <a:ea typeface="Calibri"/>
                <a:cs typeface="Calibri"/>
              </a:defRPr>
            </a:lvl3pPr>
            <a:lvl4pPr algn="ctr">
              <a:defRPr sz="1350" b="0">
                <a:solidFill>
                  <a:srgbClr val="1B1F3B"/>
                </a:solidFill>
                <a:latin typeface="Calibri"/>
                <a:ea typeface="Calibri"/>
                <a:cs typeface="Calibri"/>
              </a:defRPr>
            </a:lvl4pPr>
            <a:lvl5pPr algn="ctr">
              <a:defRPr sz="1350" b="0">
                <a:solidFill>
                  <a:srgbClr val="1B1F3B"/>
                </a:solidFill>
                <a:latin typeface="Calibri"/>
                <a:ea typeface="Calibri"/>
                <a:cs typeface="Calibri"/>
              </a:defRPr>
            </a:lvl5pPr>
            <a:lvl6pPr algn="ctr">
              <a:defRPr sz="1350" b="0">
                <a:solidFill>
                  <a:srgbClr val="1B1F3B"/>
                </a:solidFill>
                <a:latin typeface="Calibri"/>
                <a:ea typeface="Calibri"/>
                <a:cs typeface="Calibri"/>
              </a:defRPr>
            </a:lvl6pPr>
            <a:lvl7pPr algn="ctr">
              <a:defRPr sz="1350" b="0">
                <a:solidFill>
                  <a:srgbClr val="1B1F3B"/>
                </a:solidFill>
                <a:latin typeface="Calibri"/>
                <a:ea typeface="Calibri"/>
                <a:cs typeface="Calibri"/>
              </a:defRPr>
            </a:lvl7pPr>
            <a:lvl8pPr algn="ctr">
              <a:defRPr sz="1350" b="0">
                <a:solidFill>
                  <a:srgbClr val="1B1F3B"/>
                </a:solidFill>
                <a:latin typeface="Calibri"/>
                <a:ea typeface="Calibri"/>
                <a:cs typeface="Calibri"/>
              </a:defRPr>
            </a:lvl8pPr>
            <a:lvl9pPr algn="ctr">
              <a:defRPr sz="1350" b="0">
                <a:solidFill>
                  <a:srgbClr val="1B1F3B"/>
                </a:solidFill>
                <a:latin typeface="Calibri"/>
                <a:ea typeface="Calibri"/>
                <a:cs typeface="Calibri"/>
              </a:defRPr>
            </a:lvl9pPr>
          </a:lstStyle>
          <a:p>
            <a:pPr defTabSz="1219170">
              <a:defRPr sz="1350" b="0">
                <a:solidFill>
                  <a:srgbClr val="1B1F3B"/>
                </a:solidFill>
                <a:latin typeface="Calibri"/>
                <a:ea typeface="Calibri"/>
                <a:cs typeface="Calibri"/>
              </a:defRPr>
            </a:pPr>
            <a:r>
              <a:rPr sz="1800"/>
              <a:t>1</a:t>
            </a:r>
          </a:p>
        </p:txBody>
      </p:sp>
      <p:sp>
        <p:nvSpPr>
          <p:cNvPr id="11" name="Rectangle 10">
            <a:extLst>
              <a:ext uri="{FF2B5EF4-FFF2-40B4-BE49-F238E27FC236}">
                <a16:creationId xmlns:a16="http://schemas.microsoft.com/office/drawing/2014/main" id="{9F0A0D5B-31DA-43F2-B50F-C9CD9C297F9C}"/>
              </a:ext>
            </a:extLst>
          </p:cNvPr>
          <p:cNvSpPr>
            <a:spLocks noGrp="1"/>
          </p:cNvSpPr>
          <p:nvPr/>
        </p:nvSpPr>
        <p:spPr>
          <a:xfrm>
            <a:off x="1476375" y="2857500"/>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12" name="Rectangle 11">
            <a:extLst>
              <a:ext uri="{FF2B5EF4-FFF2-40B4-BE49-F238E27FC236}">
                <a16:creationId xmlns:a16="http://schemas.microsoft.com/office/drawing/2014/main" id="{6D992138-50A6-4721-9B18-55CBFD154F4B}"/>
              </a:ext>
            </a:extLst>
          </p:cNvPr>
          <p:cNvSpPr>
            <a:spLocks noGrp="1"/>
          </p:cNvSpPr>
          <p:nvPr/>
        </p:nvSpPr>
        <p:spPr>
          <a:xfrm>
            <a:off x="2667000" y="2857500"/>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13" name="Straight Arrow Connector 12">
            <a:extLst>
              <a:ext uri="{FF2B5EF4-FFF2-40B4-BE49-F238E27FC236}">
                <a16:creationId xmlns:a16="http://schemas.microsoft.com/office/drawing/2014/main" id="{A17A3229-D3FB-4DDB-878B-CFEB245EEB1C}"/>
              </a:ext>
            </a:extLst>
          </p:cNvPr>
          <p:cNvCxnSpPr>
            <a:stCxn id="11" idx="3"/>
            <a:endCxn id="12" idx="1"/>
          </p:cNvCxnSpPr>
          <p:nvPr/>
        </p:nvCxnSpPr>
        <p:spPr>
          <a:xfrm>
            <a:off x="1495426" y="2867025"/>
            <a:ext cx="1171575" cy="0"/>
          </a:xfrm>
          <a:prstGeom prst="straightConnector1">
            <a:avLst/>
          </a:prstGeom>
          <a:ln w="42862">
            <a:solidFill>
              <a:srgbClr val="2D3A8C"/>
            </a:solidFill>
            <a:prstDash val="solid"/>
          </a:ln>
        </p:spPr>
      </p:cxnSp>
      <p:sp>
        <p:nvSpPr>
          <p:cNvPr id="14" name="Rectangle 13">
            <a:extLst>
              <a:ext uri="{FF2B5EF4-FFF2-40B4-BE49-F238E27FC236}">
                <a16:creationId xmlns:a16="http://schemas.microsoft.com/office/drawing/2014/main" id="{9F7EB4A3-AD93-4804-B8F4-D90B7A70E8AE}"/>
              </a:ext>
            </a:extLst>
          </p:cNvPr>
          <p:cNvSpPr>
            <a:spLocks noGrp="1"/>
          </p:cNvSpPr>
          <p:nvPr/>
        </p:nvSpPr>
        <p:spPr>
          <a:xfrm>
            <a:off x="2667000" y="2857500"/>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15" name="Rectangle 14">
            <a:extLst>
              <a:ext uri="{FF2B5EF4-FFF2-40B4-BE49-F238E27FC236}">
                <a16:creationId xmlns:a16="http://schemas.microsoft.com/office/drawing/2014/main" id="{64EE171E-84CF-4A08-B187-3A6A9D4571B4}"/>
              </a:ext>
            </a:extLst>
          </p:cNvPr>
          <p:cNvSpPr>
            <a:spLocks noGrp="1"/>
          </p:cNvSpPr>
          <p:nvPr/>
        </p:nvSpPr>
        <p:spPr>
          <a:xfrm>
            <a:off x="3857625" y="2857500"/>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16" name="Straight Arrow Connector 15">
            <a:extLst>
              <a:ext uri="{FF2B5EF4-FFF2-40B4-BE49-F238E27FC236}">
                <a16:creationId xmlns:a16="http://schemas.microsoft.com/office/drawing/2014/main" id="{F445ECB2-6225-42C0-B453-4F61D614085F}"/>
              </a:ext>
            </a:extLst>
          </p:cNvPr>
          <p:cNvCxnSpPr>
            <a:stCxn id="14" idx="3"/>
            <a:endCxn id="15" idx="1"/>
          </p:cNvCxnSpPr>
          <p:nvPr/>
        </p:nvCxnSpPr>
        <p:spPr>
          <a:xfrm>
            <a:off x="2686051" y="2867025"/>
            <a:ext cx="1171575" cy="0"/>
          </a:xfrm>
          <a:prstGeom prst="straightConnector1">
            <a:avLst/>
          </a:prstGeom>
          <a:ln w="42862">
            <a:solidFill>
              <a:srgbClr val="2D3A8C"/>
            </a:solidFill>
            <a:prstDash val="solid"/>
          </a:ln>
        </p:spPr>
      </p:cxnSp>
      <p:sp>
        <p:nvSpPr>
          <p:cNvPr id="17" name="Rectangle 16">
            <a:extLst>
              <a:ext uri="{FF2B5EF4-FFF2-40B4-BE49-F238E27FC236}">
                <a16:creationId xmlns:a16="http://schemas.microsoft.com/office/drawing/2014/main" id="{E895368D-B724-4392-A2EC-5DFFE90ED20B}"/>
              </a:ext>
            </a:extLst>
          </p:cNvPr>
          <p:cNvSpPr>
            <a:spLocks noGrp="1"/>
          </p:cNvSpPr>
          <p:nvPr/>
        </p:nvSpPr>
        <p:spPr>
          <a:xfrm>
            <a:off x="7000875" y="2286000"/>
            <a:ext cx="1162051" cy="1162051"/>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8" name="Rectangle 17">
            <a:extLst>
              <a:ext uri="{FF2B5EF4-FFF2-40B4-BE49-F238E27FC236}">
                <a16:creationId xmlns:a16="http://schemas.microsoft.com/office/drawing/2014/main" id="{70DAC1AF-AD63-45C5-A604-48BDC103537B}"/>
              </a:ext>
            </a:extLst>
          </p:cNvPr>
          <p:cNvSpPr>
            <a:spLocks noGrp="1"/>
          </p:cNvSpPr>
          <p:nvPr/>
        </p:nvSpPr>
        <p:spPr>
          <a:xfrm>
            <a:off x="7000875" y="2286000"/>
            <a:ext cx="1162051" cy="1162051"/>
          </a:xfrm>
          <a:prstGeom prst="rect">
            <a:avLst/>
          </a:prstGeom>
          <a:noFill/>
          <a:ln w="0">
            <a:noFill/>
            <a:prstDash val="solid"/>
          </a:ln>
        </p:spPr>
        <p:txBody>
          <a:bodyPr wrap="square" lIns="0" tIns="0" rIns="0" bIns="0" anchor="ctr">
            <a:noAutofit/>
          </a:bodyPr>
          <a:lstStyle>
            <a:defPPr algn="ctr">
              <a:defRPr sz="1350" b="0">
                <a:solidFill>
                  <a:srgbClr val="1B1F3B"/>
                </a:solidFill>
                <a:latin typeface="Calibri"/>
                <a:ea typeface="Calibri"/>
                <a:cs typeface="Calibri"/>
              </a:defRPr>
            </a:defPPr>
            <a:lvl1pPr algn="ctr">
              <a:defRPr sz="1350" b="0">
                <a:solidFill>
                  <a:srgbClr val="1B1F3B"/>
                </a:solidFill>
                <a:latin typeface="Calibri"/>
                <a:ea typeface="Calibri"/>
                <a:cs typeface="Calibri"/>
              </a:defRPr>
            </a:lvl1pPr>
            <a:lvl2pPr algn="ctr">
              <a:defRPr sz="1350" b="0">
                <a:solidFill>
                  <a:srgbClr val="1B1F3B"/>
                </a:solidFill>
                <a:latin typeface="Calibri"/>
                <a:ea typeface="Calibri"/>
                <a:cs typeface="Calibri"/>
              </a:defRPr>
            </a:lvl2pPr>
            <a:lvl3pPr algn="ctr">
              <a:defRPr sz="1350" b="0">
                <a:solidFill>
                  <a:srgbClr val="1B1F3B"/>
                </a:solidFill>
                <a:latin typeface="Calibri"/>
                <a:ea typeface="Calibri"/>
                <a:cs typeface="Calibri"/>
              </a:defRPr>
            </a:lvl3pPr>
            <a:lvl4pPr algn="ctr">
              <a:defRPr sz="1350" b="0">
                <a:solidFill>
                  <a:srgbClr val="1B1F3B"/>
                </a:solidFill>
                <a:latin typeface="Calibri"/>
                <a:ea typeface="Calibri"/>
                <a:cs typeface="Calibri"/>
              </a:defRPr>
            </a:lvl4pPr>
            <a:lvl5pPr algn="ctr">
              <a:defRPr sz="1350" b="0">
                <a:solidFill>
                  <a:srgbClr val="1B1F3B"/>
                </a:solidFill>
                <a:latin typeface="Calibri"/>
                <a:ea typeface="Calibri"/>
                <a:cs typeface="Calibri"/>
              </a:defRPr>
            </a:lvl5pPr>
            <a:lvl6pPr algn="ctr">
              <a:defRPr sz="1350" b="0">
                <a:solidFill>
                  <a:srgbClr val="1B1F3B"/>
                </a:solidFill>
                <a:latin typeface="Calibri"/>
                <a:ea typeface="Calibri"/>
                <a:cs typeface="Calibri"/>
              </a:defRPr>
            </a:lvl6pPr>
            <a:lvl7pPr algn="ctr">
              <a:defRPr sz="1350" b="0">
                <a:solidFill>
                  <a:srgbClr val="1B1F3B"/>
                </a:solidFill>
                <a:latin typeface="Calibri"/>
                <a:ea typeface="Calibri"/>
                <a:cs typeface="Calibri"/>
              </a:defRPr>
            </a:lvl7pPr>
            <a:lvl8pPr algn="ctr">
              <a:defRPr sz="1350" b="0">
                <a:solidFill>
                  <a:srgbClr val="1B1F3B"/>
                </a:solidFill>
                <a:latin typeface="Calibri"/>
                <a:ea typeface="Calibri"/>
                <a:cs typeface="Calibri"/>
              </a:defRPr>
            </a:lvl8pPr>
            <a:lvl9pPr algn="ctr">
              <a:defRPr sz="1350" b="0">
                <a:solidFill>
                  <a:srgbClr val="1B1F3B"/>
                </a:solidFill>
                <a:latin typeface="Calibri"/>
                <a:ea typeface="Calibri"/>
                <a:cs typeface="Calibri"/>
              </a:defRPr>
            </a:lvl9pPr>
          </a:lstStyle>
          <a:p>
            <a:pPr defTabSz="1219170">
              <a:defRPr sz="1350" b="0">
                <a:solidFill>
                  <a:srgbClr val="1B1F3B"/>
                </a:solidFill>
                <a:latin typeface="Calibri"/>
                <a:ea typeface="Calibri"/>
                <a:cs typeface="Calibri"/>
              </a:defRPr>
            </a:pPr>
            <a:r>
              <a:rPr sz="1800"/>
              <a:t>1</a:t>
            </a:r>
          </a:p>
        </p:txBody>
      </p:sp>
      <p:sp>
        <p:nvSpPr>
          <p:cNvPr id="19" name="Rectangle 18">
            <a:extLst>
              <a:ext uri="{FF2B5EF4-FFF2-40B4-BE49-F238E27FC236}">
                <a16:creationId xmlns:a16="http://schemas.microsoft.com/office/drawing/2014/main" id="{5DC19B81-E505-45EB-AC19-384AAF5E4BDB}"/>
              </a:ext>
            </a:extLst>
          </p:cNvPr>
          <p:cNvSpPr>
            <a:spLocks noGrp="1"/>
          </p:cNvSpPr>
          <p:nvPr/>
        </p:nvSpPr>
        <p:spPr>
          <a:xfrm>
            <a:off x="8191500" y="2286000"/>
            <a:ext cx="1162051" cy="1162051"/>
          </a:xfrm>
          <a:prstGeom prst="rect">
            <a:avLst/>
          </a:prstGeom>
          <a:solidFill>
            <a:srgbClr val="FBE5E5"/>
          </a:solidFill>
          <a:ln w="7144">
            <a:solidFill>
              <a:srgbClr val="FFFFFF"/>
            </a:solidFill>
            <a:prstDash val="solid"/>
          </a:ln>
        </p:spPr>
        <p:txBody>
          <a:bodyPr/>
          <a:lstStyle/>
          <a:p>
            <a:pPr defTabSz="1219170"/>
            <a:endParaRPr sz="2400">
              <a:solidFill>
                <a:srgbClr val="1B1F3B"/>
              </a:solidFill>
              <a:latin typeface="Calibri"/>
            </a:endParaRPr>
          </a:p>
        </p:txBody>
      </p:sp>
      <p:sp>
        <p:nvSpPr>
          <p:cNvPr id="20" name="Rectangle 19">
            <a:extLst>
              <a:ext uri="{FF2B5EF4-FFF2-40B4-BE49-F238E27FC236}">
                <a16:creationId xmlns:a16="http://schemas.microsoft.com/office/drawing/2014/main" id="{0DD88820-E62A-4A14-B668-4A72A509C102}"/>
              </a:ext>
            </a:extLst>
          </p:cNvPr>
          <p:cNvSpPr>
            <a:spLocks noGrp="1"/>
          </p:cNvSpPr>
          <p:nvPr/>
        </p:nvSpPr>
        <p:spPr>
          <a:xfrm>
            <a:off x="8191500" y="2286000"/>
            <a:ext cx="1162051" cy="1162051"/>
          </a:xfrm>
          <a:prstGeom prst="rect">
            <a:avLst/>
          </a:prstGeom>
          <a:noFill/>
          <a:ln w="0">
            <a:noFill/>
            <a:prstDash val="solid"/>
          </a:ln>
        </p:spPr>
        <p:txBody>
          <a:bodyPr wrap="square" lIns="0" tIns="0" rIns="0" bIns="0" anchor="ctr">
            <a:noAutofit/>
          </a:bodyPr>
          <a:lstStyle>
            <a:defPPr algn="ctr">
              <a:defRPr sz="1850" b="1">
                <a:solidFill>
                  <a:srgbClr val="E55B5B"/>
                </a:solidFill>
                <a:latin typeface="Calibri"/>
                <a:ea typeface="Calibri"/>
                <a:cs typeface="Calibri"/>
              </a:defRPr>
            </a:defPPr>
            <a:lvl1pPr algn="ctr">
              <a:defRPr sz="1850" b="1">
                <a:solidFill>
                  <a:srgbClr val="E55B5B"/>
                </a:solidFill>
                <a:latin typeface="Calibri"/>
                <a:ea typeface="Calibri"/>
                <a:cs typeface="Calibri"/>
              </a:defRPr>
            </a:lvl1pPr>
            <a:lvl2pPr algn="ctr">
              <a:defRPr sz="1850" b="1">
                <a:solidFill>
                  <a:srgbClr val="E55B5B"/>
                </a:solidFill>
                <a:latin typeface="Calibri"/>
                <a:ea typeface="Calibri"/>
                <a:cs typeface="Calibri"/>
              </a:defRPr>
            </a:lvl2pPr>
            <a:lvl3pPr algn="ctr">
              <a:defRPr sz="1850" b="1">
                <a:solidFill>
                  <a:srgbClr val="E55B5B"/>
                </a:solidFill>
                <a:latin typeface="Calibri"/>
                <a:ea typeface="Calibri"/>
                <a:cs typeface="Calibri"/>
              </a:defRPr>
            </a:lvl3pPr>
            <a:lvl4pPr algn="ctr">
              <a:defRPr sz="1850" b="1">
                <a:solidFill>
                  <a:srgbClr val="E55B5B"/>
                </a:solidFill>
                <a:latin typeface="Calibri"/>
                <a:ea typeface="Calibri"/>
                <a:cs typeface="Calibri"/>
              </a:defRPr>
            </a:lvl4pPr>
            <a:lvl5pPr algn="ctr">
              <a:defRPr sz="1850" b="1">
                <a:solidFill>
                  <a:srgbClr val="E55B5B"/>
                </a:solidFill>
                <a:latin typeface="Calibri"/>
                <a:ea typeface="Calibri"/>
                <a:cs typeface="Calibri"/>
              </a:defRPr>
            </a:lvl5pPr>
            <a:lvl6pPr algn="ctr">
              <a:defRPr sz="1850" b="1">
                <a:solidFill>
                  <a:srgbClr val="E55B5B"/>
                </a:solidFill>
                <a:latin typeface="Calibri"/>
                <a:ea typeface="Calibri"/>
                <a:cs typeface="Calibri"/>
              </a:defRPr>
            </a:lvl6pPr>
            <a:lvl7pPr algn="ctr">
              <a:defRPr sz="1850" b="1">
                <a:solidFill>
                  <a:srgbClr val="E55B5B"/>
                </a:solidFill>
                <a:latin typeface="Calibri"/>
                <a:ea typeface="Calibri"/>
                <a:cs typeface="Calibri"/>
              </a:defRPr>
            </a:lvl7pPr>
            <a:lvl8pPr algn="ctr">
              <a:defRPr sz="1850" b="1">
                <a:solidFill>
                  <a:srgbClr val="E55B5B"/>
                </a:solidFill>
                <a:latin typeface="Calibri"/>
                <a:ea typeface="Calibri"/>
                <a:cs typeface="Calibri"/>
              </a:defRPr>
            </a:lvl8pPr>
            <a:lvl9pPr algn="ctr">
              <a:defRPr sz="1850" b="1">
                <a:solidFill>
                  <a:srgbClr val="E55B5B"/>
                </a:solidFill>
                <a:latin typeface="Calibri"/>
                <a:ea typeface="Calibri"/>
                <a:cs typeface="Calibri"/>
              </a:defRPr>
            </a:lvl9pPr>
          </a:lstStyle>
          <a:p>
            <a:pPr defTabSz="1219170">
              <a:defRPr sz="1850" b="1">
                <a:solidFill>
                  <a:srgbClr val="E55B5B"/>
                </a:solidFill>
                <a:latin typeface="Calibri"/>
                <a:ea typeface="Calibri"/>
                <a:cs typeface="Calibri"/>
              </a:defRPr>
            </a:pPr>
            <a:r>
              <a:rPr sz="2467"/>
              <a:t>×</a:t>
            </a:r>
          </a:p>
        </p:txBody>
      </p:sp>
      <p:sp>
        <p:nvSpPr>
          <p:cNvPr id="21" name="Rectangle 20">
            <a:extLst>
              <a:ext uri="{FF2B5EF4-FFF2-40B4-BE49-F238E27FC236}">
                <a16:creationId xmlns:a16="http://schemas.microsoft.com/office/drawing/2014/main" id="{90198C89-3017-43AA-B007-3830C466DD88}"/>
              </a:ext>
            </a:extLst>
          </p:cNvPr>
          <p:cNvSpPr>
            <a:spLocks noGrp="1"/>
          </p:cNvSpPr>
          <p:nvPr/>
        </p:nvSpPr>
        <p:spPr>
          <a:xfrm>
            <a:off x="9382125" y="2286000"/>
            <a:ext cx="1162051" cy="1162051"/>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2" name="Rectangle 21">
            <a:extLst>
              <a:ext uri="{FF2B5EF4-FFF2-40B4-BE49-F238E27FC236}">
                <a16:creationId xmlns:a16="http://schemas.microsoft.com/office/drawing/2014/main" id="{50206E8D-562E-4DD1-9D11-8AAF1C942357}"/>
              </a:ext>
            </a:extLst>
          </p:cNvPr>
          <p:cNvSpPr>
            <a:spLocks noGrp="1"/>
          </p:cNvSpPr>
          <p:nvPr/>
        </p:nvSpPr>
        <p:spPr>
          <a:xfrm>
            <a:off x="9382125" y="2286000"/>
            <a:ext cx="1162051" cy="1162051"/>
          </a:xfrm>
          <a:prstGeom prst="rect">
            <a:avLst/>
          </a:prstGeom>
          <a:noFill/>
          <a:ln w="0">
            <a:noFill/>
            <a:prstDash val="solid"/>
          </a:ln>
        </p:spPr>
        <p:txBody>
          <a:bodyPr wrap="square" lIns="0" tIns="0" rIns="0" bIns="0" anchor="ctr">
            <a:noAutofit/>
          </a:bodyPr>
          <a:lstStyle>
            <a:defPPr algn="ctr">
              <a:defRPr sz="1350" b="0">
                <a:solidFill>
                  <a:srgbClr val="1B1F3B"/>
                </a:solidFill>
                <a:latin typeface="Calibri"/>
                <a:ea typeface="Calibri"/>
                <a:cs typeface="Calibri"/>
              </a:defRPr>
            </a:defPPr>
            <a:lvl1pPr algn="ctr">
              <a:defRPr sz="1350" b="0">
                <a:solidFill>
                  <a:srgbClr val="1B1F3B"/>
                </a:solidFill>
                <a:latin typeface="Calibri"/>
                <a:ea typeface="Calibri"/>
                <a:cs typeface="Calibri"/>
              </a:defRPr>
            </a:lvl1pPr>
            <a:lvl2pPr algn="ctr">
              <a:defRPr sz="1350" b="0">
                <a:solidFill>
                  <a:srgbClr val="1B1F3B"/>
                </a:solidFill>
                <a:latin typeface="Calibri"/>
                <a:ea typeface="Calibri"/>
                <a:cs typeface="Calibri"/>
              </a:defRPr>
            </a:lvl2pPr>
            <a:lvl3pPr algn="ctr">
              <a:defRPr sz="1350" b="0">
                <a:solidFill>
                  <a:srgbClr val="1B1F3B"/>
                </a:solidFill>
                <a:latin typeface="Calibri"/>
                <a:ea typeface="Calibri"/>
                <a:cs typeface="Calibri"/>
              </a:defRPr>
            </a:lvl3pPr>
            <a:lvl4pPr algn="ctr">
              <a:defRPr sz="1350" b="0">
                <a:solidFill>
                  <a:srgbClr val="1B1F3B"/>
                </a:solidFill>
                <a:latin typeface="Calibri"/>
                <a:ea typeface="Calibri"/>
                <a:cs typeface="Calibri"/>
              </a:defRPr>
            </a:lvl4pPr>
            <a:lvl5pPr algn="ctr">
              <a:defRPr sz="1350" b="0">
                <a:solidFill>
                  <a:srgbClr val="1B1F3B"/>
                </a:solidFill>
                <a:latin typeface="Calibri"/>
                <a:ea typeface="Calibri"/>
                <a:cs typeface="Calibri"/>
              </a:defRPr>
            </a:lvl5pPr>
            <a:lvl6pPr algn="ctr">
              <a:defRPr sz="1350" b="0">
                <a:solidFill>
                  <a:srgbClr val="1B1F3B"/>
                </a:solidFill>
                <a:latin typeface="Calibri"/>
                <a:ea typeface="Calibri"/>
                <a:cs typeface="Calibri"/>
              </a:defRPr>
            </a:lvl6pPr>
            <a:lvl7pPr algn="ctr">
              <a:defRPr sz="1350" b="0">
                <a:solidFill>
                  <a:srgbClr val="1B1F3B"/>
                </a:solidFill>
                <a:latin typeface="Calibri"/>
                <a:ea typeface="Calibri"/>
                <a:cs typeface="Calibri"/>
              </a:defRPr>
            </a:lvl7pPr>
            <a:lvl8pPr algn="ctr">
              <a:defRPr sz="1350" b="0">
                <a:solidFill>
                  <a:srgbClr val="1B1F3B"/>
                </a:solidFill>
                <a:latin typeface="Calibri"/>
                <a:ea typeface="Calibri"/>
                <a:cs typeface="Calibri"/>
              </a:defRPr>
            </a:lvl8pPr>
            <a:lvl9pPr algn="ctr">
              <a:defRPr sz="1350" b="0">
                <a:solidFill>
                  <a:srgbClr val="1B1F3B"/>
                </a:solidFill>
                <a:latin typeface="Calibri"/>
                <a:ea typeface="Calibri"/>
                <a:cs typeface="Calibri"/>
              </a:defRPr>
            </a:lvl9pPr>
          </a:lstStyle>
          <a:p>
            <a:pPr defTabSz="1219170">
              <a:defRPr sz="1350" b="0">
                <a:solidFill>
                  <a:srgbClr val="1B1F3B"/>
                </a:solidFill>
                <a:latin typeface="Calibri"/>
                <a:ea typeface="Calibri"/>
                <a:cs typeface="Calibri"/>
              </a:defRPr>
            </a:pPr>
            <a:r>
              <a:rPr sz="1800"/>
              <a:t>1</a:t>
            </a:r>
          </a:p>
        </p:txBody>
      </p:sp>
      <p:sp>
        <p:nvSpPr>
          <p:cNvPr id="23" name="Rectangle 22">
            <a:extLst>
              <a:ext uri="{FF2B5EF4-FFF2-40B4-BE49-F238E27FC236}">
                <a16:creationId xmlns:a16="http://schemas.microsoft.com/office/drawing/2014/main" id="{4859DFEB-9816-41B0-A231-1239B0686D7B}"/>
              </a:ext>
            </a:extLst>
          </p:cNvPr>
          <p:cNvSpPr>
            <a:spLocks noGrp="1"/>
          </p:cNvSpPr>
          <p:nvPr/>
        </p:nvSpPr>
        <p:spPr>
          <a:xfrm>
            <a:off x="857251" y="1571626"/>
            <a:ext cx="4762500" cy="571500"/>
          </a:xfrm>
          <a:prstGeom prst="rect">
            <a:avLst/>
          </a:prstGeom>
          <a:noFill/>
          <a:ln w="0">
            <a:noFill/>
            <a:prstDash val="solid"/>
          </a:ln>
        </p:spPr>
        <p:txBody>
          <a:bodyPr wrap="square" lIns="0" tIns="0" rIns="0" bIns="0" anchor="ctr">
            <a:noAutofit/>
          </a:bodyPr>
          <a:lstStyle>
            <a:defPPr algn="l">
              <a:defRPr sz="1800" b="1">
                <a:solidFill>
                  <a:srgbClr val="2D3A8C"/>
                </a:solidFill>
                <a:latin typeface="Calibri"/>
                <a:ea typeface="Calibri"/>
                <a:cs typeface="Calibri"/>
              </a:defRPr>
            </a:defPPr>
            <a:lvl1pPr algn="l">
              <a:defRPr sz="1800" b="1">
                <a:solidFill>
                  <a:srgbClr val="2D3A8C"/>
                </a:solidFill>
                <a:latin typeface="Calibri"/>
                <a:ea typeface="Calibri"/>
                <a:cs typeface="Calibri"/>
              </a:defRPr>
            </a:lvl1pPr>
            <a:lvl2pPr algn="l">
              <a:defRPr sz="1800" b="1">
                <a:solidFill>
                  <a:srgbClr val="2D3A8C"/>
                </a:solidFill>
                <a:latin typeface="Calibri"/>
                <a:ea typeface="Calibri"/>
                <a:cs typeface="Calibri"/>
              </a:defRPr>
            </a:lvl2pPr>
            <a:lvl3pPr algn="l">
              <a:defRPr sz="1800" b="1">
                <a:solidFill>
                  <a:srgbClr val="2D3A8C"/>
                </a:solidFill>
                <a:latin typeface="Calibri"/>
                <a:ea typeface="Calibri"/>
                <a:cs typeface="Calibri"/>
              </a:defRPr>
            </a:lvl3pPr>
            <a:lvl4pPr algn="l">
              <a:defRPr sz="1800" b="1">
                <a:solidFill>
                  <a:srgbClr val="2D3A8C"/>
                </a:solidFill>
                <a:latin typeface="Calibri"/>
                <a:ea typeface="Calibri"/>
                <a:cs typeface="Calibri"/>
              </a:defRPr>
            </a:lvl4pPr>
            <a:lvl5pPr algn="l">
              <a:defRPr sz="1800" b="1">
                <a:solidFill>
                  <a:srgbClr val="2D3A8C"/>
                </a:solidFill>
                <a:latin typeface="Calibri"/>
                <a:ea typeface="Calibri"/>
                <a:cs typeface="Calibri"/>
              </a:defRPr>
            </a:lvl5pPr>
            <a:lvl6pPr algn="l">
              <a:defRPr sz="1800" b="1">
                <a:solidFill>
                  <a:srgbClr val="2D3A8C"/>
                </a:solidFill>
                <a:latin typeface="Calibri"/>
                <a:ea typeface="Calibri"/>
                <a:cs typeface="Calibri"/>
              </a:defRPr>
            </a:lvl6pPr>
            <a:lvl7pPr algn="l">
              <a:defRPr sz="1800" b="1">
                <a:solidFill>
                  <a:srgbClr val="2D3A8C"/>
                </a:solidFill>
                <a:latin typeface="Calibri"/>
                <a:ea typeface="Calibri"/>
                <a:cs typeface="Calibri"/>
              </a:defRPr>
            </a:lvl7pPr>
            <a:lvl8pPr algn="l">
              <a:defRPr sz="1800" b="1">
                <a:solidFill>
                  <a:srgbClr val="2D3A8C"/>
                </a:solidFill>
                <a:latin typeface="Calibri"/>
                <a:ea typeface="Calibri"/>
                <a:cs typeface="Calibri"/>
              </a:defRPr>
            </a:lvl8pPr>
            <a:lvl9pPr algn="l">
              <a:defRPr sz="1800" b="1">
                <a:solidFill>
                  <a:srgbClr val="2D3A8C"/>
                </a:solidFill>
                <a:latin typeface="Calibri"/>
                <a:ea typeface="Calibri"/>
                <a:cs typeface="Calibri"/>
              </a:defRPr>
            </a:lvl9pPr>
          </a:lstStyle>
          <a:p>
            <a:pPr defTabSz="1219170">
              <a:defRPr sz="1800" b="1">
                <a:solidFill>
                  <a:srgbClr val="2D3A8C"/>
                </a:solidFill>
                <a:latin typeface="Calibri"/>
                <a:ea typeface="Calibri"/>
                <a:cs typeface="Calibri"/>
              </a:defRPr>
            </a:pPr>
            <a:r>
              <a:rPr sz="2400"/>
              <a:t>Soft penalty</a:t>
            </a:r>
          </a:p>
        </p:txBody>
      </p:sp>
      <p:sp>
        <p:nvSpPr>
          <p:cNvPr id="24" name="Rectangle 23">
            <a:extLst>
              <a:ext uri="{FF2B5EF4-FFF2-40B4-BE49-F238E27FC236}">
                <a16:creationId xmlns:a16="http://schemas.microsoft.com/office/drawing/2014/main" id="{AFA6DDCE-5A82-4A58-8224-B1AF40FD2B31}"/>
              </a:ext>
            </a:extLst>
          </p:cNvPr>
          <p:cNvSpPr>
            <a:spLocks noGrp="1"/>
          </p:cNvSpPr>
          <p:nvPr/>
        </p:nvSpPr>
        <p:spPr>
          <a:xfrm>
            <a:off x="6953251" y="1571626"/>
            <a:ext cx="4476749" cy="571500"/>
          </a:xfrm>
          <a:prstGeom prst="rect">
            <a:avLst/>
          </a:prstGeom>
          <a:noFill/>
          <a:ln w="0">
            <a:noFill/>
            <a:prstDash val="solid"/>
          </a:ln>
        </p:spPr>
        <p:txBody>
          <a:bodyPr wrap="square" lIns="0" tIns="0" rIns="0" bIns="0" anchor="ctr">
            <a:noAutofit/>
          </a:bodyPr>
          <a:lstStyle>
            <a:defPPr algn="l">
              <a:defRPr sz="1800" b="1">
                <a:solidFill>
                  <a:srgbClr val="E55B5B"/>
                </a:solidFill>
                <a:latin typeface="Calibri"/>
                <a:ea typeface="Calibri"/>
                <a:cs typeface="Calibri"/>
              </a:defRPr>
            </a:defPPr>
            <a:lvl1pPr algn="l">
              <a:defRPr sz="1800" b="1">
                <a:solidFill>
                  <a:srgbClr val="E55B5B"/>
                </a:solidFill>
                <a:latin typeface="Calibri"/>
                <a:ea typeface="Calibri"/>
                <a:cs typeface="Calibri"/>
              </a:defRPr>
            </a:lvl1pPr>
            <a:lvl2pPr algn="l">
              <a:defRPr sz="1800" b="1">
                <a:solidFill>
                  <a:srgbClr val="E55B5B"/>
                </a:solidFill>
                <a:latin typeface="Calibri"/>
                <a:ea typeface="Calibri"/>
                <a:cs typeface="Calibri"/>
              </a:defRPr>
            </a:lvl2pPr>
            <a:lvl3pPr algn="l">
              <a:defRPr sz="1800" b="1">
                <a:solidFill>
                  <a:srgbClr val="E55B5B"/>
                </a:solidFill>
                <a:latin typeface="Calibri"/>
                <a:ea typeface="Calibri"/>
                <a:cs typeface="Calibri"/>
              </a:defRPr>
            </a:lvl3pPr>
            <a:lvl4pPr algn="l">
              <a:defRPr sz="1800" b="1">
                <a:solidFill>
                  <a:srgbClr val="E55B5B"/>
                </a:solidFill>
                <a:latin typeface="Calibri"/>
                <a:ea typeface="Calibri"/>
                <a:cs typeface="Calibri"/>
              </a:defRPr>
            </a:lvl4pPr>
            <a:lvl5pPr algn="l">
              <a:defRPr sz="1800" b="1">
                <a:solidFill>
                  <a:srgbClr val="E55B5B"/>
                </a:solidFill>
                <a:latin typeface="Calibri"/>
                <a:ea typeface="Calibri"/>
                <a:cs typeface="Calibri"/>
              </a:defRPr>
            </a:lvl5pPr>
            <a:lvl6pPr algn="l">
              <a:defRPr sz="1800" b="1">
                <a:solidFill>
                  <a:srgbClr val="E55B5B"/>
                </a:solidFill>
                <a:latin typeface="Calibri"/>
                <a:ea typeface="Calibri"/>
                <a:cs typeface="Calibri"/>
              </a:defRPr>
            </a:lvl6pPr>
            <a:lvl7pPr algn="l">
              <a:defRPr sz="1800" b="1">
                <a:solidFill>
                  <a:srgbClr val="E55B5B"/>
                </a:solidFill>
                <a:latin typeface="Calibri"/>
                <a:ea typeface="Calibri"/>
                <a:cs typeface="Calibri"/>
              </a:defRPr>
            </a:lvl7pPr>
            <a:lvl8pPr algn="l">
              <a:defRPr sz="1800" b="1">
                <a:solidFill>
                  <a:srgbClr val="E55B5B"/>
                </a:solidFill>
                <a:latin typeface="Calibri"/>
                <a:ea typeface="Calibri"/>
                <a:cs typeface="Calibri"/>
              </a:defRPr>
            </a:lvl8pPr>
            <a:lvl9pPr algn="l">
              <a:defRPr sz="1800" b="1">
                <a:solidFill>
                  <a:srgbClr val="E55B5B"/>
                </a:solidFill>
                <a:latin typeface="Calibri"/>
                <a:ea typeface="Calibri"/>
                <a:cs typeface="Calibri"/>
              </a:defRPr>
            </a:lvl9pPr>
          </a:lstStyle>
          <a:p>
            <a:pPr defTabSz="1219170">
              <a:defRPr sz="1800" b="1">
                <a:solidFill>
                  <a:srgbClr val="E55B5B"/>
                </a:solidFill>
                <a:latin typeface="Calibri"/>
                <a:ea typeface="Calibri"/>
                <a:cs typeface="Calibri"/>
              </a:defRPr>
            </a:pPr>
            <a:r>
              <a:rPr sz="2400"/>
              <a:t>Hard block</a:t>
            </a:r>
          </a:p>
        </p:txBody>
      </p:sp>
      <p:sp>
        <p:nvSpPr>
          <p:cNvPr id="25" name="Rectangle 24">
            <a:extLst>
              <a:ext uri="{FF2B5EF4-FFF2-40B4-BE49-F238E27FC236}">
                <a16:creationId xmlns:a16="http://schemas.microsoft.com/office/drawing/2014/main" id="{38CB0383-3573-4E07-8E37-F299F8A21CD8}"/>
              </a:ext>
            </a:extLst>
          </p:cNvPr>
          <p:cNvSpPr>
            <a:spLocks noGrp="1"/>
          </p:cNvSpPr>
          <p:nvPr/>
        </p:nvSpPr>
        <p:spPr>
          <a:xfrm>
            <a:off x="857251" y="3857625"/>
            <a:ext cx="4857749" cy="857251"/>
          </a:xfrm>
          <a:prstGeom prst="rect">
            <a:avLst/>
          </a:prstGeom>
          <a:noFill/>
          <a:ln w="0">
            <a:noFill/>
            <a:prstDash val="solid"/>
          </a:ln>
        </p:spPr>
        <p:txBody>
          <a:bodyPr wrap="square" lIns="0" tIns="0" rIns="0" bIns="0" anchor="ctr">
            <a:noAutofit/>
          </a:bodyPr>
          <a:lstStyle>
            <a:defPPr algn="l">
              <a:defRPr sz="1650" b="0">
                <a:solidFill>
                  <a:srgbClr val="1B1F3B"/>
                </a:solidFill>
                <a:latin typeface="Calibri"/>
                <a:ea typeface="Calibri"/>
                <a:cs typeface="Calibri"/>
              </a:defRPr>
            </a:defPPr>
            <a:lvl1pPr algn="l">
              <a:defRPr sz="1650" b="0">
                <a:solidFill>
                  <a:srgbClr val="1B1F3B"/>
                </a:solidFill>
                <a:latin typeface="Calibri"/>
                <a:ea typeface="Calibri"/>
                <a:cs typeface="Calibri"/>
              </a:defRPr>
            </a:lvl1pPr>
            <a:lvl2pPr algn="l">
              <a:defRPr sz="1650" b="0">
                <a:solidFill>
                  <a:srgbClr val="1B1F3B"/>
                </a:solidFill>
                <a:latin typeface="Calibri"/>
                <a:ea typeface="Calibri"/>
                <a:cs typeface="Calibri"/>
              </a:defRPr>
            </a:lvl2pPr>
            <a:lvl3pPr algn="l">
              <a:defRPr sz="1650" b="0">
                <a:solidFill>
                  <a:srgbClr val="1B1F3B"/>
                </a:solidFill>
                <a:latin typeface="Calibri"/>
                <a:ea typeface="Calibri"/>
                <a:cs typeface="Calibri"/>
              </a:defRPr>
            </a:lvl3pPr>
            <a:lvl4pPr algn="l">
              <a:defRPr sz="1650" b="0">
                <a:solidFill>
                  <a:srgbClr val="1B1F3B"/>
                </a:solidFill>
                <a:latin typeface="Calibri"/>
                <a:ea typeface="Calibri"/>
                <a:cs typeface="Calibri"/>
              </a:defRPr>
            </a:lvl4pPr>
            <a:lvl5pPr algn="l">
              <a:defRPr sz="1650" b="0">
                <a:solidFill>
                  <a:srgbClr val="1B1F3B"/>
                </a:solidFill>
                <a:latin typeface="Calibri"/>
                <a:ea typeface="Calibri"/>
                <a:cs typeface="Calibri"/>
              </a:defRPr>
            </a:lvl5pPr>
            <a:lvl6pPr algn="l">
              <a:defRPr sz="1650" b="0">
                <a:solidFill>
                  <a:srgbClr val="1B1F3B"/>
                </a:solidFill>
                <a:latin typeface="Calibri"/>
                <a:ea typeface="Calibri"/>
                <a:cs typeface="Calibri"/>
              </a:defRPr>
            </a:lvl6pPr>
            <a:lvl7pPr algn="l">
              <a:defRPr sz="1650" b="0">
                <a:solidFill>
                  <a:srgbClr val="1B1F3B"/>
                </a:solidFill>
                <a:latin typeface="Calibri"/>
                <a:ea typeface="Calibri"/>
                <a:cs typeface="Calibri"/>
              </a:defRPr>
            </a:lvl7pPr>
            <a:lvl8pPr algn="l">
              <a:defRPr sz="1650" b="0">
                <a:solidFill>
                  <a:srgbClr val="1B1F3B"/>
                </a:solidFill>
                <a:latin typeface="Calibri"/>
                <a:ea typeface="Calibri"/>
                <a:cs typeface="Calibri"/>
              </a:defRPr>
            </a:lvl8pPr>
            <a:lvl9pPr algn="l">
              <a:defRPr sz="1650" b="0">
                <a:solidFill>
                  <a:srgbClr val="1B1F3B"/>
                </a:solidFill>
                <a:latin typeface="Calibri"/>
                <a:ea typeface="Calibri"/>
                <a:cs typeface="Calibri"/>
              </a:defRPr>
            </a:lvl9pPr>
          </a:lstStyle>
          <a:p>
            <a:pPr defTabSz="1219170">
              <a:defRPr sz="1650" b="0">
                <a:solidFill>
                  <a:srgbClr val="1B1F3B"/>
                </a:solidFill>
                <a:latin typeface="Calibri"/>
                <a:ea typeface="Calibri"/>
                <a:cs typeface="Calibri"/>
              </a:defRPr>
            </a:pPr>
            <a:r>
              <a:rPr sz="2200"/>
              <a:t>Expensive, but usable</a:t>
            </a:r>
          </a:p>
        </p:txBody>
      </p:sp>
      <p:sp>
        <p:nvSpPr>
          <p:cNvPr id="26" name="Rectangle 25">
            <a:extLst>
              <a:ext uri="{FF2B5EF4-FFF2-40B4-BE49-F238E27FC236}">
                <a16:creationId xmlns:a16="http://schemas.microsoft.com/office/drawing/2014/main" id="{65366112-7CC8-43A1-B507-FBF38C1D43C1}"/>
              </a:ext>
            </a:extLst>
          </p:cNvPr>
          <p:cNvSpPr>
            <a:spLocks noGrp="1"/>
          </p:cNvSpPr>
          <p:nvPr/>
        </p:nvSpPr>
        <p:spPr>
          <a:xfrm>
            <a:off x="6953251" y="3857626"/>
            <a:ext cx="4572000" cy="666749"/>
          </a:xfrm>
          <a:prstGeom prst="rect">
            <a:avLst/>
          </a:prstGeom>
          <a:noFill/>
          <a:ln w="0">
            <a:noFill/>
            <a:prstDash val="solid"/>
          </a:ln>
        </p:spPr>
        <p:txBody>
          <a:bodyPr wrap="square" lIns="0" tIns="0" rIns="0" bIns="0" anchor="ctr">
            <a:noAutofit/>
          </a:bodyPr>
          <a:lstStyle>
            <a:defPPr algn="l">
              <a:defRPr sz="1650" b="0">
                <a:solidFill>
                  <a:srgbClr val="1B1F3B"/>
                </a:solidFill>
                <a:latin typeface="Calibri"/>
                <a:ea typeface="Calibri"/>
                <a:cs typeface="Calibri"/>
              </a:defRPr>
            </a:defPPr>
            <a:lvl1pPr algn="l">
              <a:defRPr sz="1650" b="0">
                <a:solidFill>
                  <a:srgbClr val="1B1F3B"/>
                </a:solidFill>
                <a:latin typeface="Calibri"/>
                <a:ea typeface="Calibri"/>
                <a:cs typeface="Calibri"/>
              </a:defRPr>
            </a:lvl1pPr>
            <a:lvl2pPr algn="l">
              <a:defRPr sz="1650" b="0">
                <a:solidFill>
                  <a:srgbClr val="1B1F3B"/>
                </a:solidFill>
                <a:latin typeface="Calibri"/>
                <a:ea typeface="Calibri"/>
                <a:cs typeface="Calibri"/>
              </a:defRPr>
            </a:lvl2pPr>
            <a:lvl3pPr algn="l">
              <a:defRPr sz="1650" b="0">
                <a:solidFill>
                  <a:srgbClr val="1B1F3B"/>
                </a:solidFill>
                <a:latin typeface="Calibri"/>
                <a:ea typeface="Calibri"/>
                <a:cs typeface="Calibri"/>
              </a:defRPr>
            </a:lvl3pPr>
            <a:lvl4pPr algn="l">
              <a:defRPr sz="1650" b="0">
                <a:solidFill>
                  <a:srgbClr val="1B1F3B"/>
                </a:solidFill>
                <a:latin typeface="Calibri"/>
                <a:ea typeface="Calibri"/>
                <a:cs typeface="Calibri"/>
              </a:defRPr>
            </a:lvl4pPr>
            <a:lvl5pPr algn="l">
              <a:defRPr sz="1650" b="0">
                <a:solidFill>
                  <a:srgbClr val="1B1F3B"/>
                </a:solidFill>
                <a:latin typeface="Calibri"/>
                <a:ea typeface="Calibri"/>
                <a:cs typeface="Calibri"/>
              </a:defRPr>
            </a:lvl5pPr>
            <a:lvl6pPr algn="l">
              <a:defRPr sz="1650" b="0">
                <a:solidFill>
                  <a:srgbClr val="1B1F3B"/>
                </a:solidFill>
                <a:latin typeface="Calibri"/>
                <a:ea typeface="Calibri"/>
                <a:cs typeface="Calibri"/>
              </a:defRPr>
            </a:lvl6pPr>
            <a:lvl7pPr algn="l">
              <a:defRPr sz="1650" b="0">
                <a:solidFill>
                  <a:srgbClr val="1B1F3B"/>
                </a:solidFill>
                <a:latin typeface="Calibri"/>
                <a:ea typeface="Calibri"/>
                <a:cs typeface="Calibri"/>
              </a:defRPr>
            </a:lvl7pPr>
            <a:lvl8pPr algn="l">
              <a:defRPr sz="1650" b="0">
                <a:solidFill>
                  <a:srgbClr val="1B1F3B"/>
                </a:solidFill>
                <a:latin typeface="Calibri"/>
                <a:ea typeface="Calibri"/>
                <a:cs typeface="Calibri"/>
              </a:defRPr>
            </a:lvl8pPr>
            <a:lvl9pPr algn="l">
              <a:defRPr sz="1650" b="0">
                <a:solidFill>
                  <a:srgbClr val="1B1F3B"/>
                </a:solidFill>
                <a:latin typeface="Calibri"/>
                <a:ea typeface="Calibri"/>
                <a:cs typeface="Calibri"/>
              </a:defRPr>
            </a:lvl9pPr>
          </a:lstStyle>
          <a:p>
            <a:pPr defTabSz="1219170">
              <a:defRPr sz="1650" b="0">
                <a:solidFill>
                  <a:srgbClr val="1B1F3B"/>
                </a:solidFill>
                <a:latin typeface="Calibri"/>
                <a:ea typeface="Calibri"/>
                <a:cs typeface="Calibri"/>
              </a:defRPr>
            </a:pPr>
            <a:r>
              <a:rPr sz="2200"/>
              <a:t>Never enter this cell</a:t>
            </a:r>
          </a:p>
        </p:txBody>
      </p:sp>
      <p:sp>
        <p:nvSpPr>
          <p:cNvPr id="27" name="Rectangle 26">
            <a:extLst>
              <a:ext uri="{FF2B5EF4-FFF2-40B4-BE49-F238E27FC236}">
                <a16:creationId xmlns:a16="http://schemas.microsoft.com/office/drawing/2014/main" id="{4B96174E-A7CA-4E49-89EF-5371EC6E1EF1}"/>
              </a:ext>
            </a:extLst>
          </p:cNvPr>
          <p:cNvSpPr>
            <a:spLocks noGrp="1"/>
          </p:cNvSpPr>
          <p:nvPr/>
        </p:nvSpPr>
        <p:spPr>
          <a:xfrm>
            <a:off x="6953251" y="4619626"/>
            <a:ext cx="4572000" cy="571500"/>
          </a:xfrm>
          <a:prstGeom prst="rect">
            <a:avLst/>
          </a:prstGeom>
          <a:noFill/>
          <a:ln w="0">
            <a:noFill/>
            <a:prstDash val="solid"/>
          </a:ln>
        </p:spPr>
        <p:txBody>
          <a:bodyPr wrap="square" lIns="0" tIns="0" rIns="0" bIns="0" anchor="ctr">
            <a:noAutofit/>
          </a:bodyPr>
          <a:lstStyle>
            <a:defPPr algn="l">
              <a:defRPr sz="1300" b="0">
                <a:solidFill>
                  <a:srgbClr val="4A4F6A"/>
                </a:solidFill>
                <a:latin typeface="Calibri"/>
                <a:ea typeface="Calibri"/>
                <a:cs typeface="Calibri"/>
              </a:defRPr>
            </a:defPPr>
            <a:lvl1pPr algn="l">
              <a:defRPr sz="1300" b="0">
                <a:solidFill>
                  <a:srgbClr val="4A4F6A"/>
                </a:solidFill>
                <a:latin typeface="Calibri"/>
                <a:ea typeface="Calibri"/>
                <a:cs typeface="Calibri"/>
              </a:defRPr>
            </a:lvl1pPr>
            <a:lvl2pPr algn="l">
              <a:defRPr sz="1300" b="0">
                <a:solidFill>
                  <a:srgbClr val="4A4F6A"/>
                </a:solidFill>
                <a:latin typeface="Calibri"/>
                <a:ea typeface="Calibri"/>
                <a:cs typeface="Calibri"/>
              </a:defRPr>
            </a:lvl2pPr>
            <a:lvl3pPr algn="l">
              <a:defRPr sz="1300" b="0">
                <a:solidFill>
                  <a:srgbClr val="4A4F6A"/>
                </a:solidFill>
                <a:latin typeface="Calibri"/>
                <a:ea typeface="Calibri"/>
                <a:cs typeface="Calibri"/>
              </a:defRPr>
            </a:lvl3pPr>
            <a:lvl4pPr algn="l">
              <a:defRPr sz="1300" b="0">
                <a:solidFill>
                  <a:srgbClr val="4A4F6A"/>
                </a:solidFill>
                <a:latin typeface="Calibri"/>
                <a:ea typeface="Calibri"/>
                <a:cs typeface="Calibri"/>
              </a:defRPr>
            </a:lvl4pPr>
            <a:lvl5pPr algn="l">
              <a:defRPr sz="1300" b="0">
                <a:solidFill>
                  <a:srgbClr val="4A4F6A"/>
                </a:solidFill>
                <a:latin typeface="Calibri"/>
                <a:ea typeface="Calibri"/>
                <a:cs typeface="Calibri"/>
              </a:defRPr>
            </a:lvl5pPr>
            <a:lvl6pPr algn="l">
              <a:defRPr sz="1300" b="0">
                <a:solidFill>
                  <a:srgbClr val="4A4F6A"/>
                </a:solidFill>
                <a:latin typeface="Calibri"/>
                <a:ea typeface="Calibri"/>
                <a:cs typeface="Calibri"/>
              </a:defRPr>
            </a:lvl6pPr>
            <a:lvl7pPr algn="l">
              <a:defRPr sz="1300" b="0">
                <a:solidFill>
                  <a:srgbClr val="4A4F6A"/>
                </a:solidFill>
                <a:latin typeface="Calibri"/>
                <a:ea typeface="Calibri"/>
                <a:cs typeface="Calibri"/>
              </a:defRPr>
            </a:lvl7pPr>
            <a:lvl8pPr algn="l">
              <a:defRPr sz="1300" b="0">
                <a:solidFill>
                  <a:srgbClr val="4A4F6A"/>
                </a:solidFill>
                <a:latin typeface="Calibri"/>
                <a:ea typeface="Calibri"/>
                <a:cs typeface="Calibri"/>
              </a:defRPr>
            </a:lvl8pPr>
            <a:lvl9pPr algn="l">
              <a:defRPr sz="1300" b="0">
                <a:solidFill>
                  <a:srgbClr val="4A4F6A"/>
                </a:solidFill>
                <a:latin typeface="Calibri"/>
                <a:ea typeface="Calibri"/>
                <a:cs typeface="Calibri"/>
              </a:defRPr>
            </a:lvl9pPr>
          </a:lstStyle>
          <a:p>
            <a:pPr defTabSz="1219170">
              <a:defRPr sz="1300" b="0">
                <a:solidFill>
                  <a:srgbClr val="4A4F6A"/>
                </a:solidFill>
                <a:latin typeface="Calibri"/>
                <a:ea typeface="Calibri"/>
                <a:cs typeface="Calibri"/>
              </a:defRPr>
            </a:pPr>
            <a:r>
              <a:rPr sz="1733"/>
              <a:t>Remove it, or assign infinite cost.</a:t>
            </a:r>
          </a:p>
        </p:txBody>
      </p:sp>
      <p:sp>
        <p:nvSpPr>
          <p:cNvPr id="28" name="Rectangle 27">
            <a:extLst>
              <a:ext uri="{FF2B5EF4-FFF2-40B4-BE49-F238E27FC236}">
                <a16:creationId xmlns:a16="http://schemas.microsoft.com/office/drawing/2014/main" id="{BEC3DE7F-5D87-4489-BE4E-66803EA06C89}"/>
              </a:ext>
            </a:extLst>
          </p:cNvPr>
          <p:cNvSpPr>
            <a:spLocks noGrp="1"/>
          </p:cNvSpPr>
          <p:nvPr/>
        </p:nvSpPr>
        <p:spPr>
          <a:xfrm>
            <a:off x="609600" y="5619749"/>
            <a:ext cx="10972800" cy="457200"/>
          </a:xfrm>
          <a:prstGeom prst="rect">
            <a:avLst/>
          </a:prstGeom>
          <a:noFill/>
          <a:ln w="0">
            <a:noFill/>
            <a:prstDash val="solid"/>
          </a:ln>
        </p:spPr>
        <p:txBody>
          <a:bodyPr wrap="square" lIns="0" tIns="0" rIns="0" bIns="0" anchor="ctr">
            <a:noAutofit/>
          </a:bodyPr>
          <a:lstStyle>
            <a:defPPr algn="l">
              <a:defRPr sz="1300" b="0">
                <a:solidFill>
                  <a:srgbClr val="4A4F6A"/>
                </a:solidFill>
                <a:latin typeface="Calibri"/>
                <a:ea typeface="Calibri"/>
                <a:cs typeface="Calibri"/>
              </a:defRPr>
            </a:defPPr>
            <a:lvl1pPr algn="l">
              <a:defRPr sz="1300" b="0">
                <a:solidFill>
                  <a:srgbClr val="4A4F6A"/>
                </a:solidFill>
                <a:latin typeface="Calibri"/>
                <a:ea typeface="Calibri"/>
                <a:cs typeface="Calibri"/>
              </a:defRPr>
            </a:lvl1pPr>
            <a:lvl2pPr algn="l">
              <a:defRPr sz="1300" b="0">
                <a:solidFill>
                  <a:srgbClr val="4A4F6A"/>
                </a:solidFill>
                <a:latin typeface="Calibri"/>
                <a:ea typeface="Calibri"/>
                <a:cs typeface="Calibri"/>
              </a:defRPr>
            </a:lvl2pPr>
            <a:lvl3pPr algn="l">
              <a:defRPr sz="1300" b="0">
                <a:solidFill>
                  <a:srgbClr val="4A4F6A"/>
                </a:solidFill>
                <a:latin typeface="Calibri"/>
                <a:ea typeface="Calibri"/>
                <a:cs typeface="Calibri"/>
              </a:defRPr>
            </a:lvl3pPr>
            <a:lvl4pPr algn="l">
              <a:defRPr sz="1300" b="0">
                <a:solidFill>
                  <a:srgbClr val="4A4F6A"/>
                </a:solidFill>
                <a:latin typeface="Calibri"/>
                <a:ea typeface="Calibri"/>
                <a:cs typeface="Calibri"/>
              </a:defRPr>
            </a:lvl4pPr>
            <a:lvl5pPr algn="l">
              <a:defRPr sz="1300" b="0">
                <a:solidFill>
                  <a:srgbClr val="4A4F6A"/>
                </a:solidFill>
                <a:latin typeface="Calibri"/>
                <a:ea typeface="Calibri"/>
                <a:cs typeface="Calibri"/>
              </a:defRPr>
            </a:lvl5pPr>
            <a:lvl6pPr algn="l">
              <a:defRPr sz="1300" b="0">
                <a:solidFill>
                  <a:srgbClr val="4A4F6A"/>
                </a:solidFill>
                <a:latin typeface="Calibri"/>
                <a:ea typeface="Calibri"/>
                <a:cs typeface="Calibri"/>
              </a:defRPr>
            </a:lvl6pPr>
            <a:lvl7pPr algn="l">
              <a:defRPr sz="1300" b="0">
                <a:solidFill>
                  <a:srgbClr val="4A4F6A"/>
                </a:solidFill>
                <a:latin typeface="Calibri"/>
                <a:ea typeface="Calibri"/>
                <a:cs typeface="Calibri"/>
              </a:defRPr>
            </a:lvl7pPr>
            <a:lvl8pPr algn="l">
              <a:defRPr sz="1300" b="0">
                <a:solidFill>
                  <a:srgbClr val="4A4F6A"/>
                </a:solidFill>
                <a:latin typeface="Calibri"/>
                <a:ea typeface="Calibri"/>
                <a:cs typeface="Calibri"/>
              </a:defRPr>
            </a:lvl8pPr>
            <a:lvl9pPr algn="l">
              <a:defRPr sz="1300" b="0">
                <a:solidFill>
                  <a:srgbClr val="4A4F6A"/>
                </a:solidFill>
                <a:latin typeface="Calibri"/>
                <a:ea typeface="Calibri"/>
                <a:cs typeface="Calibri"/>
              </a:defRPr>
            </a:lvl9pPr>
          </a:lstStyle>
          <a:p>
            <a:pPr defTabSz="1219170">
              <a:defRPr sz="1300" b="0">
                <a:solidFill>
                  <a:srgbClr val="4A4F6A"/>
                </a:solidFill>
                <a:latin typeface="Calibri"/>
                <a:ea typeface="Calibri"/>
                <a:cs typeface="Calibri"/>
              </a:defRPr>
            </a:pPr>
            <a:r>
              <a:rPr sz="1733"/>
              <a:t>A hard block can make the destination unreachable.</a:t>
            </a:r>
          </a:p>
        </p:txBody>
      </p:sp>
    </p:spTree>
    <p:extLst>
      <p:ext uri="{BB962C8B-B14F-4D97-AF65-F5344CB8AC3E}">
        <p14:creationId xmlns:p14="http://schemas.microsoft.com/office/powerpoint/2010/main" val="163251575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sz="2400">
              <a:solidFill>
                <a:srgbClr val="FFFFFF"/>
              </a:solidFill>
              <a:latin typeface="Calibri"/>
            </a:endParaRPr>
          </a:p>
        </p:txBody>
      </p:sp>
      <p:sp>
        <p:nvSpPr>
          <p:cNvPr id="2" name="Rectangle 1">
            <a:extLst>
              <a:ext uri="{FF2B5EF4-FFF2-40B4-BE49-F238E27FC236}">
                <a16:creationId xmlns:a16="http://schemas.microsoft.com/office/drawing/2014/main" id="{797E3205-8CC7-47AB-941D-29B3BB49C03E}"/>
              </a:ext>
            </a:extLst>
          </p:cNvPr>
          <p:cNvSpPr>
            <a:spLocks noGrp="1"/>
          </p:cNvSpPr>
          <p:nvPr/>
        </p:nvSpPr>
        <p:spPr>
          <a:xfrm>
            <a:off x="731520" y="365760"/>
            <a:ext cx="10728960" cy="853440"/>
          </a:xfrm>
          <a:prstGeom prst="rect">
            <a:avLst/>
          </a:prstGeom>
          <a:noFill/>
          <a:ln w="0">
            <a:noFill/>
            <a:prstDash val="solid"/>
          </a:ln>
        </p:spPr>
        <p:txBody>
          <a:bodyPr wrap="square" lIns="0" tIns="0" rIns="0" bIns="0" anchor="ctr">
            <a:noAutofit/>
          </a:bodyPr>
          <a:lstStyle>
            <a:defPPr algn="l">
              <a:defRPr sz="2350" b="1">
                <a:solidFill>
                  <a:srgbClr val="1B1F3B"/>
                </a:solidFill>
                <a:latin typeface="Calibri"/>
                <a:ea typeface="Calibri"/>
                <a:cs typeface="Calibri"/>
              </a:defRPr>
            </a:defPPr>
            <a:lvl1pPr algn="l">
              <a:defRPr sz="2350" b="1">
                <a:solidFill>
                  <a:srgbClr val="1B1F3B"/>
                </a:solidFill>
                <a:latin typeface="Calibri"/>
                <a:ea typeface="Calibri"/>
                <a:cs typeface="Calibri"/>
              </a:defRPr>
            </a:lvl1pPr>
            <a:lvl2pPr algn="l">
              <a:defRPr sz="2350" b="1">
                <a:solidFill>
                  <a:srgbClr val="1B1F3B"/>
                </a:solidFill>
                <a:latin typeface="Calibri"/>
                <a:ea typeface="Calibri"/>
                <a:cs typeface="Calibri"/>
              </a:defRPr>
            </a:lvl2pPr>
            <a:lvl3pPr algn="l">
              <a:defRPr sz="2350" b="1">
                <a:solidFill>
                  <a:srgbClr val="1B1F3B"/>
                </a:solidFill>
                <a:latin typeface="Calibri"/>
                <a:ea typeface="Calibri"/>
                <a:cs typeface="Calibri"/>
              </a:defRPr>
            </a:lvl3pPr>
            <a:lvl4pPr algn="l">
              <a:defRPr sz="2350" b="1">
                <a:solidFill>
                  <a:srgbClr val="1B1F3B"/>
                </a:solidFill>
                <a:latin typeface="Calibri"/>
                <a:ea typeface="Calibri"/>
                <a:cs typeface="Calibri"/>
              </a:defRPr>
            </a:lvl4pPr>
            <a:lvl5pPr algn="l">
              <a:defRPr sz="2350" b="1">
                <a:solidFill>
                  <a:srgbClr val="1B1F3B"/>
                </a:solidFill>
                <a:latin typeface="Calibri"/>
                <a:ea typeface="Calibri"/>
                <a:cs typeface="Calibri"/>
              </a:defRPr>
            </a:lvl5pPr>
            <a:lvl6pPr algn="l">
              <a:defRPr sz="2350" b="1">
                <a:solidFill>
                  <a:srgbClr val="1B1F3B"/>
                </a:solidFill>
                <a:latin typeface="Calibri"/>
                <a:ea typeface="Calibri"/>
                <a:cs typeface="Calibri"/>
              </a:defRPr>
            </a:lvl6pPr>
            <a:lvl7pPr algn="l">
              <a:defRPr sz="2350" b="1">
                <a:solidFill>
                  <a:srgbClr val="1B1F3B"/>
                </a:solidFill>
                <a:latin typeface="Calibri"/>
                <a:ea typeface="Calibri"/>
                <a:cs typeface="Calibri"/>
              </a:defRPr>
            </a:lvl7pPr>
            <a:lvl8pPr algn="l">
              <a:defRPr sz="2350" b="1">
                <a:solidFill>
                  <a:srgbClr val="1B1F3B"/>
                </a:solidFill>
                <a:latin typeface="Calibri"/>
                <a:ea typeface="Calibri"/>
                <a:cs typeface="Calibri"/>
              </a:defRPr>
            </a:lvl8pPr>
            <a:lvl9pPr algn="l">
              <a:defRPr sz="2350" b="1">
                <a:solidFill>
                  <a:srgbClr val="1B1F3B"/>
                </a:solidFill>
                <a:latin typeface="Calibri"/>
                <a:ea typeface="Calibri"/>
                <a:cs typeface="Calibri"/>
              </a:defRPr>
            </a:lvl9pPr>
          </a:lstStyle>
          <a:p>
            <a:pPr defTabSz="1219170">
              <a:defRPr sz="2350" b="1">
                <a:solidFill>
                  <a:srgbClr val="1B1F3B"/>
                </a:solidFill>
                <a:latin typeface="Calibri"/>
                <a:ea typeface="Calibri"/>
                <a:cs typeface="Calibri"/>
              </a:defRPr>
            </a:pPr>
            <a:r>
              <a:rPr sz="3733"/>
              <a:t>Two ways to decide which cells to block</a:t>
            </a:r>
          </a:p>
        </p:txBody>
      </p:sp>
      <p:sp>
        <p:nvSpPr>
          <p:cNvPr id="3" name="Rectangle 2">
            <a:extLst>
              <a:ext uri="{FF2B5EF4-FFF2-40B4-BE49-F238E27FC236}">
                <a16:creationId xmlns:a16="http://schemas.microsoft.com/office/drawing/2014/main" id="{397EF368-7D1F-4874-AACB-C392673ED09F}"/>
              </a:ext>
            </a:extLst>
          </p:cNvPr>
          <p:cNvSpPr>
            <a:spLocks noGrp="1"/>
          </p:cNvSpPr>
          <p:nvPr/>
        </p:nvSpPr>
        <p:spPr>
          <a:xfrm>
            <a:off x="609601" y="6229350"/>
            <a:ext cx="9334500" cy="266700"/>
          </a:xfrm>
          <a:prstGeom prst="rect">
            <a:avLst/>
          </a:prstGeom>
          <a:noFill/>
          <a:ln w="0">
            <a:noFill/>
            <a:prstDash val="solid"/>
          </a:ln>
        </p:spPr>
        <p:txBody>
          <a:bodyPr wrap="square" lIns="0" tIns="0" rIns="0" bIns="0" anchor="ctr">
            <a:noAutofit/>
          </a:bodyPr>
          <a:lstStyle>
            <a:defPPr algn="l">
              <a:defRPr sz="950" b="0">
                <a:solidFill>
                  <a:srgbClr val="4A4F6A"/>
                </a:solidFill>
                <a:latin typeface="Calibri"/>
                <a:ea typeface="Calibri"/>
                <a:cs typeface="Calibri"/>
              </a:defRPr>
            </a:defPPr>
            <a:lvl1pPr algn="l">
              <a:defRPr sz="950" b="0">
                <a:solidFill>
                  <a:srgbClr val="4A4F6A"/>
                </a:solidFill>
                <a:latin typeface="Calibri"/>
                <a:ea typeface="Calibri"/>
                <a:cs typeface="Calibri"/>
              </a:defRPr>
            </a:lvl1pPr>
            <a:lvl2pPr algn="l">
              <a:defRPr sz="950" b="0">
                <a:solidFill>
                  <a:srgbClr val="4A4F6A"/>
                </a:solidFill>
                <a:latin typeface="Calibri"/>
                <a:ea typeface="Calibri"/>
                <a:cs typeface="Calibri"/>
              </a:defRPr>
            </a:lvl2pPr>
            <a:lvl3pPr algn="l">
              <a:defRPr sz="950" b="0">
                <a:solidFill>
                  <a:srgbClr val="4A4F6A"/>
                </a:solidFill>
                <a:latin typeface="Calibri"/>
                <a:ea typeface="Calibri"/>
                <a:cs typeface="Calibri"/>
              </a:defRPr>
            </a:lvl3pPr>
            <a:lvl4pPr algn="l">
              <a:defRPr sz="950" b="0">
                <a:solidFill>
                  <a:srgbClr val="4A4F6A"/>
                </a:solidFill>
                <a:latin typeface="Calibri"/>
                <a:ea typeface="Calibri"/>
                <a:cs typeface="Calibri"/>
              </a:defRPr>
            </a:lvl4pPr>
            <a:lvl5pPr algn="l">
              <a:defRPr sz="950" b="0">
                <a:solidFill>
                  <a:srgbClr val="4A4F6A"/>
                </a:solidFill>
                <a:latin typeface="Calibri"/>
                <a:ea typeface="Calibri"/>
                <a:cs typeface="Calibri"/>
              </a:defRPr>
            </a:lvl5pPr>
            <a:lvl6pPr algn="l">
              <a:defRPr sz="950" b="0">
                <a:solidFill>
                  <a:srgbClr val="4A4F6A"/>
                </a:solidFill>
                <a:latin typeface="Calibri"/>
                <a:ea typeface="Calibri"/>
                <a:cs typeface="Calibri"/>
              </a:defRPr>
            </a:lvl6pPr>
            <a:lvl7pPr algn="l">
              <a:defRPr sz="950" b="0">
                <a:solidFill>
                  <a:srgbClr val="4A4F6A"/>
                </a:solidFill>
                <a:latin typeface="Calibri"/>
                <a:ea typeface="Calibri"/>
                <a:cs typeface="Calibri"/>
              </a:defRPr>
            </a:lvl7pPr>
            <a:lvl8pPr algn="l">
              <a:defRPr sz="950" b="0">
                <a:solidFill>
                  <a:srgbClr val="4A4F6A"/>
                </a:solidFill>
                <a:latin typeface="Calibri"/>
                <a:ea typeface="Calibri"/>
                <a:cs typeface="Calibri"/>
              </a:defRPr>
            </a:lvl8pPr>
            <a:lvl9pPr algn="l">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5  Cost and blocking policy</a:t>
            </a:r>
          </a:p>
        </p:txBody>
      </p:sp>
      <p:sp>
        <p:nvSpPr>
          <p:cNvPr id="4" name="Rectangle 3">
            <a:extLst>
              <a:ext uri="{FF2B5EF4-FFF2-40B4-BE49-F238E27FC236}">
                <a16:creationId xmlns:a16="http://schemas.microsoft.com/office/drawing/2014/main" id="{3B87A9C7-7E17-4318-AE4B-EEC9076B1B49}"/>
              </a:ext>
            </a:extLst>
          </p:cNvPr>
          <p:cNvSpPr>
            <a:spLocks noGrp="1"/>
          </p:cNvSpPr>
          <p:nvPr/>
        </p:nvSpPr>
        <p:spPr>
          <a:xfrm>
            <a:off x="10953750" y="6229350"/>
            <a:ext cx="619125" cy="266700"/>
          </a:xfrm>
          <a:prstGeom prst="rect">
            <a:avLst/>
          </a:prstGeom>
          <a:noFill/>
          <a:ln w="0">
            <a:noFill/>
            <a:prstDash val="solid"/>
          </a:ln>
        </p:spPr>
        <p:txBody>
          <a:bodyPr wrap="square" lIns="0" tIns="0" rIns="0" bIns="0" anchor="ctr">
            <a:noAutofit/>
          </a:bodyPr>
          <a:lstStyle>
            <a:defPPr algn="r">
              <a:defRPr sz="950" b="0">
                <a:solidFill>
                  <a:srgbClr val="4A4F6A"/>
                </a:solidFill>
                <a:latin typeface="Calibri"/>
                <a:ea typeface="Calibri"/>
                <a:cs typeface="Calibri"/>
              </a:defRPr>
            </a:defPPr>
            <a:lvl1pPr algn="r">
              <a:defRPr sz="950" b="0">
                <a:solidFill>
                  <a:srgbClr val="4A4F6A"/>
                </a:solidFill>
                <a:latin typeface="Calibri"/>
                <a:ea typeface="Calibri"/>
                <a:cs typeface="Calibri"/>
              </a:defRPr>
            </a:lvl1pPr>
            <a:lvl2pPr algn="r">
              <a:defRPr sz="950" b="0">
                <a:solidFill>
                  <a:srgbClr val="4A4F6A"/>
                </a:solidFill>
                <a:latin typeface="Calibri"/>
                <a:ea typeface="Calibri"/>
                <a:cs typeface="Calibri"/>
              </a:defRPr>
            </a:lvl2pPr>
            <a:lvl3pPr algn="r">
              <a:defRPr sz="950" b="0">
                <a:solidFill>
                  <a:srgbClr val="4A4F6A"/>
                </a:solidFill>
                <a:latin typeface="Calibri"/>
                <a:ea typeface="Calibri"/>
                <a:cs typeface="Calibri"/>
              </a:defRPr>
            </a:lvl3pPr>
            <a:lvl4pPr algn="r">
              <a:defRPr sz="950" b="0">
                <a:solidFill>
                  <a:srgbClr val="4A4F6A"/>
                </a:solidFill>
                <a:latin typeface="Calibri"/>
                <a:ea typeface="Calibri"/>
                <a:cs typeface="Calibri"/>
              </a:defRPr>
            </a:lvl4pPr>
            <a:lvl5pPr algn="r">
              <a:defRPr sz="950" b="0">
                <a:solidFill>
                  <a:srgbClr val="4A4F6A"/>
                </a:solidFill>
                <a:latin typeface="Calibri"/>
                <a:ea typeface="Calibri"/>
                <a:cs typeface="Calibri"/>
              </a:defRPr>
            </a:lvl5pPr>
            <a:lvl6pPr algn="r">
              <a:defRPr sz="950" b="0">
                <a:solidFill>
                  <a:srgbClr val="4A4F6A"/>
                </a:solidFill>
                <a:latin typeface="Calibri"/>
                <a:ea typeface="Calibri"/>
                <a:cs typeface="Calibri"/>
              </a:defRPr>
            </a:lvl6pPr>
            <a:lvl7pPr algn="r">
              <a:defRPr sz="950" b="0">
                <a:solidFill>
                  <a:srgbClr val="4A4F6A"/>
                </a:solidFill>
                <a:latin typeface="Calibri"/>
                <a:ea typeface="Calibri"/>
                <a:cs typeface="Calibri"/>
              </a:defRPr>
            </a:lvl7pPr>
            <a:lvl8pPr algn="r">
              <a:defRPr sz="950" b="0">
                <a:solidFill>
                  <a:srgbClr val="4A4F6A"/>
                </a:solidFill>
                <a:latin typeface="Calibri"/>
                <a:ea typeface="Calibri"/>
                <a:cs typeface="Calibri"/>
              </a:defRPr>
            </a:lvl8pPr>
            <a:lvl9pPr algn="r">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06</a:t>
            </a:r>
          </a:p>
        </p:txBody>
      </p:sp>
      <p:graphicFrame>
        <p:nvGraphicFramePr>
          <p:cNvPr id="5" name="Table 4">
            <a:extLst>
              <a:ext uri="{FF2B5EF4-FFF2-40B4-BE49-F238E27FC236}">
                <a16:creationId xmlns:a16="http://schemas.microsoft.com/office/drawing/2014/main" id="{DD1DF24C-2984-4B70-AA8F-66A1A77FB9C5}"/>
              </a:ext>
            </a:extLst>
          </p:cNvPr>
          <p:cNvGraphicFramePr/>
          <p:nvPr/>
        </p:nvGraphicFramePr>
        <p:xfrm>
          <a:off x="904875" y="1762126"/>
          <a:ext cx="10382250" cy="1428750"/>
        </p:xfrm>
        <a:graphic>
          <a:graphicData uri="http://schemas.openxmlformats.org/drawingml/2006/table">
            <a:tbl>
              <a:tblPr/>
              <a:tblGrid>
                <a:gridCol w="3457575">
                  <a:extLst>
                    <a:ext uri="{9D8B030D-6E8A-4147-A177-3AD203B41FA5}">
                      <a16:colId xmlns:a16="http://schemas.microsoft.com/office/drawing/2014/main" val="20000"/>
                    </a:ext>
                  </a:extLst>
                </a:gridCol>
                <a:gridCol w="3467100">
                  <a:extLst>
                    <a:ext uri="{9D8B030D-6E8A-4147-A177-3AD203B41FA5}">
                      <a16:colId xmlns:a16="http://schemas.microsoft.com/office/drawing/2014/main" val="20001"/>
                    </a:ext>
                  </a:extLst>
                </a:gridCol>
                <a:gridCol w="3457575">
                  <a:extLst>
                    <a:ext uri="{9D8B030D-6E8A-4147-A177-3AD203B41FA5}">
                      <a16:colId xmlns:a16="http://schemas.microsoft.com/office/drawing/2014/main" val="20002"/>
                    </a:ext>
                  </a:extLst>
                </a:gridCol>
              </a:tblGrid>
              <a:tr h="714375">
                <a:tc>
                  <a:txBody>
                    <a:bodyPr/>
                    <a:lstStyle/>
                    <a:p>
                      <a:r>
                        <a:rPr sz="1700" b="1">
                          <a:solidFill>
                            <a:srgbClr val="FFFFFF"/>
                          </a:solidFill>
                          <a:latin typeface="Calibri"/>
                          <a:ea typeface="Calibri"/>
                          <a:cs typeface="Calibri"/>
                        </a:rPr>
                        <a:t>Free flow</a:t>
                      </a:r>
                    </a:p>
                  </a:txBody>
                  <a:tcPr anchor="ctr">
                    <a:lnL w="7144">
                      <a:solidFill>
                        <a:srgbClr val="C9CEF2"/>
                      </a:solidFill>
                      <a:prstDash val="solid"/>
                    </a:lnL>
                    <a:lnR w="7144">
                      <a:solidFill>
                        <a:srgbClr val="C9CEF2"/>
                      </a:solidFill>
                      <a:prstDash val="solid"/>
                    </a:lnR>
                    <a:lnT w="7144">
                      <a:solidFill>
                        <a:srgbClr val="C9CEF2"/>
                      </a:solidFill>
                      <a:prstDash val="solid"/>
                    </a:lnT>
                    <a:lnB w="7144">
                      <a:solidFill>
                        <a:srgbClr val="C9CEF2"/>
                      </a:solidFill>
                      <a:prstDash val="solid"/>
                    </a:lnB>
                    <a:solidFill>
                      <a:srgbClr val="1B1F3B"/>
                    </a:solidFill>
                  </a:tcPr>
                </a:tc>
                <a:tc>
                  <a:txBody>
                    <a:bodyPr/>
                    <a:lstStyle/>
                    <a:p>
                      <a:r>
                        <a:rPr sz="1700" b="1">
                          <a:solidFill>
                            <a:srgbClr val="FFFFFF"/>
                          </a:solidFill>
                          <a:latin typeface="Calibri"/>
                          <a:ea typeface="Calibri"/>
                          <a:cs typeface="Calibri"/>
                        </a:rPr>
                        <a:t>Congested</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a:solidFill>
                        <a:srgbClr val="C9CEF2"/>
                      </a:solidFill>
                      <a:prstDash val="solid"/>
                    </a:lnT>
                    <a:lnB w="7144">
                      <a:solidFill>
                        <a:srgbClr val="C9CEF2"/>
                      </a:solidFill>
                      <a:prstDash val="solid"/>
                    </a:lnB>
                    <a:solidFill>
                      <a:srgbClr val="1B1F3B"/>
                    </a:solidFill>
                  </a:tcPr>
                </a:tc>
                <a:tc>
                  <a:txBody>
                    <a:bodyPr/>
                    <a:lstStyle/>
                    <a:p>
                      <a:r>
                        <a:rPr sz="1700" b="1">
                          <a:solidFill>
                            <a:srgbClr val="FFFFFF"/>
                          </a:solidFill>
                          <a:latin typeface="Calibri"/>
                          <a:ea typeface="Calibri"/>
                          <a:cs typeface="Calibri"/>
                        </a:rPr>
                        <a:t>Blocked</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a:solidFill>
                        <a:srgbClr val="C9CEF2"/>
                      </a:solidFill>
                      <a:prstDash val="solid"/>
                    </a:lnT>
                    <a:lnB w="7144">
                      <a:solidFill>
                        <a:srgbClr val="C9CEF2"/>
                      </a:solidFill>
                      <a:prstDash val="solid"/>
                    </a:lnB>
                    <a:solidFill>
                      <a:srgbClr val="1B1F3B"/>
                    </a:solidFill>
                  </a:tcPr>
                </a:tc>
                <a:extLst>
                  <a:ext uri="{0D108BD9-81ED-4DB2-BD59-A6C34878D82A}">
                    <a16:rowId xmlns:a16="http://schemas.microsoft.com/office/drawing/2014/main" val="10000"/>
                  </a:ext>
                </a:extLst>
              </a:tr>
              <a:tr h="714375">
                <a:tc>
                  <a:txBody>
                    <a:bodyPr/>
                    <a:lstStyle/>
                    <a:p>
                      <a:r>
                        <a:rPr sz="1700" b="0">
                          <a:solidFill>
                            <a:srgbClr val="1B1F3B"/>
                          </a:solidFill>
                          <a:latin typeface="Calibri"/>
                          <a:ea typeface="Calibri"/>
                          <a:cs typeface="Calibri"/>
                        </a:rPr>
                        <a:t>20%</a:t>
                      </a:r>
                    </a:p>
                  </a:txBody>
                  <a:tcPr anchor="ctr">
                    <a:lnL w="7144">
                      <a:solidFill>
                        <a:srgbClr val="C9CEF2"/>
                      </a:solidFill>
                      <a:prstDash val="soli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FFFFFF"/>
                    </a:solidFill>
                  </a:tcPr>
                </a:tc>
                <a:tc>
                  <a:txBody>
                    <a:bodyPr/>
                    <a:lstStyle/>
                    <a:p>
                      <a:r>
                        <a:rPr sz="1700" b="0">
                          <a:solidFill>
                            <a:srgbClr val="1B1F3B"/>
                          </a:solidFill>
                          <a:latin typeface="Calibri"/>
                          <a:ea typeface="Calibri"/>
                          <a:cs typeface="Calibri"/>
                        </a:rPr>
                        <a:t>45%</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FFFFFF"/>
                    </a:solidFill>
                  </a:tcPr>
                </a:tc>
                <a:tc>
                  <a:txBody>
                    <a:bodyPr/>
                    <a:lstStyle/>
                    <a:p>
                      <a:r>
                        <a:rPr sz="1700" b="0">
                          <a:solidFill>
                            <a:srgbClr val="1B1F3B"/>
                          </a:solidFill>
                          <a:latin typeface="Calibri"/>
                          <a:ea typeface="Calibri"/>
                          <a:cs typeface="Calibri"/>
                        </a:rPr>
                        <a:t>35%</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FFFFFF"/>
                    </a:solidFill>
                  </a:tcPr>
                </a:tc>
                <a:extLst>
                  <a:ext uri="{0D108BD9-81ED-4DB2-BD59-A6C34878D82A}">
                    <a16:rowId xmlns:a16="http://schemas.microsoft.com/office/drawing/2014/main" val="10001"/>
                  </a:ext>
                </a:extLst>
              </a:tr>
            </a:tbl>
          </a:graphicData>
        </a:graphic>
      </p:graphicFrame>
      <p:sp>
        <p:nvSpPr>
          <p:cNvPr id="6" name="Rectangle 5">
            <a:extLst>
              <a:ext uri="{FF2B5EF4-FFF2-40B4-BE49-F238E27FC236}">
                <a16:creationId xmlns:a16="http://schemas.microsoft.com/office/drawing/2014/main" id="{F6C3A3A2-5CF2-4836-A14C-79C6357C01C3}"/>
              </a:ext>
            </a:extLst>
          </p:cNvPr>
          <p:cNvSpPr>
            <a:spLocks noGrp="1"/>
          </p:cNvSpPr>
          <p:nvPr/>
        </p:nvSpPr>
        <p:spPr>
          <a:xfrm>
            <a:off x="952500" y="3667125"/>
            <a:ext cx="4286251" cy="523875"/>
          </a:xfrm>
          <a:prstGeom prst="rect">
            <a:avLst/>
          </a:prstGeom>
          <a:noFill/>
          <a:ln w="0">
            <a:noFill/>
            <a:prstDash val="solid"/>
          </a:ln>
        </p:spPr>
        <p:txBody>
          <a:bodyPr wrap="square" lIns="0" tIns="0" rIns="0" bIns="0" anchor="ctr">
            <a:noAutofit/>
          </a:bodyPr>
          <a:lstStyle>
            <a:defPPr algn="l">
              <a:defRPr sz="1750" b="1">
                <a:solidFill>
                  <a:srgbClr val="1B1F3B"/>
                </a:solidFill>
                <a:latin typeface="Calibri"/>
                <a:ea typeface="Calibri"/>
                <a:cs typeface="Calibri"/>
              </a:defRPr>
            </a:defPPr>
            <a:lvl1pPr algn="l">
              <a:defRPr sz="1750" b="1">
                <a:solidFill>
                  <a:srgbClr val="1B1F3B"/>
                </a:solidFill>
                <a:latin typeface="Calibri"/>
                <a:ea typeface="Calibri"/>
                <a:cs typeface="Calibri"/>
              </a:defRPr>
            </a:lvl1pPr>
            <a:lvl2pPr algn="l">
              <a:defRPr sz="1750" b="1">
                <a:solidFill>
                  <a:srgbClr val="1B1F3B"/>
                </a:solidFill>
                <a:latin typeface="Calibri"/>
                <a:ea typeface="Calibri"/>
                <a:cs typeface="Calibri"/>
              </a:defRPr>
            </a:lvl2pPr>
            <a:lvl3pPr algn="l">
              <a:defRPr sz="1750" b="1">
                <a:solidFill>
                  <a:srgbClr val="1B1F3B"/>
                </a:solidFill>
                <a:latin typeface="Calibri"/>
                <a:ea typeface="Calibri"/>
                <a:cs typeface="Calibri"/>
              </a:defRPr>
            </a:lvl3pPr>
            <a:lvl4pPr algn="l">
              <a:defRPr sz="1750" b="1">
                <a:solidFill>
                  <a:srgbClr val="1B1F3B"/>
                </a:solidFill>
                <a:latin typeface="Calibri"/>
                <a:ea typeface="Calibri"/>
                <a:cs typeface="Calibri"/>
              </a:defRPr>
            </a:lvl4pPr>
            <a:lvl5pPr algn="l">
              <a:defRPr sz="1750" b="1">
                <a:solidFill>
                  <a:srgbClr val="1B1F3B"/>
                </a:solidFill>
                <a:latin typeface="Calibri"/>
                <a:ea typeface="Calibri"/>
                <a:cs typeface="Calibri"/>
              </a:defRPr>
            </a:lvl5pPr>
            <a:lvl6pPr algn="l">
              <a:defRPr sz="1750" b="1">
                <a:solidFill>
                  <a:srgbClr val="1B1F3B"/>
                </a:solidFill>
                <a:latin typeface="Calibri"/>
                <a:ea typeface="Calibri"/>
                <a:cs typeface="Calibri"/>
              </a:defRPr>
            </a:lvl6pPr>
            <a:lvl7pPr algn="l">
              <a:defRPr sz="1750" b="1">
                <a:solidFill>
                  <a:srgbClr val="1B1F3B"/>
                </a:solidFill>
                <a:latin typeface="Calibri"/>
                <a:ea typeface="Calibri"/>
                <a:cs typeface="Calibri"/>
              </a:defRPr>
            </a:lvl7pPr>
            <a:lvl8pPr algn="l">
              <a:defRPr sz="1750" b="1">
                <a:solidFill>
                  <a:srgbClr val="1B1F3B"/>
                </a:solidFill>
                <a:latin typeface="Calibri"/>
                <a:ea typeface="Calibri"/>
                <a:cs typeface="Calibri"/>
              </a:defRPr>
            </a:lvl8pPr>
            <a:lvl9pPr algn="l">
              <a:defRPr sz="1750" b="1">
                <a:solidFill>
                  <a:srgbClr val="1B1F3B"/>
                </a:solidFill>
                <a:latin typeface="Calibri"/>
                <a:ea typeface="Calibri"/>
                <a:cs typeface="Calibri"/>
              </a:defRPr>
            </a:lvl9pPr>
          </a:lstStyle>
          <a:p>
            <a:pPr defTabSz="1219170">
              <a:defRPr sz="1750" b="1">
                <a:solidFill>
                  <a:srgbClr val="1B1F3B"/>
                </a:solidFill>
                <a:latin typeface="Calibri"/>
                <a:ea typeface="Calibri"/>
                <a:cs typeface="Calibri"/>
              </a:defRPr>
            </a:pPr>
            <a:r>
              <a:rPr sz="2333"/>
              <a:t>Label rule</a:t>
            </a:r>
          </a:p>
        </p:txBody>
      </p:sp>
      <p:sp>
        <p:nvSpPr>
          <p:cNvPr id="7" name="Rectangle 6">
            <a:extLst>
              <a:ext uri="{FF2B5EF4-FFF2-40B4-BE49-F238E27FC236}">
                <a16:creationId xmlns:a16="http://schemas.microsoft.com/office/drawing/2014/main" id="{BC1A685A-60CD-44C4-8229-2C50AA01BB25}"/>
              </a:ext>
            </a:extLst>
          </p:cNvPr>
          <p:cNvSpPr>
            <a:spLocks noGrp="1"/>
          </p:cNvSpPr>
          <p:nvPr/>
        </p:nvSpPr>
        <p:spPr>
          <a:xfrm>
            <a:off x="952501" y="4286251"/>
            <a:ext cx="4762500" cy="1047749"/>
          </a:xfrm>
          <a:prstGeom prst="rect">
            <a:avLst/>
          </a:prstGeom>
          <a:noFill/>
          <a:ln w="0">
            <a:noFill/>
            <a:prstDash val="solid"/>
          </a:ln>
        </p:spPr>
        <p:txBody>
          <a:bodyPr wrap="square" lIns="0" tIns="0" rIns="0" bIns="0" anchor="ctr">
            <a:noAutofit/>
          </a:bodyPr>
          <a:lstStyle>
            <a:defPPr algn="l">
              <a:defRPr sz="1600" b="0">
                <a:solidFill>
                  <a:srgbClr val="1B1F3B"/>
                </a:solidFill>
                <a:latin typeface="Calibri"/>
                <a:ea typeface="Calibri"/>
                <a:cs typeface="Calibri"/>
              </a:defRPr>
            </a:defPPr>
            <a:lvl1pPr algn="l">
              <a:defRPr sz="1600" b="0">
                <a:solidFill>
                  <a:srgbClr val="1B1F3B"/>
                </a:solidFill>
                <a:latin typeface="Calibri"/>
                <a:ea typeface="Calibri"/>
                <a:cs typeface="Calibri"/>
              </a:defRPr>
            </a:lvl1pPr>
            <a:lvl2pPr algn="l">
              <a:defRPr sz="1600" b="0">
                <a:solidFill>
                  <a:srgbClr val="1B1F3B"/>
                </a:solidFill>
                <a:latin typeface="Calibri"/>
                <a:ea typeface="Calibri"/>
                <a:cs typeface="Calibri"/>
              </a:defRPr>
            </a:lvl2pPr>
            <a:lvl3pPr algn="l">
              <a:defRPr sz="1600" b="0">
                <a:solidFill>
                  <a:srgbClr val="1B1F3B"/>
                </a:solidFill>
                <a:latin typeface="Calibri"/>
                <a:ea typeface="Calibri"/>
                <a:cs typeface="Calibri"/>
              </a:defRPr>
            </a:lvl3pPr>
            <a:lvl4pPr algn="l">
              <a:defRPr sz="1600" b="0">
                <a:solidFill>
                  <a:srgbClr val="1B1F3B"/>
                </a:solidFill>
                <a:latin typeface="Calibri"/>
                <a:ea typeface="Calibri"/>
                <a:cs typeface="Calibri"/>
              </a:defRPr>
            </a:lvl4pPr>
            <a:lvl5pPr algn="l">
              <a:defRPr sz="1600" b="0">
                <a:solidFill>
                  <a:srgbClr val="1B1F3B"/>
                </a:solidFill>
                <a:latin typeface="Calibri"/>
                <a:ea typeface="Calibri"/>
                <a:cs typeface="Calibri"/>
              </a:defRPr>
            </a:lvl5pPr>
            <a:lvl6pPr algn="l">
              <a:defRPr sz="1600" b="0">
                <a:solidFill>
                  <a:srgbClr val="1B1F3B"/>
                </a:solidFill>
                <a:latin typeface="Calibri"/>
                <a:ea typeface="Calibri"/>
                <a:cs typeface="Calibri"/>
              </a:defRPr>
            </a:lvl6pPr>
            <a:lvl7pPr algn="l">
              <a:defRPr sz="1600" b="0">
                <a:solidFill>
                  <a:srgbClr val="1B1F3B"/>
                </a:solidFill>
                <a:latin typeface="Calibri"/>
                <a:ea typeface="Calibri"/>
                <a:cs typeface="Calibri"/>
              </a:defRPr>
            </a:lvl7pPr>
            <a:lvl8pPr algn="l">
              <a:defRPr sz="1600" b="0">
                <a:solidFill>
                  <a:srgbClr val="1B1F3B"/>
                </a:solidFill>
                <a:latin typeface="Calibri"/>
                <a:ea typeface="Calibri"/>
                <a:cs typeface="Calibri"/>
              </a:defRPr>
            </a:lvl8pPr>
            <a:lvl9pPr algn="l">
              <a:defRPr sz="1600" b="0">
                <a:solidFill>
                  <a:srgbClr val="1B1F3B"/>
                </a:solidFill>
                <a:latin typeface="Calibri"/>
                <a:ea typeface="Calibri"/>
                <a:cs typeface="Calibri"/>
              </a:defRPr>
            </a:lvl9pPr>
          </a:lstStyle>
          <a:p>
            <a:pPr defTabSz="1219170">
              <a:defRPr sz="1600" b="0">
                <a:solidFill>
                  <a:srgbClr val="1B1F3B"/>
                </a:solidFill>
                <a:latin typeface="Calibri"/>
                <a:ea typeface="Calibri"/>
                <a:cs typeface="Calibri"/>
              </a:defRPr>
            </a:pPr>
            <a:r>
              <a:rPr sz="2133"/>
              <a:t>Block only a “blocked” label</a:t>
            </a:r>
          </a:p>
          <a:p>
            <a:pPr defTabSz="1219170">
              <a:defRPr sz="1600" b="0">
                <a:solidFill>
                  <a:srgbClr val="1B1F3B"/>
                </a:solidFill>
                <a:latin typeface="Calibri"/>
                <a:ea typeface="Calibri"/>
                <a:cs typeface="Calibri"/>
              </a:defRPr>
            </a:pPr>
            <a:r>
              <a:rPr sz="2133"/>
              <a:t>This cell stays open.</a:t>
            </a:r>
          </a:p>
        </p:txBody>
      </p:sp>
      <p:sp>
        <p:nvSpPr>
          <p:cNvPr id="8" name="Rectangle 7">
            <a:extLst>
              <a:ext uri="{FF2B5EF4-FFF2-40B4-BE49-F238E27FC236}">
                <a16:creationId xmlns:a16="http://schemas.microsoft.com/office/drawing/2014/main" id="{C7CE716A-182E-4D0C-B1AD-00163D5153B1}"/>
              </a:ext>
            </a:extLst>
          </p:cNvPr>
          <p:cNvSpPr>
            <a:spLocks noGrp="1"/>
          </p:cNvSpPr>
          <p:nvPr/>
        </p:nvSpPr>
        <p:spPr>
          <a:xfrm>
            <a:off x="6858000" y="3667125"/>
            <a:ext cx="4476749" cy="523875"/>
          </a:xfrm>
          <a:prstGeom prst="rect">
            <a:avLst/>
          </a:prstGeom>
          <a:noFill/>
          <a:ln w="0">
            <a:noFill/>
            <a:prstDash val="solid"/>
          </a:ln>
        </p:spPr>
        <p:txBody>
          <a:bodyPr wrap="square" lIns="0" tIns="0" rIns="0" bIns="0" anchor="ctr">
            <a:noAutofit/>
          </a:bodyPr>
          <a:lstStyle>
            <a:defPPr algn="l">
              <a:defRPr sz="1750" b="1">
                <a:solidFill>
                  <a:srgbClr val="2D3A8C"/>
                </a:solidFill>
                <a:latin typeface="Calibri"/>
                <a:ea typeface="Calibri"/>
                <a:cs typeface="Calibri"/>
              </a:defRPr>
            </a:defPPr>
            <a:lvl1pPr algn="l">
              <a:defRPr sz="1750" b="1">
                <a:solidFill>
                  <a:srgbClr val="2D3A8C"/>
                </a:solidFill>
                <a:latin typeface="Calibri"/>
                <a:ea typeface="Calibri"/>
                <a:cs typeface="Calibri"/>
              </a:defRPr>
            </a:lvl1pPr>
            <a:lvl2pPr algn="l">
              <a:defRPr sz="1750" b="1">
                <a:solidFill>
                  <a:srgbClr val="2D3A8C"/>
                </a:solidFill>
                <a:latin typeface="Calibri"/>
                <a:ea typeface="Calibri"/>
                <a:cs typeface="Calibri"/>
              </a:defRPr>
            </a:lvl2pPr>
            <a:lvl3pPr algn="l">
              <a:defRPr sz="1750" b="1">
                <a:solidFill>
                  <a:srgbClr val="2D3A8C"/>
                </a:solidFill>
                <a:latin typeface="Calibri"/>
                <a:ea typeface="Calibri"/>
                <a:cs typeface="Calibri"/>
              </a:defRPr>
            </a:lvl3pPr>
            <a:lvl4pPr algn="l">
              <a:defRPr sz="1750" b="1">
                <a:solidFill>
                  <a:srgbClr val="2D3A8C"/>
                </a:solidFill>
                <a:latin typeface="Calibri"/>
                <a:ea typeface="Calibri"/>
                <a:cs typeface="Calibri"/>
              </a:defRPr>
            </a:lvl4pPr>
            <a:lvl5pPr algn="l">
              <a:defRPr sz="1750" b="1">
                <a:solidFill>
                  <a:srgbClr val="2D3A8C"/>
                </a:solidFill>
                <a:latin typeface="Calibri"/>
                <a:ea typeface="Calibri"/>
                <a:cs typeface="Calibri"/>
              </a:defRPr>
            </a:lvl5pPr>
            <a:lvl6pPr algn="l">
              <a:defRPr sz="1750" b="1">
                <a:solidFill>
                  <a:srgbClr val="2D3A8C"/>
                </a:solidFill>
                <a:latin typeface="Calibri"/>
                <a:ea typeface="Calibri"/>
                <a:cs typeface="Calibri"/>
              </a:defRPr>
            </a:lvl6pPr>
            <a:lvl7pPr algn="l">
              <a:defRPr sz="1750" b="1">
                <a:solidFill>
                  <a:srgbClr val="2D3A8C"/>
                </a:solidFill>
                <a:latin typeface="Calibri"/>
                <a:ea typeface="Calibri"/>
                <a:cs typeface="Calibri"/>
              </a:defRPr>
            </a:lvl7pPr>
            <a:lvl8pPr algn="l">
              <a:defRPr sz="1750" b="1">
                <a:solidFill>
                  <a:srgbClr val="2D3A8C"/>
                </a:solidFill>
                <a:latin typeface="Calibri"/>
                <a:ea typeface="Calibri"/>
                <a:cs typeface="Calibri"/>
              </a:defRPr>
            </a:lvl8pPr>
            <a:lvl9pPr algn="l">
              <a:defRPr sz="1750" b="1">
                <a:solidFill>
                  <a:srgbClr val="2D3A8C"/>
                </a:solidFill>
                <a:latin typeface="Calibri"/>
                <a:ea typeface="Calibri"/>
                <a:cs typeface="Calibri"/>
              </a:defRPr>
            </a:lvl9pPr>
          </a:lstStyle>
          <a:p>
            <a:pPr defTabSz="1219170">
              <a:defRPr sz="1750" b="1">
                <a:solidFill>
                  <a:srgbClr val="2D3A8C"/>
                </a:solidFill>
                <a:latin typeface="Calibri"/>
                <a:ea typeface="Calibri"/>
                <a:cs typeface="Calibri"/>
              </a:defRPr>
            </a:pPr>
            <a:r>
              <a:rPr sz="2333"/>
              <a:t>Probability rule</a:t>
            </a:r>
          </a:p>
        </p:txBody>
      </p:sp>
      <p:sp>
        <p:nvSpPr>
          <p:cNvPr id="9" name="Rectangle 8">
            <a:extLst>
              <a:ext uri="{FF2B5EF4-FFF2-40B4-BE49-F238E27FC236}">
                <a16:creationId xmlns:a16="http://schemas.microsoft.com/office/drawing/2014/main" id="{0042A06F-1D67-4C70-B1E6-1CBA6A8CF3EE}"/>
              </a:ext>
            </a:extLst>
          </p:cNvPr>
          <p:cNvSpPr>
            <a:spLocks noGrp="1"/>
          </p:cNvSpPr>
          <p:nvPr/>
        </p:nvSpPr>
        <p:spPr>
          <a:xfrm>
            <a:off x="6858000" y="4286251"/>
            <a:ext cx="4476749" cy="1047749"/>
          </a:xfrm>
          <a:prstGeom prst="rect">
            <a:avLst/>
          </a:prstGeom>
          <a:noFill/>
          <a:ln w="0">
            <a:noFill/>
            <a:prstDash val="solid"/>
          </a:ln>
        </p:spPr>
        <p:txBody>
          <a:bodyPr wrap="square" lIns="0" tIns="0" rIns="0" bIns="0" anchor="ctr">
            <a:noAutofit/>
          </a:bodyPr>
          <a:lstStyle>
            <a:defPPr algn="l">
              <a:defRPr sz="1600" b="0">
                <a:solidFill>
                  <a:srgbClr val="1B1F3B"/>
                </a:solidFill>
                <a:latin typeface="Calibri"/>
                <a:ea typeface="Calibri"/>
                <a:cs typeface="Calibri"/>
              </a:defRPr>
            </a:defPPr>
            <a:lvl1pPr algn="l">
              <a:defRPr sz="1600" b="0">
                <a:solidFill>
                  <a:srgbClr val="1B1F3B"/>
                </a:solidFill>
                <a:latin typeface="Calibri"/>
                <a:ea typeface="Calibri"/>
                <a:cs typeface="Calibri"/>
              </a:defRPr>
            </a:lvl1pPr>
            <a:lvl2pPr algn="l">
              <a:defRPr sz="1600" b="0">
                <a:solidFill>
                  <a:srgbClr val="1B1F3B"/>
                </a:solidFill>
                <a:latin typeface="Calibri"/>
                <a:ea typeface="Calibri"/>
                <a:cs typeface="Calibri"/>
              </a:defRPr>
            </a:lvl2pPr>
            <a:lvl3pPr algn="l">
              <a:defRPr sz="1600" b="0">
                <a:solidFill>
                  <a:srgbClr val="1B1F3B"/>
                </a:solidFill>
                <a:latin typeface="Calibri"/>
                <a:ea typeface="Calibri"/>
                <a:cs typeface="Calibri"/>
              </a:defRPr>
            </a:lvl3pPr>
            <a:lvl4pPr algn="l">
              <a:defRPr sz="1600" b="0">
                <a:solidFill>
                  <a:srgbClr val="1B1F3B"/>
                </a:solidFill>
                <a:latin typeface="Calibri"/>
                <a:ea typeface="Calibri"/>
                <a:cs typeface="Calibri"/>
              </a:defRPr>
            </a:lvl4pPr>
            <a:lvl5pPr algn="l">
              <a:defRPr sz="1600" b="0">
                <a:solidFill>
                  <a:srgbClr val="1B1F3B"/>
                </a:solidFill>
                <a:latin typeface="Calibri"/>
                <a:ea typeface="Calibri"/>
                <a:cs typeface="Calibri"/>
              </a:defRPr>
            </a:lvl5pPr>
            <a:lvl6pPr algn="l">
              <a:defRPr sz="1600" b="0">
                <a:solidFill>
                  <a:srgbClr val="1B1F3B"/>
                </a:solidFill>
                <a:latin typeface="Calibri"/>
                <a:ea typeface="Calibri"/>
                <a:cs typeface="Calibri"/>
              </a:defRPr>
            </a:lvl6pPr>
            <a:lvl7pPr algn="l">
              <a:defRPr sz="1600" b="0">
                <a:solidFill>
                  <a:srgbClr val="1B1F3B"/>
                </a:solidFill>
                <a:latin typeface="Calibri"/>
                <a:ea typeface="Calibri"/>
                <a:cs typeface="Calibri"/>
              </a:defRPr>
            </a:lvl7pPr>
            <a:lvl8pPr algn="l">
              <a:defRPr sz="1600" b="0">
                <a:solidFill>
                  <a:srgbClr val="1B1F3B"/>
                </a:solidFill>
                <a:latin typeface="Calibri"/>
                <a:ea typeface="Calibri"/>
                <a:cs typeface="Calibri"/>
              </a:defRPr>
            </a:lvl8pPr>
            <a:lvl9pPr algn="l">
              <a:defRPr sz="1600" b="0">
                <a:solidFill>
                  <a:srgbClr val="1B1F3B"/>
                </a:solidFill>
                <a:latin typeface="Calibri"/>
                <a:ea typeface="Calibri"/>
                <a:cs typeface="Calibri"/>
              </a:defRPr>
            </a:lvl9pPr>
          </a:lstStyle>
          <a:p>
            <a:pPr defTabSz="1219170">
              <a:defRPr sz="1600" b="0">
                <a:solidFill>
                  <a:srgbClr val="1B1F3B"/>
                </a:solidFill>
                <a:latin typeface="Calibri"/>
                <a:ea typeface="Calibri"/>
                <a:cs typeface="Calibri"/>
              </a:defRPr>
            </a:pPr>
            <a:r>
              <a:rPr sz="2133"/>
              <a:t>Block at 30% or above</a:t>
            </a:r>
          </a:p>
          <a:p>
            <a:pPr defTabSz="1219170">
              <a:defRPr sz="1600" b="0">
                <a:solidFill>
                  <a:srgbClr val="1B1F3B"/>
                </a:solidFill>
                <a:latin typeface="Calibri"/>
                <a:ea typeface="Calibri"/>
                <a:cs typeface="Calibri"/>
              </a:defRPr>
            </a:pPr>
            <a:r>
              <a:rPr sz="2133"/>
              <a:t>This cell is excluded.</a:t>
            </a:r>
          </a:p>
        </p:txBody>
      </p:sp>
      <p:sp>
        <p:nvSpPr>
          <p:cNvPr id="10" name="Rectangle 9">
            <a:extLst>
              <a:ext uri="{FF2B5EF4-FFF2-40B4-BE49-F238E27FC236}">
                <a16:creationId xmlns:a16="http://schemas.microsoft.com/office/drawing/2014/main" id="{054DD470-22AF-471A-85A3-031DB2EF34B5}"/>
              </a:ext>
            </a:extLst>
          </p:cNvPr>
          <p:cNvSpPr>
            <a:spLocks noGrp="1"/>
          </p:cNvSpPr>
          <p:nvPr/>
        </p:nvSpPr>
        <p:spPr>
          <a:xfrm>
            <a:off x="952500" y="5619749"/>
            <a:ext cx="10382251" cy="400051"/>
          </a:xfrm>
          <a:prstGeom prst="rect">
            <a:avLst/>
          </a:prstGeom>
          <a:noFill/>
          <a:ln w="0">
            <a:noFill/>
            <a:prstDash val="solid"/>
          </a:ln>
        </p:spPr>
        <p:txBody>
          <a:bodyPr wrap="square" lIns="0" tIns="0" rIns="0" bIns="0" anchor="ctr">
            <a:noAutofit/>
          </a:bodyPr>
          <a:lstStyle>
            <a:defPPr algn="l">
              <a:defRPr sz="1300" b="0">
                <a:solidFill>
                  <a:srgbClr val="4A4F6A"/>
                </a:solidFill>
                <a:latin typeface="Calibri"/>
                <a:ea typeface="Calibri"/>
                <a:cs typeface="Calibri"/>
              </a:defRPr>
            </a:defPPr>
            <a:lvl1pPr algn="l">
              <a:defRPr sz="1300" b="0">
                <a:solidFill>
                  <a:srgbClr val="4A4F6A"/>
                </a:solidFill>
                <a:latin typeface="Calibri"/>
                <a:ea typeface="Calibri"/>
                <a:cs typeface="Calibri"/>
              </a:defRPr>
            </a:lvl1pPr>
            <a:lvl2pPr algn="l">
              <a:defRPr sz="1300" b="0">
                <a:solidFill>
                  <a:srgbClr val="4A4F6A"/>
                </a:solidFill>
                <a:latin typeface="Calibri"/>
                <a:ea typeface="Calibri"/>
                <a:cs typeface="Calibri"/>
              </a:defRPr>
            </a:lvl2pPr>
            <a:lvl3pPr algn="l">
              <a:defRPr sz="1300" b="0">
                <a:solidFill>
                  <a:srgbClr val="4A4F6A"/>
                </a:solidFill>
                <a:latin typeface="Calibri"/>
                <a:ea typeface="Calibri"/>
                <a:cs typeface="Calibri"/>
              </a:defRPr>
            </a:lvl3pPr>
            <a:lvl4pPr algn="l">
              <a:defRPr sz="1300" b="0">
                <a:solidFill>
                  <a:srgbClr val="4A4F6A"/>
                </a:solidFill>
                <a:latin typeface="Calibri"/>
                <a:ea typeface="Calibri"/>
                <a:cs typeface="Calibri"/>
              </a:defRPr>
            </a:lvl4pPr>
            <a:lvl5pPr algn="l">
              <a:defRPr sz="1300" b="0">
                <a:solidFill>
                  <a:srgbClr val="4A4F6A"/>
                </a:solidFill>
                <a:latin typeface="Calibri"/>
                <a:ea typeface="Calibri"/>
                <a:cs typeface="Calibri"/>
              </a:defRPr>
            </a:lvl5pPr>
            <a:lvl6pPr algn="l">
              <a:defRPr sz="1300" b="0">
                <a:solidFill>
                  <a:srgbClr val="4A4F6A"/>
                </a:solidFill>
                <a:latin typeface="Calibri"/>
                <a:ea typeface="Calibri"/>
                <a:cs typeface="Calibri"/>
              </a:defRPr>
            </a:lvl6pPr>
            <a:lvl7pPr algn="l">
              <a:defRPr sz="1300" b="0">
                <a:solidFill>
                  <a:srgbClr val="4A4F6A"/>
                </a:solidFill>
                <a:latin typeface="Calibri"/>
                <a:ea typeface="Calibri"/>
                <a:cs typeface="Calibri"/>
              </a:defRPr>
            </a:lvl7pPr>
            <a:lvl8pPr algn="l">
              <a:defRPr sz="1300" b="0">
                <a:solidFill>
                  <a:srgbClr val="4A4F6A"/>
                </a:solidFill>
                <a:latin typeface="Calibri"/>
                <a:ea typeface="Calibri"/>
                <a:cs typeface="Calibri"/>
              </a:defRPr>
            </a:lvl8pPr>
            <a:lvl9pPr algn="l">
              <a:defRPr sz="1300" b="0">
                <a:solidFill>
                  <a:srgbClr val="4A4F6A"/>
                </a:solidFill>
                <a:latin typeface="Calibri"/>
                <a:ea typeface="Calibri"/>
                <a:cs typeface="Calibri"/>
              </a:defRPr>
            </a:lvl9pPr>
          </a:lstStyle>
          <a:p>
            <a:pPr defTabSz="1219170">
              <a:defRPr sz="1300" b="0">
                <a:solidFill>
                  <a:srgbClr val="4A4F6A"/>
                </a:solidFill>
                <a:latin typeface="Calibri"/>
                <a:ea typeface="Calibri"/>
                <a:cs typeface="Calibri"/>
              </a:defRPr>
            </a:pPr>
            <a:r>
              <a:rPr sz="1733"/>
              <a:t>p_blocked means the estimated chance of blockage.</a:t>
            </a:r>
          </a:p>
        </p:txBody>
      </p:sp>
    </p:spTree>
    <p:extLst>
      <p:ext uri="{BB962C8B-B14F-4D97-AF65-F5344CB8AC3E}">
        <p14:creationId xmlns:p14="http://schemas.microsoft.com/office/powerpoint/2010/main" val="192654069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 name="Rectangle 81"/>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sz="2400">
              <a:solidFill>
                <a:srgbClr val="FFFFFF"/>
              </a:solidFill>
              <a:latin typeface="Calibri"/>
            </a:endParaRPr>
          </a:p>
        </p:txBody>
      </p:sp>
      <p:sp>
        <p:nvSpPr>
          <p:cNvPr id="2" name="Rectangle 1">
            <a:extLst>
              <a:ext uri="{FF2B5EF4-FFF2-40B4-BE49-F238E27FC236}">
                <a16:creationId xmlns:a16="http://schemas.microsoft.com/office/drawing/2014/main" id="{241F3512-009D-4CF1-A4B4-3F0B683467A8}"/>
              </a:ext>
            </a:extLst>
          </p:cNvPr>
          <p:cNvSpPr>
            <a:spLocks noGrp="1"/>
          </p:cNvSpPr>
          <p:nvPr/>
        </p:nvSpPr>
        <p:spPr>
          <a:xfrm>
            <a:off x="731520" y="365760"/>
            <a:ext cx="10728960" cy="853440"/>
          </a:xfrm>
          <a:prstGeom prst="rect">
            <a:avLst/>
          </a:prstGeom>
          <a:noFill/>
          <a:ln w="0">
            <a:noFill/>
            <a:prstDash val="solid"/>
          </a:ln>
        </p:spPr>
        <p:txBody>
          <a:bodyPr wrap="square" lIns="0" tIns="0" rIns="0" bIns="0" anchor="ctr">
            <a:noAutofit/>
          </a:bodyPr>
          <a:lstStyle>
            <a:defPPr algn="l">
              <a:defRPr sz="2350" b="1">
                <a:solidFill>
                  <a:srgbClr val="1B1F3B"/>
                </a:solidFill>
                <a:latin typeface="Calibri"/>
                <a:ea typeface="Calibri"/>
                <a:cs typeface="Calibri"/>
              </a:defRPr>
            </a:defPPr>
            <a:lvl1pPr algn="l">
              <a:defRPr sz="2350" b="1">
                <a:solidFill>
                  <a:srgbClr val="1B1F3B"/>
                </a:solidFill>
                <a:latin typeface="Calibri"/>
                <a:ea typeface="Calibri"/>
                <a:cs typeface="Calibri"/>
              </a:defRPr>
            </a:lvl1pPr>
            <a:lvl2pPr algn="l">
              <a:defRPr sz="2350" b="1">
                <a:solidFill>
                  <a:srgbClr val="1B1F3B"/>
                </a:solidFill>
                <a:latin typeface="Calibri"/>
                <a:ea typeface="Calibri"/>
                <a:cs typeface="Calibri"/>
              </a:defRPr>
            </a:lvl2pPr>
            <a:lvl3pPr algn="l">
              <a:defRPr sz="2350" b="1">
                <a:solidFill>
                  <a:srgbClr val="1B1F3B"/>
                </a:solidFill>
                <a:latin typeface="Calibri"/>
                <a:ea typeface="Calibri"/>
                <a:cs typeface="Calibri"/>
              </a:defRPr>
            </a:lvl3pPr>
            <a:lvl4pPr algn="l">
              <a:defRPr sz="2350" b="1">
                <a:solidFill>
                  <a:srgbClr val="1B1F3B"/>
                </a:solidFill>
                <a:latin typeface="Calibri"/>
                <a:ea typeface="Calibri"/>
                <a:cs typeface="Calibri"/>
              </a:defRPr>
            </a:lvl4pPr>
            <a:lvl5pPr algn="l">
              <a:defRPr sz="2350" b="1">
                <a:solidFill>
                  <a:srgbClr val="1B1F3B"/>
                </a:solidFill>
                <a:latin typeface="Calibri"/>
                <a:ea typeface="Calibri"/>
                <a:cs typeface="Calibri"/>
              </a:defRPr>
            </a:lvl5pPr>
            <a:lvl6pPr algn="l">
              <a:defRPr sz="2350" b="1">
                <a:solidFill>
                  <a:srgbClr val="1B1F3B"/>
                </a:solidFill>
                <a:latin typeface="Calibri"/>
                <a:ea typeface="Calibri"/>
                <a:cs typeface="Calibri"/>
              </a:defRPr>
            </a:lvl6pPr>
            <a:lvl7pPr algn="l">
              <a:defRPr sz="2350" b="1">
                <a:solidFill>
                  <a:srgbClr val="1B1F3B"/>
                </a:solidFill>
                <a:latin typeface="Calibri"/>
                <a:ea typeface="Calibri"/>
                <a:cs typeface="Calibri"/>
              </a:defRPr>
            </a:lvl7pPr>
            <a:lvl8pPr algn="l">
              <a:defRPr sz="2350" b="1">
                <a:solidFill>
                  <a:srgbClr val="1B1F3B"/>
                </a:solidFill>
                <a:latin typeface="Calibri"/>
                <a:ea typeface="Calibri"/>
                <a:cs typeface="Calibri"/>
              </a:defRPr>
            </a:lvl8pPr>
            <a:lvl9pPr algn="l">
              <a:defRPr sz="2350" b="1">
                <a:solidFill>
                  <a:srgbClr val="1B1F3B"/>
                </a:solidFill>
                <a:latin typeface="Calibri"/>
                <a:ea typeface="Calibri"/>
                <a:cs typeface="Calibri"/>
              </a:defRPr>
            </a:lvl9pPr>
          </a:lstStyle>
          <a:p>
            <a:pPr defTabSz="1219170">
              <a:defRPr sz="2350" b="1">
                <a:solidFill>
                  <a:srgbClr val="1B1F3B"/>
                </a:solidFill>
                <a:latin typeface="Calibri"/>
                <a:ea typeface="Calibri"/>
                <a:cs typeface="Calibri"/>
              </a:defRPr>
            </a:pPr>
            <a:r>
              <a:rPr sz="3733"/>
              <a:t>The threshold changes the route</a:t>
            </a:r>
          </a:p>
        </p:txBody>
      </p:sp>
      <p:sp>
        <p:nvSpPr>
          <p:cNvPr id="3" name="Rectangle 2">
            <a:extLst>
              <a:ext uri="{FF2B5EF4-FFF2-40B4-BE49-F238E27FC236}">
                <a16:creationId xmlns:a16="http://schemas.microsoft.com/office/drawing/2014/main" id="{D7141093-2CF6-48A4-814E-0D2B62C6061E}"/>
              </a:ext>
            </a:extLst>
          </p:cNvPr>
          <p:cNvSpPr>
            <a:spLocks noGrp="1"/>
          </p:cNvSpPr>
          <p:nvPr/>
        </p:nvSpPr>
        <p:spPr>
          <a:xfrm>
            <a:off x="609601" y="6229350"/>
            <a:ext cx="9334500" cy="266700"/>
          </a:xfrm>
          <a:prstGeom prst="rect">
            <a:avLst/>
          </a:prstGeom>
          <a:noFill/>
          <a:ln w="0">
            <a:noFill/>
            <a:prstDash val="solid"/>
          </a:ln>
        </p:spPr>
        <p:txBody>
          <a:bodyPr wrap="square" lIns="0" tIns="0" rIns="0" bIns="0" anchor="ctr">
            <a:noAutofit/>
          </a:bodyPr>
          <a:lstStyle>
            <a:defPPr algn="l">
              <a:defRPr sz="950" b="0">
                <a:solidFill>
                  <a:srgbClr val="4A4F6A"/>
                </a:solidFill>
                <a:latin typeface="Calibri"/>
                <a:ea typeface="Calibri"/>
                <a:cs typeface="Calibri"/>
              </a:defRPr>
            </a:defPPr>
            <a:lvl1pPr algn="l">
              <a:defRPr sz="950" b="0">
                <a:solidFill>
                  <a:srgbClr val="4A4F6A"/>
                </a:solidFill>
                <a:latin typeface="Calibri"/>
                <a:ea typeface="Calibri"/>
                <a:cs typeface="Calibri"/>
              </a:defRPr>
            </a:lvl1pPr>
            <a:lvl2pPr algn="l">
              <a:defRPr sz="950" b="0">
                <a:solidFill>
                  <a:srgbClr val="4A4F6A"/>
                </a:solidFill>
                <a:latin typeface="Calibri"/>
                <a:ea typeface="Calibri"/>
                <a:cs typeface="Calibri"/>
              </a:defRPr>
            </a:lvl2pPr>
            <a:lvl3pPr algn="l">
              <a:defRPr sz="950" b="0">
                <a:solidFill>
                  <a:srgbClr val="4A4F6A"/>
                </a:solidFill>
                <a:latin typeface="Calibri"/>
                <a:ea typeface="Calibri"/>
                <a:cs typeface="Calibri"/>
              </a:defRPr>
            </a:lvl3pPr>
            <a:lvl4pPr algn="l">
              <a:defRPr sz="950" b="0">
                <a:solidFill>
                  <a:srgbClr val="4A4F6A"/>
                </a:solidFill>
                <a:latin typeface="Calibri"/>
                <a:ea typeface="Calibri"/>
                <a:cs typeface="Calibri"/>
              </a:defRPr>
            </a:lvl4pPr>
            <a:lvl5pPr algn="l">
              <a:defRPr sz="950" b="0">
                <a:solidFill>
                  <a:srgbClr val="4A4F6A"/>
                </a:solidFill>
                <a:latin typeface="Calibri"/>
                <a:ea typeface="Calibri"/>
                <a:cs typeface="Calibri"/>
              </a:defRPr>
            </a:lvl5pPr>
            <a:lvl6pPr algn="l">
              <a:defRPr sz="950" b="0">
                <a:solidFill>
                  <a:srgbClr val="4A4F6A"/>
                </a:solidFill>
                <a:latin typeface="Calibri"/>
                <a:ea typeface="Calibri"/>
                <a:cs typeface="Calibri"/>
              </a:defRPr>
            </a:lvl6pPr>
            <a:lvl7pPr algn="l">
              <a:defRPr sz="950" b="0">
                <a:solidFill>
                  <a:srgbClr val="4A4F6A"/>
                </a:solidFill>
                <a:latin typeface="Calibri"/>
                <a:ea typeface="Calibri"/>
                <a:cs typeface="Calibri"/>
              </a:defRPr>
            </a:lvl7pPr>
            <a:lvl8pPr algn="l">
              <a:defRPr sz="950" b="0">
                <a:solidFill>
                  <a:srgbClr val="4A4F6A"/>
                </a:solidFill>
                <a:latin typeface="Calibri"/>
                <a:ea typeface="Calibri"/>
                <a:cs typeface="Calibri"/>
              </a:defRPr>
            </a:lvl8pPr>
            <a:lvl9pPr algn="l">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5  Cost and blocking policy</a:t>
            </a:r>
          </a:p>
        </p:txBody>
      </p:sp>
      <p:sp>
        <p:nvSpPr>
          <p:cNvPr id="4" name="Rectangle 3">
            <a:extLst>
              <a:ext uri="{FF2B5EF4-FFF2-40B4-BE49-F238E27FC236}">
                <a16:creationId xmlns:a16="http://schemas.microsoft.com/office/drawing/2014/main" id="{FC154C89-17AA-4E92-BDFB-B82D17E6E47C}"/>
              </a:ext>
            </a:extLst>
          </p:cNvPr>
          <p:cNvSpPr>
            <a:spLocks noGrp="1"/>
          </p:cNvSpPr>
          <p:nvPr/>
        </p:nvSpPr>
        <p:spPr>
          <a:xfrm>
            <a:off x="10953750" y="6229350"/>
            <a:ext cx="619125" cy="266700"/>
          </a:xfrm>
          <a:prstGeom prst="rect">
            <a:avLst/>
          </a:prstGeom>
          <a:noFill/>
          <a:ln w="0">
            <a:noFill/>
            <a:prstDash val="solid"/>
          </a:ln>
        </p:spPr>
        <p:txBody>
          <a:bodyPr wrap="square" lIns="0" tIns="0" rIns="0" bIns="0" anchor="ctr">
            <a:noAutofit/>
          </a:bodyPr>
          <a:lstStyle>
            <a:defPPr algn="r">
              <a:defRPr sz="950" b="0">
                <a:solidFill>
                  <a:srgbClr val="4A4F6A"/>
                </a:solidFill>
                <a:latin typeface="Calibri"/>
                <a:ea typeface="Calibri"/>
                <a:cs typeface="Calibri"/>
              </a:defRPr>
            </a:defPPr>
            <a:lvl1pPr algn="r">
              <a:defRPr sz="950" b="0">
                <a:solidFill>
                  <a:srgbClr val="4A4F6A"/>
                </a:solidFill>
                <a:latin typeface="Calibri"/>
                <a:ea typeface="Calibri"/>
                <a:cs typeface="Calibri"/>
              </a:defRPr>
            </a:lvl1pPr>
            <a:lvl2pPr algn="r">
              <a:defRPr sz="950" b="0">
                <a:solidFill>
                  <a:srgbClr val="4A4F6A"/>
                </a:solidFill>
                <a:latin typeface="Calibri"/>
                <a:ea typeface="Calibri"/>
                <a:cs typeface="Calibri"/>
              </a:defRPr>
            </a:lvl2pPr>
            <a:lvl3pPr algn="r">
              <a:defRPr sz="950" b="0">
                <a:solidFill>
                  <a:srgbClr val="4A4F6A"/>
                </a:solidFill>
                <a:latin typeface="Calibri"/>
                <a:ea typeface="Calibri"/>
                <a:cs typeface="Calibri"/>
              </a:defRPr>
            </a:lvl3pPr>
            <a:lvl4pPr algn="r">
              <a:defRPr sz="950" b="0">
                <a:solidFill>
                  <a:srgbClr val="4A4F6A"/>
                </a:solidFill>
                <a:latin typeface="Calibri"/>
                <a:ea typeface="Calibri"/>
                <a:cs typeface="Calibri"/>
              </a:defRPr>
            </a:lvl4pPr>
            <a:lvl5pPr algn="r">
              <a:defRPr sz="950" b="0">
                <a:solidFill>
                  <a:srgbClr val="4A4F6A"/>
                </a:solidFill>
                <a:latin typeface="Calibri"/>
                <a:ea typeface="Calibri"/>
                <a:cs typeface="Calibri"/>
              </a:defRPr>
            </a:lvl5pPr>
            <a:lvl6pPr algn="r">
              <a:defRPr sz="950" b="0">
                <a:solidFill>
                  <a:srgbClr val="4A4F6A"/>
                </a:solidFill>
                <a:latin typeface="Calibri"/>
                <a:ea typeface="Calibri"/>
                <a:cs typeface="Calibri"/>
              </a:defRPr>
            </a:lvl6pPr>
            <a:lvl7pPr algn="r">
              <a:defRPr sz="950" b="0">
                <a:solidFill>
                  <a:srgbClr val="4A4F6A"/>
                </a:solidFill>
                <a:latin typeface="Calibri"/>
                <a:ea typeface="Calibri"/>
                <a:cs typeface="Calibri"/>
              </a:defRPr>
            </a:lvl7pPr>
            <a:lvl8pPr algn="r">
              <a:defRPr sz="950" b="0">
                <a:solidFill>
                  <a:srgbClr val="4A4F6A"/>
                </a:solidFill>
                <a:latin typeface="Calibri"/>
                <a:ea typeface="Calibri"/>
                <a:cs typeface="Calibri"/>
              </a:defRPr>
            </a:lvl8pPr>
            <a:lvl9pPr algn="r">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07</a:t>
            </a:r>
          </a:p>
        </p:txBody>
      </p:sp>
      <p:sp>
        <p:nvSpPr>
          <p:cNvPr id="5" name="Rectangle 4">
            <a:extLst>
              <a:ext uri="{FF2B5EF4-FFF2-40B4-BE49-F238E27FC236}">
                <a16:creationId xmlns:a16="http://schemas.microsoft.com/office/drawing/2014/main" id="{380C3CD6-126A-464B-8697-0D11B1FDF161}"/>
              </a:ext>
            </a:extLst>
          </p:cNvPr>
          <p:cNvSpPr>
            <a:spLocks noGrp="1"/>
          </p:cNvSpPr>
          <p:nvPr/>
        </p:nvSpPr>
        <p:spPr>
          <a:xfrm>
            <a:off x="857251" y="1524000"/>
            <a:ext cx="4762500" cy="523875"/>
          </a:xfrm>
          <a:prstGeom prst="rect">
            <a:avLst/>
          </a:prstGeom>
          <a:noFill/>
          <a:ln w="0">
            <a:noFill/>
            <a:prstDash val="solid"/>
          </a:ln>
        </p:spPr>
        <p:txBody>
          <a:bodyPr wrap="square" lIns="0" tIns="0" rIns="0" bIns="0" anchor="ctr">
            <a:noAutofit/>
          </a:bodyPr>
          <a:lstStyle>
            <a:defPPr algn="l">
              <a:defRPr sz="1750" b="1">
                <a:solidFill>
                  <a:srgbClr val="2D3A8C"/>
                </a:solidFill>
                <a:latin typeface="Calibri"/>
                <a:ea typeface="Calibri"/>
                <a:cs typeface="Calibri"/>
              </a:defRPr>
            </a:defPPr>
            <a:lvl1pPr algn="l">
              <a:defRPr sz="1750" b="1">
                <a:solidFill>
                  <a:srgbClr val="2D3A8C"/>
                </a:solidFill>
                <a:latin typeface="Calibri"/>
                <a:ea typeface="Calibri"/>
                <a:cs typeface="Calibri"/>
              </a:defRPr>
            </a:lvl1pPr>
            <a:lvl2pPr algn="l">
              <a:defRPr sz="1750" b="1">
                <a:solidFill>
                  <a:srgbClr val="2D3A8C"/>
                </a:solidFill>
                <a:latin typeface="Calibri"/>
                <a:ea typeface="Calibri"/>
                <a:cs typeface="Calibri"/>
              </a:defRPr>
            </a:lvl2pPr>
            <a:lvl3pPr algn="l">
              <a:defRPr sz="1750" b="1">
                <a:solidFill>
                  <a:srgbClr val="2D3A8C"/>
                </a:solidFill>
                <a:latin typeface="Calibri"/>
                <a:ea typeface="Calibri"/>
                <a:cs typeface="Calibri"/>
              </a:defRPr>
            </a:lvl3pPr>
            <a:lvl4pPr algn="l">
              <a:defRPr sz="1750" b="1">
                <a:solidFill>
                  <a:srgbClr val="2D3A8C"/>
                </a:solidFill>
                <a:latin typeface="Calibri"/>
                <a:ea typeface="Calibri"/>
                <a:cs typeface="Calibri"/>
              </a:defRPr>
            </a:lvl4pPr>
            <a:lvl5pPr algn="l">
              <a:defRPr sz="1750" b="1">
                <a:solidFill>
                  <a:srgbClr val="2D3A8C"/>
                </a:solidFill>
                <a:latin typeface="Calibri"/>
                <a:ea typeface="Calibri"/>
                <a:cs typeface="Calibri"/>
              </a:defRPr>
            </a:lvl5pPr>
            <a:lvl6pPr algn="l">
              <a:defRPr sz="1750" b="1">
                <a:solidFill>
                  <a:srgbClr val="2D3A8C"/>
                </a:solidFill>
                <a:latin typeface="Calibri"/>
                <a:ea typeface="Calibri"/>
                <a:cs typeface="Calibri"/>
              </a:defRPr>
            </a:lvl6pPr>
            <a:lvl7pPr algn="l">
              <a:defRPr sz="1750" b="1">
                <a:solidFill>
                  <a:srgbClr val="2D3A8C"/>
                </a:solidFill>
                <a:latin typeface="Calibri"/>
                <a:ea typeface="Calibri"/>
                <a:cs typeface="Calibri"/>
              </a:defRPr>
            </a:lvl7pPr>
            <a:lvl8pPr algn="l">
              <a:defRPr sz="1750" b="1">
                <a:solidFill>
                  <a:srgbClr val="2D3A8C"/>
                </a:solidFill>
                <a:latin typeface="Calibri"/>
                <a:ea typeface="Calibri"/>
                <a:cs typeface="Calibri"/>
              </a:defRPr>
            </a:lvl8pPr>
            <a:lvl9pPr algn="l">
              <a:defRPr sz="1750" b="1">
                <a:solidFill>
                  <a:srgbClr val="2D3A8C"/>
                </a:solidFill>
                <a:latin typeface="Calibri"/>
                <a:ea typeface="Calibri"/>
                <a:cs typeface="Calibri"/>
              </a:defRPr>
            </a:lvl9pPr>
          </a:lstStyle>
          <a:p>
            <a:pPr defTabSz="1219170">
              <a:defRPr sz="1750" b="1">
                <a:solidFill>
                  <a:srgbClr val="2D3A8C"/>
                </a:solidFill>
                <a:latin typeface="Calibri"/>
                <a:ea typeface="Calibri"/>
                <a:cs typeface="Calibri"/>
              </a:defRPr>
            </a:pPr>
            <a:r>
              <a:rPr sz="2333"/>
              <a:t>Threshold 50%</a:t>
            </a:r>
          </a:p>
        </p:txBody>
      </p:sp>
      <p:sp>
        <p:nvSpPr>
          <p:cNvPr id="6" name="Rectangle 5">
            <a:extLst>
              <a:ext uri="{FF2B5EF4-FFF2-40B4-BE49-F238E27FC236}">
                <a16:creationId xmlns:a16="http://schemas.microsoft.com/office/drawing/2014/main" id="{18C50D42-EFD7-4A5D-9E51-3C8E2BE9445F}"/>
              </a:ext>
            </a:extLst>
          </p:cNvPr>
          <p:cNvSpPr>
            <a:spLocks noGrp="1"/>
          </p:cNvSpPr>
          <p:nvPr/>
        </p:nvSpPr>
        <p:spPr>
          <a:xfrm>
            <a:off x="6762750" y="1524000"/>
            <a:ext cx="4762500" cy="523875"/>
          </a:xfrm>
          <a:prstGeom prst="rect">
            <a:avLst/>
          </a:prstGeom>
          <a:noFill/>
          <a:ln w="0">
            <a:noFill/>
            <a:prstDash val="solid"/>
          </a:ln>
        </p:spPr>
        <p:txBody>
          <a:bodyPr wrap="square" lIns="0" tIns="0" rIns="0" bIns="0" anchor="ctr">
            <a:noAutofit/>
          </a:bodyPr>
          <a:lstStyle>
            <a:defPPr algn="l">
              <a:defRPr sz="1750" b="1">
                <a:solidFill>
                  <a:srgbClr val="2D3A8C"/>
                </a:solidFill>
                <a:latin typeface="Calibri"/>
                <a:ea typeface="Calibri"/>
                <a:cs typeface="Calibri"/>
              </a:defRPr>
            </a:defPPr>
            <a:lvl1pPr algn="l">
              <a:defRPr sz="1750" b="1">
                <a:solidFill>
                  <a:srgbClr val="2D3A8C"/>
                </a:solidFill>
                <a:latin typeface="Calibri"/>
                <a:ea typeface="Calibri"/>
                <a:cs typeface="Calibri"/>
              </a:defRPr>
            </a:lvl1pPr>
            <a:lvl2pPr algn="l">
              <a:defRPr sz="1750" b="1">
                <a:solidFill>
                  <a:srgbClr val="2D3A8C"/>
                </a:solidFill>
                <a:latin typeface="Calibri"/>
                <a:ea typeface="Calibri"/>
                <a:cs typeface="Calibri"/>
              </a:defRPr>
            </a:lvl2pPr>
            <a:lvl3pPr algn="l">
              <a:defRPr sz="1750" b="1">
                <a:solidFill>
                  <a:srgbClr val="2D3A8C"/>
                </a:solidFill>
                <a:latin typeface="Calibri"/>
                <a:ea typeface="Calibri"/>
                <a:cs typeface="Calibri"/>
              </a:defRPr>
            </a:lvl3pPr>
            <a:lvl4pPr algn="l">
              <a:defRPr sz="1750" b="1">
                <a:solidFill>
                  <a:srgbClr val="2D3A8C"/>
                </a:solidFill>
                <a:latin typeface="Calibri"/>
                <a:ea typeface="Calibri"/>
                <a:cs typeface="Calibri"/>
              </a:defRPr>
            </a:lvl4pPr>
            <a:lvl5pPr algn="l">
              <a:defRPr sz="1750" b="1">
                <a:solidFill>
                  <a:srgbClr val="2D3A8C"/>
                </a:solidFill>
                <a:latin typeface="Calibri"/>
                <a:ea typeface="Calibri"/>
                <a:cs typeface="Calibri"/>
              </a:defRPr>
            </a:lvl5pPr>
            <a:lvl6pPr algn="l">
              <a:defRPr sz="1750" b="1">
                <a:solidFill>
                  <a:srgbClr val="2D3A8C"/>
                </a:solidFill>
                <a:latin typeface="Calibri"/>
                <a:ea typeface="Calibri"/>
                <a:cs typeface="Calibri"/>
              </a:defRPr>
            </a:lvl6pPr>
            <a:lvl7pPr algn="l">
              <a:defRPr sz="1750" b="1">
                <a:solidFill>
                  <a:srgbClr val="2D3A8C"/>
                </a:solidFill>
                <a:latin typeface="Calibri"/>
                <a:ea typeface="Calibri"/>
                <a:cs typeface="Calibri"/>
              </a:defRPr>
            </a:lvl7pPr>
            <a:lvl8pPr algn="l">
              <a:defRPr sz="1750" b="1">
                <a:solidFill>
                  <a:srgbClr val="2D3A8C"/>
                </a:solidFill>
                <a:latin typeface="Calibri"/>
                <a:ea typeface="Calibri"/>
                <a:cs typeface="Calibri"/>
              </a:defRPr>
            </a:lvl8pPr>
            <a:lvl9pPr algn="l">
              <a:defRPr sz="1750" b="1">
                <a:solidFill>
                  <a:srgbClr val="2D3A8C"/>
                </a:solidFill>
                <a:latin typeface="Calibri"/>
                <a:ea typeface="Calibri"/>
                <a:cs typeface="Calibri"/>
              </a:defRPr>
            </a:lvl9pPr>
          </a:lstStyle>
          <a:p>
            <a:pPr defTabSz="1219170">
              <a:defRPr sz="1750" b="1">
                <a:solidFill>
                  <a:srgbClr val="2D3A8C"/>
                </a:solidFill>
                <a:latin typeface="Calibri"/>
                <a:ea typeface="Calibri"/>
                <a:cs typeface="Calibri"/>
              </a:defRPr>
            </a:pPr>
            <a:r>
              <a:rPr sz="2333"/>
              <a:t>Threshold 30%</a:t>
            </a:r>
          </a:p>
        </p:txBody>
      </p:sp>
      <p:sp>
        <p:nvSpPr>
          <p:cNvPr id="7" name="Rectangle 6">
            <a:extLst>
              <a:ext uri="{FF2B5EF4-FFF2-40B4-BE49-F238E27FC236}">
                <a16:creationId xmlns:a16="http://schemas.microsoft.com/office/drawing/2014/main" id="{73317A26-88BC-42CA-9BCA-F5AF5C7096D0}"/>
              </a:ext>
            </a:extLst>
          </p:cNvPr>
          <p:cNvSpPr>
            <a:spLocks noGrp="1"/>
          </p:cNvSpPr>
          <p:nvPr/>
        </p:nvSpPr>
        <p:spPr>
          <a:xfrm>
            <a:off x="857252" y="2333626"/>
            <a:ext cx="809625" cy="809625"/>
          </a:xfrm>
          <a:prstGeom prst="rect">
            <a:avLst/>
          </a:prstGeom>
          <a:solidFill>
            <a:srgbClr val="DDDFED"/>
          </a:solidFill>
          <a:ln w="7144">
            <a:solidFill>
              <a:srgbClr val="FFFFFF"/>
            </a:solidFill>
            <a:prstDash val="solid"/>
          </a:ln>
        </p:spPr>
        <p:txBody>
          <a:bodyPr/>
          <a:lstStyle/>
          <a:p>
            <a:pPr defTabSz="1219170"/>
            <a:endParaRPr sz="2400">
              <a:solidFill>
                <a:srgbClr val="1B1F3B"/>
              </a:solidFill>
              <a:latin typeface="Calibri"/>
            </a:endParaRPr>
          </a:p>
        </p:txBody>
      </p:sp>
      <p:sp>
        <p:nvSpPr>
          <p:cNvPr id="8" name="Rectangle 7">
            <a:extLst>
              <a:ext uri="{FF2B5EF4-FFF2-40B4-BE49-F238E27FC236}">
                <a16:creationId xmlns:a16="http://schemas.microsoft.com/office/drawing/2014/main" id="{05BE413D-87F0-4A3A-B443-4BD175D388FD}"/>
              </a:ext>
            </a:extLst>
          </p:cNvPr>
          <p:cNvSpPr>
            <a:spLocks noGrp="1"/>
          </p:cNvSpPr>
          <p:nvPr/>
        </p:nvSpPr>
        <p:spPr>
          <a:xfrm>
            <a:off x="1695452" y="2333626"/>
            <a:ext cx="809625" cy="809625"/>
          </a:xfrm>
          <a:prstGeom prst="rect">
            <a:avLst/>
          </a:prstGeom>
          <a:solidFill>
            <a:srgbClr val="DDDFED"/>
          </a:solidFill>
          <a:ln w="7144">
            <a:solidFill>
              <a:srgbClr val="FFFFFF"/>
            </a:solidFill>
            <a:prstDash val="solid"/>
          </a:ln>
        </p:spPr>
        <p:txBody>
          <a:bodyPr/>
          <a:lstStyle/>
          <a:p>
            <a:pPr defTabSz="1219170"/>
            <a:endParaRPr sz="2400">
              <a:solidFill>
                <a:srgbClr val="1B1F3B"/>
              </a:solidFill>
              <a:latin typeface="Calibri"/>
            </a:endParaRPr>
          </a:p>
        </p:txBody>
      </p:sp>
      <p:sp>
        <p:nvSpPr>
          <p:cNvPr id="9" name="Rectangle 8">
            <a:extLst>
              <a:ext uri="{FF2B5EF4-FFF2-40B4-BE49-F238E27FC236}">
                <a16:creationId xmlns:a16="http://schemas.microsoft.com/office/drawing/2014/main" id="{648CB1CB-A98C-4394-8FBA-AFD068E24E58}"/>
              </a:ext>
            </a:extLst>
          </p:cNvPr>
          <p:cNvSpPr>
            <a:spLocks noGrp="1"/>
          </p:cNvSpPr>
          <p:nvPr/>
        </p:nvSpPr>
        <p:spPr>
          <a:xfrm>
            <a:off x="2533652" y="2333626"/>
            <a:ext cx="809625" cy="809625"/>
          </a:xfrm>
          <a:prstGeom prst="rect">
            <a:avLst/>
          </a:prstGeom>
          <a:solidFill>
            <a:srgbClr val="DDDFED"/>
          </a:solidFill>
          <a:ln w="7144">
            <a:solidFill>
              <a:srgbClr val="FFFFFF"/>
            </a:solidFill>
            <a:prstDash val="solid"/>
          </a:ln>
        </p:spPr>
        <p:txBody>
          <a:bodyPr/>
          <a:lstStyle/>
          <a:p>
            <a:pPr defTabSz="1219170"/>
            <a:endParaRPr sz="2400">
              <a:solidFill>
                <a:srgbClr val="1B1F3B"/>
              </a:solidFill>
              <a:latin typeface="Calibri"/>
            </a:endParaRPr>
          </a:p>
        </p:txBody>
      </p:sp>
      <p:sp>
        <p:nvSpPr>
          <p:cNvPr id="10" name="Rectangle 9">
            <a:extLst>
              <a:ext uri="{FF2B5EF4-FFF2-40B4-BE49-F238E27FC236}">
                <a16:creationId xmlns:a16="http://schemas.microsoft.com/office/drawing/2014/main" id="{C0C54A34-2559-4070-86FD-D3B0B7C161EB}"/>
              </a:ext>
            </a:extLst>
          </p:cNvPr>
          <p:cNvSpPr>
            <a:spLocks noGrp="1"/>
          </p:cNvSpPr>
          <p:nvPr/>
        </p:nvSpPr>
        <p:spPr>
          <a:xfrm>
            <a:off x="3371852" y="2333626"/>
            <a:ext cx="809625" cy="809625"/>
          </a:xfrm>
          <a:prstGeom prst="rect">
            <a:avLst/>
          </a:prstGeom>
          <a:solidFill>
            <a:srgbClr val="DDDFED"/>
          </a:solidFill>
          <a:ln w="7144">
            <a:solidFill>
              <a:srgbClr val="FFFFFF"/>
            </a:solidFill>
            <a:prstDash val="solid"/>
          </a:ln>
        </p:spPr>
        <p:txBody>
          <a:bodyPr/>
          <a:lstStyle/>
          <a:p>
            <a:pPr defTabSz="1219170"/>
            <a:endParaRPr sz="2400">
              <a:solidFill>
                <a:srgbClr val="1B1F3B"/>
              </a:solidFill>
              <a:latin typeface="Calibri"/>
            </a:endParaRPr>
          </a:p>
        </p:txBody>
      </p:sp>
      <p:sp>
        <p:nvSpPr>
          <p:cNvPr id="11" name="Rectangle 10">
            <a:extLst>
              <a:ext uri="{FF2B5EF4-FFF2-40B4-BE49-F238E27FC236}">
                <a16:creationId xmlns:a16="http://schemas.microsoft.com/office/drawing/2014/main" id="{12ECF519-BBA8-4EB6-BDD6-45D3B0A8249D}"/>
              </a:ext>
            </a:extLst>
          </p:cNvPr>
          <p:cNvSpPr>
            <a:spLocks noGrp="1"/>
          </p:cNvSpPr>
          <p:nvPr/>
        </p:nvSpPr>
        <p:spPr>
          <a:xfrm>
            <a:off x="4210052" y="2333626"/>
            <a:ext cx="809625" cy="809625"/>
          </a:xfrm>
          <a:prstGeom prst="rect">
            <a:avLst/>
          </a:prstGeom>
          <a:solidFill>
            <a:srgbClr val="DDDFED"/>
          </a:solidFill>
          <a:ln w="7144">
            <a:solidFill>
              <a:srgbClr val="FFFFFF"/>
            </a:solidFill>
            <a:prstDash val="solid"/>
          </a:ln>
        </p:spPr>
        <p:txBody>
          <a:bodyPr/>
          <a:lstStyle/>
          <a:p>
            <a:pPr defTabSz="1219170"/>
            <a:endParaRPr sz="2400">
              <a:solidFill>
                <a:srgbClr val="1B1F3B"/>
              </a:solidFill>
              <a:latin typeface="Calibri"/>
            </a:endParaRPr>
          </a:p>
        </p:txBody>
      </p:sp>
      <p:sp>
        <p:nvSpPr>
          <p:cNvPr id="12" name="Rectangle 11">
            <a:extLst>
              <a:ext uri="{FF2B5EF4-FFF2-40B4-BE49-F238E27FC236}">
                <a16:creationId xmlns:a16="http://schemas.microsoft.com/office/drawing/2014/main" id="{D58B9BC9-540E-4911-A99D-2177BEBFC709}"/>
              </a:ext>
            </a:extLst>
          </p:cNvPr>
          <p:cNvSpPr>
            <a:spLocks noGrp="1"/>
          </p:cNvSpPr>
          <p:nvPr/>
        </p:nvSpPr>
        <p:spPr>
          <a:xfrm>
            <a:off x="857252" y="3171826"/>
            <a:ext cx="809625" cy="809625"/>
          </a:xfrm>
          <a:prstGeom prst="rect">
            <a:avLst/>
          </a:prstGeom>
          <a:solidFill>
            <a:srgbClr val="DDDFED"/>
          </a:solidFill>
          <a:ln w="7144">
            <a:solidFill>
              <a:srgbClr val="FFFFFF"/>
            </a:solidFill>
            <a:prstDash val="solid"/>
          </a:ln>
        </p:spPr>
        <p:txBody>
          <a:bodyPr/>
          <a:lstStyle/>
          <a:p>
            <a:pPr defTabSz="1219170"/>
            <a:endParaRPr sz="2400">
              <a:solidFill>
                <a:srgbClr val="1B1F3B"/>
              </a:solidFill>
              <a:latin typeface="Calibri"/>
            </a:endParaRPr>
          </a:p>
        </p:txBody>
      </p:sp>
      <p:sp>
        <p:nvSpPr>
          <p:cNvPr id="13" name="Rectangle 12">
            <a:extLst>
              <a:ext uri="{FF2B5EF4-FFF2-40B4-BE49-F238E27FC236}">
                <a16:creationId xmlns:a16="http://schemas.microsoft.com/office/drawing/2014/main" id="{54A4F748-3B7D-41FD-9029-91A45E9655B2}"/>
              </a:ext>
            </a:extLst>
          </p:cNvPr>
          <p:cNvSpPr>
            <a:spLocks noGrp="1"/>
          </p:cNvSpPr>
          <p:nvPr/>
        </p:nvSpPr>
        <p:spPr>
          <a:xfrm>
            <a:off x="1695452" y="3171826"/>
            <a:ext cx="809625" cy="809625"/>
          </a:xfrm>
          <a:prstGeom prst="rect">
            <a:avLst/>
          </a:prstGeom>
          <a:solidFill>
            <a:srgbClr val="DDDFED"/>
          </a:solidFill>
          <a:ln w="7144">
            <a:solidFill>
              <a:srgbClr val="FFFFFF"/>
            </a:solidFill>
            <a:prstDash val="solid"/>
          </a:ln>
        </p:spPr>
        <p:txBody>
          <a:bodyPr/>
          <a:lstStyle/>
          <a:p>
            <a:pPr defTabSz="1219170"/>
            <a:endParaRPr sz="2400">
              <a:solidFill>
                <a:srgbClr val="1B1F3B"/>
              </a:solidFill>
              <a:latin typeface="Calibri"/>
            </a:endParaRPr>
          </a:p>
        </p:txBody>
      </p:sp>
      <p:sp>
        <p:nvSpPr>
          <p:cNvPr id="14" name="Rectangle 13">
            <a:extLst>
              <a:ext uri="{FF2B5EF4-FFF2-40B4-BE49-F238E27FC236}">
                <a16:creationId xmlns:a16="http://schemas.microsoft.com/office/drawing/2014/main" id="{3B0DADCB-C243-4F34-877D-A861BB19486A}"/>
              </a:ext>
            </a:extLst>
          </p:cNvPr>
          <p:cNvSpPr>
            <a:spLocks noGrp="1"/>
          </p:cNvSpPr>
          <p:nvPr/>
        </p:nvSpPr>
        <p:spPr>
          <a:xfrm>
            <a:off x="2533652" y="3171826"/>
            <a:ext cx="809625" cy="809625"/>
          </a:xfrm>
          <a:prstGeom prst="rect">
            <a:avLst/>
          </a:prstGeom>
          <a:solidFill>
            <a:srgbClr val="DDDFED"/>
          </a:solidFill>
          <a:ln w="7144">
            <a:solidFill>
              <a:srgbClr val="FFFFFF"/>
            </a:solidFill>
            <a:prstDash val="solid"/>
          </a:ln>
        </p:spPr>
        <p:txBody>
          <a:bodyPr/>
          <a:lstStyle/>
          <a:p>
            <a:pPr defTabSz="1219170"/>
            <a:endParaRPr sz="2400">
              <a:solidFill>
                <a:srgbClr val="1B1F3B"/>
              </a:solidFill>
              <a:latin typeface="Calibri"/>
            </a:endParaRPr>
          </a:p>
        </p:txBody>
      </p:sp>
      <p:sp>
        <p:nvSpPr>
          <p:cNvPr id="15" name="Rectangle 14">
            <a:extLst>
              <a:ext uri="{FF2B5EF4-FFF2-40B4-BE49-F238E27FC236}">
                <a16:creationId xmlns:a16="http://schemas.microsoft.com/office/drawing/2014/main" id="{274BB3E5-FC2C-4963-BB5B-25699E39A078}"/>
              </a:ext>
            </a:extLst>
          </p:cNvPr>
          <p:cNvSpPr>
            <a:spLocks noGrp="1"/>
          </p:cNvSpPr>
          <p:nvPr/>
        </p:nvSpPr>
        <p:spPr>
          <a:xfrm>
            <a:off x="3371852" y="3171826"/>
            <a:ext cx="809625" cy="809625"/>
          </a:xfrm>
          <a:prstGeom prst="rect">
            <a:avLst/>
          </a:prstGeom>
          <a:solidFill>
            <a:srgbClr val="DDDFED"/>
          </a:solidFill>
          <a:ln w="7144">
            <a:solidFill>
              <a:srgbClr val="FFFFFF"/>
            </a:solidFill>
            <a:prstDash val="solid"/>
          </a:ln>
        </p:spPr>
        <p:txBody>
          <a:bodyPr/>
          <a:lstStyle/>
          <a:p>
            <a:pPr defTabSz="1219170"/>
            <a:endParaRPr sz="2400">
              <a:solidFill>
                <a:srgbClr val="1B1F3B"/>
              </a:solidFill>
              <a:latin typeface="Calibri"/>
            </a:endParaRPr>
          </a:p>
        </p:txBody>
      </p:sp>
      <p:sp>
        <p:nvSpPr>
          <p:cNvPr id="16" name="Rectangle 15">
            <a:extLst>
              <a:ext uri="{FF2B5EF4-FFF2-40B4-BE49-F238E27FC236}">
                <a16:creationId xmlns:a16="http://schemas.microsoft.com/office/drawing/2014/main" id="{408DF301-67F0-4873-85C5-07C43E312F62}"/>
              </a:ext>
            </a:extLst>
          </p:cNvPr>
          <p:cNvSpPr>
            <a:spLocks noGrp="1"/>
          </p:cNvSpPr>
          <p:nvPr/>
        </p:nvSpPr>
        <p:spPr>
          <a:xfrm>
            <a:off x="4210052" y="3171826"/>
            <a:ext cx="809625" cy="809625"/>
          </a:xfrm>
          <a:prstGeom prst="rect">
            <a:avLst/>
          </a:prstGeom>
          <a:solidFill>
            <a:srgbClr val="DDDFED"/>
          </a:solidFill>
          <a:ln w="7144">
            <a:solidFill>
              <a:srgbClr val="FFFFFF"/>
            </a:solidFill>
            <a:prstDash val="solid"/>
          </a:ln>
        </p:spPr>
        <p:txBody>
          <a:bodyPr/>
          <a:lstStyle/>
          <a:p>
            <a:pPr defTabSz="1219170"/>
            <a:endParaRPr sz="2400">
              <a:solidFill>
                <a:srgbClr val="1B1F3B"/>
              </a:solidFill>
              <a:latin typeface="Calibri"/>
            </a:endParaRPr>
          </a:p>
        </p:txBody>
      </p:sp>
      <p:sp>
        <p:nvSpPr>
          <p:cNvPr id="17" name="Rectangle 16">
            <a:extLst>
              <a:ext uri="{FF2B5EF4-FFF2-40B4-BE49-F238E27FC236}">
                <a16:creationId xmlns:a16="http://schemas.microsoft.com/office/drawing/2014/main" id="{74DA0CC5-5BD5-4A0E-8DB4-8E750FF02F97}"/>
              </a:ext>
            </a:extLst>
          </p:cNvPr>
          <p:cNvSpPr>
            <a:spLocks noGrp="1"/>
          </p:cNvSpPr>
          <p:nvPr/>
        </p:nvSpPr>
        <p:spPr>
          <a:xfrm>
            <a:off x="857252" y="4010026"/>
            <a:ext cx="809625" cy="809625"/>
          </a:xfrm>
          <a:prstGeom prst="rect">
            <a:avLst/>
          </a:prstGeom>
          <a:solidFill>
            <a:srgbClr val="DDDFED"/>
          </a:solidFill>
          <a:ln w="7144">
            <a:solidFill>
              <a:srgbClr val="FFFFFF"/>
            </a:solidFill>
            <a:prstDash val="solid"/>
          </a:ln>
        </p:spPr>
        <p:txBody>
          <a:bodyPr/>
          <a:lstStyle/>
          <a:p>
            <a:pPr defTabSz="1219170"/>
            <a:endParaRPr sz="2400">
              <a:solidFill>
                <a:srgbClr val="1B1F3B"/>
              </a:solidFill>
              <a:latin typeface="Calibri"/>
            </a:endParaRPr>
          </a:p>
        </p:txBody>
      </p:sp>
      <p:sp>
        <p:nvSpPr>
          <p:cNvPr id="18" name="Rectangle 17">
            <a:extLst>
              <a:ext uri="{FF2B5EF4-FFF2-40B4-BE49-F238E27FC236}">
                <a16:creationId xmlns:a16="http://schemas.microsoft.com/office/drawing/2014/main" id="{1315AF51-F8DC-4B74-8398-83D33698B19B}"/>
              </a:ext>
            </a:extLst>
          </p:cNvPr>
          <p:cNvSpPr>
            <a:spLocks noGrp="1"/>
          </p:cNvSpPr>
          <p:nvPr/>
        </p:nvSpPr>
        <p:spPr>
          <a:xfrm>
            <a:off x="1695452" y="4010026"/>
            <a:ext cx="809625" cy="809625"/>
          </a:xfrm>
          <a:prstGeom prst="rect">
            <a:avLst/>
          </a:prstGeom>
          <a:solidFill>
            <a:srgbClr val="DDDFED"/>
          </a:solidFill>
          <a:ln w="7144">
            <a:solidFill>
              <a:srgbClr val="FFFFFF"/>
            </a:solidFill>
            <a:prstDash val="solid"/>
          </a:ln>
        </p:spPr>
        <p:txBody>
          <a:bodyPr/>
          <a:lstStyle/>
          <a:p>
            <a:pPr defTabSz="1219170"/>
            <a:endParaRPr sz="2400">
              <a:solidFill>
                <a:srgbClr val="1B1F3B"/>
              </a:solidFill>
              <a:latin typeface="Calibri"/>
            </a:endParaRPr>
          </a:p>
        </p:txBody>
      </p:sp>
      <p:sp>
        <p:nvSpPr>
          <p:cNvPr id="19" name="Rectangle 18">
            <a:extLst>
              <a:ext uri="{FF2B5EF4-FFF2-40B4-BE49-F238E27FC236}">
                <a16:creationId xmlns:a16="http://schemas.microsoft.com/office/drawing/2014/main" id="{F188A121-AC93-4A1F-B776-F0B3DF232E5B}"/>
              </a:ext>
            </a:extLst>
          </p:cNvPr>
          <p:cNvSpPr>
            <a:spLocks noGrp="1"/>
          </p:cNvSpPr>
          <p:nvPr/>
        </p:nvSpPr>
        <p:spPr>
          <a:xfrm>
            <a:off x="2533652" y="4010026"/>
            <a:ext cx="809625" cy="809625"/>
          </a:xfrm>
          <a:prstGeom prst="rect">
            <a:avLst/>
          </a:prstGeom>
          <a:solidFill>
            <a:srgbClr val="DDDFED"/>
          </a:solidFill>
          <a:ln w="7144">
            <a:solidFill>
              <a:srgbClr val="FFFFFF"/>
            </a:solidFill>
            <a:prstDash val="solid"/>
          </a:ln>
        </p:spPr>
        <p:txBody>
          <a:bodyPr/>
          <a:lstStyle/>
          <a:p>
            <a:pPr defTabSz="1219170"/>
            <a:endParaRPr sz="2400">
              <a:solidFill>
                <a:srgbClr val="1B1F3B"/>
              </a:solidFill>
              <a:latin typeface="Calibri"/>
            </a:endParaRPr>
          </a:p>
        </p:txBody>
      </p:sp>
      <p:sp>
        <p:nvSpPr>
          <p:cNvPr id="20" name="Rectangle 19">
            <a:extLst>
              <a:ext uri="{FF2B5EF4-FFF2-40B4-BE49-F238E27FC236}">
                <a16:creationId xmlns:a16="http://schemas.microsoft.com/office/drawing/2014/main" id="{1FC7E900-D6D2-422C-9E85-1E6AD092E6B3}"/>
              </a:ext>
            </a:extLst>
          </p:cNvPr>
          <p:cNvSpPr>
            <a:spLocks noGrp="1"/>
          </p:cNvSpPr>
          <p:nvPr/>
        </p:nvSpPr>
        <p:spPr>
          <a:xfrm>
            <a:off x="3371852" y="4010026"/>
            <a:ext cx="809625" cy="809625"/>
          </a:xfrm>
          <a:prstGeom prst="rect">
            <a:avLst/>
          </a:prstGeom>
          <a:solidFill>
            <a:srgbClr val="DDDFED"/>
          </a:solidFill>
          <a:ln w="7144">
            <a:solidFill>
              <a:srgbClr val="FFFFFF"/>
            </a:solidFill>
            <a:prstDash val="solid"/>
          </a:ln>
        </p:spPr>
        <p:txBody>
          <a:bodyPr/>
          <a:lstStyle/>
          <a:p>
            <a:pPr defTabSz="1219170"/>
            <a:endParaRPr sz="2400">
              <a:solidFill>
                <a:srgbClr val="1B1F3B"/>
              </a:solidFill>
              <a:latin typeface="Calibri"/>
            </a:endParaRPr>
          </a:p>
        </p:txBody>
      </p:sp>
      <p:sp>
        <p:nvSpPr>
          <p:cNvPr id="21" name="Rectangle 20">
            <a:extLst>
              <a:ext uri="{FF2B5EF4-FFF2-40B4-BE49-F238E27FC236}">
                <a16:creationId xmlns:a16="http://schemas.microsoft.com/office/drawing/2014/main" id="{9D2ECC05-65DB-4816-87D2-7AAA94A7E101}"/>
              </a:ext>
            </a:extLst>
          </p:cNvPr>
          <p:cNvSpPr>
            <a:spLocks noGrp="1"/>
          </p:cNvSpPr>
          <p:nvPr/>
        </p:nvSpPr>
        <p:spPr>
          <a:xfrm>
            <a:off x="4210052" y="4010026"/>
            <a:ext cx="809625" cy="809625"/>
          </a:xfrm>
          <a:prstGeom prst="rect">
            <a:avLst/>
          </a:prstGeom>
          <a:solidFill>
            <a:srgbClr val="DDDFED"/>
          </a:solidFill>
          <a:ln w="7144">
            <a:solidFill>
              <a:srgbClr val="FFFFFF"/>
            </a:solidFill>
            <a:prstDash val="solid"/>
          </a:ln>
        </p:spPr>
        <p:txBody>
          <a:bodyPr/>
          <a:lstStyle/>
          <a:p>
            <a:pPr defTabSz="1219170"/>
            <a:endParaRPr sz="2400">
              <a:solidFill>
                <a:srgbClr val="1B1F3B"/>
              </a:solidFill>
              <a:latin typeface="Calibri"/>
            </a:endParaRPr>
          </a:p>
        </p:txBody>
      </p:sp>
      <p:sp>
        <p:nvSpPr>
          <p:cNvPr id="22" name="Rectangle 21">
            <a:extLst>
              <a:ext uri="{FF2B5EF4-FFF2-40B4-BE49-F238E27FC236}">
                <a16:creationId xmlns:a16="http://schemas.microsoft.com/office/drawing/2014/main" id="{74CA39AA-CD95-43AA-B151-F8ABCA614C59}"/>
              </a:ext>
            </a:extLst>
          </p:cNvPr>
          <p:cNvSpPr>
            <a:spLocks noGrp="1"/>
          </p:cNvSpPr>
          <p:nvPr/>
        </p:nvSpPr>
        <p:spPr>
          <a:xfrm>
            <a:off x="1252539" y="3567113"/>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23" name="Rectangle 22">
            <a:extLst>
              <a:ext uri="{FF2B5EF4-FFF2-40B4-BE49-F238E27FC236}">
                <a16:creationId xmlns:a16="http://schemas.microsoft.com/office/drawing/2014/main" id="{52C24C48-9ADA-44D8-BE32-2858C458B1EC}"/>
              </a:ext>
            </a:extLst>
          </p:cNvPr>
          <p:cNvSpPr>
            <a:spLocks noGrp="1"/>
          </p:cNvSpPr>
          <p:nvPr/>
        </p:nvSpPr>
        <p:spPr>
          <a:xfrm>
            <a:off x="2090739" y="3567113"/>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24" name="Straight Arrow Connector 23">
            <a:extLst>
              <a:ext uri="{FF2B5EF4-FFF2-40B4-BE49-F238E27FC236}">
                <a16:creationId xmlns:a16="http://schemas.microsoft.com/office/drawing/2014/main" id="{F8611598-F369-4831-9B9F-FA7B39720D05}"/>
              </a:ext>
            </a:extLst>
          </p:cNvPr>
          <p:cNvCxnSpPr>
            <a:stCxn id="22" idx="3"/>
            <a:endCxn id="23" idx="1"/>
          </p:cNvCxnSpPr>
          <p:nvPr/>
        </p:nvCxnSpPr>
        <p:spPr>
          <a:xfrm>
            <a:off x="1271588" y="3576637"/>
            <a:ext cx="819149" cy="0"/>
          </a:xfrm>
          <a:prstGeom prst="straightConnector1">
            <a:avLst/>
          </a:prstGeom>
          <a:ln w="42862">
            <a:solidFill>
              <a:srgbClr val="2D3A8C"/>
            </a:solidFill>
            <a:prstDash val="solid"/>
          </a:ln>
        </p:spPr>
      </p:cxnSp>
      <p:sp>
        <p:nvSpPr>
          <p:cNvPr id="25" name="Rectangle 24">
            <a:extLst>
              <a:ext uri="{FF2B5EF4-FFF2-40B4-BE49-F238E27FC236}">
                <a16:creationId xmlns:a16="http://schemas.microsoft.com/office/drawing/2014/main" id="{350BC94E-8834-47C6-A119-AB67294851A7}"/>
              </a:ext>
            </a:extLst>
          </p:cNvPr>
          <p:cNvSpPr>
            <a:spLocks noGrp="1"/>
          </p:cNvSpPr>
          <p:nvPr/>
        </p:nvSpPr>
        <p:spPr>
          <a:xfrm>
            <a:off x="2090739" y="3567113"/>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26" name="Rectangle 25">
            <a:extLst>
              <a:ext uri="{FF2B5EF4-FFF2-40B4-BE49-F238E27FC236}">
                <a16:creationId xmlns:a16="http://schemas.microsoft.com/office/drawing/2014/main" id="{FA016966-86DB-4114-8E81-1936C862A872}"/>
              </a:ext>
            </a:extLst>
          </p:cNvPr>
          <p:cNvSpPr>
            <a:spLocks noGrp="1"/>
          </p:cNvSpPr>
          <p:nvPr/>
        </p:nvSpPr>
        <p:spPr>
          <a:xfrm>
            <a:off x="2928939" y="3567113"/>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27" name="Straight Arrow Connector 26">
            <a:extLst>
              <a:ext uri="{FF2B5EF4-FFF2-40B4-BE49-F238E27FC236}">
                <a16:creationId xmlns:a16="http://schemas.microsoft.com/office/drawing/2014/main" id="{B75819CE-8838-49B0-A108-3995C36BA041}"/>
              </a:ext>
            </a:extLst>
          </p:cNvPr>
          <p:cNvCxnSpPr>
            <a:stCxn id="25" idx="3"/>
            <a:endCxn id="26" idx="1"/>
          </p:cNvCxnSpPr>
          <p:nvPr/>
        </p:nvCxnSpPr>
        <p:spPr>
          <a:xfrm>
            <a:off x="2109788" y="3576637"/>
            <a:ext cx="819149" cy="0"/>
          </a:xfrm>
          <a:prstGeom prst="straightConnector1">
            <a:avLst/>
          </a:prstGeom>
          <a:ln w="42862">
            <a:solidFill>
              <a:srgbClr val="2D3A8C"/>
            </a:solidFill>
            <a:prstDash val="solid"/>
          </a:ln>
        </p:spPr>
      </p:cxnSp>
      <p:sp>
        <p:nvSpPr>
          <p:cNvPr id="28" name="Rectangle 27">
            <a:extLst>
              <a:ext uri="{FF2B5EF4-FFF2-40B4-BE49-F238E27FC236}">
                <a16:creationId xmlns:a16="http://schemas.microsoft.com/office/drawing/2014/main" id="{947B5DD3-1EFB-4B66-8221-93AFEC64458D}"/>
              </a:ext>
            </a:extLst>
          </p:cNvPr>
          <p:cNvSpPr>
            <a:spLocks noGrp="1"/>
          </p:cNvSpPr>
          <p:nvPr/>
        </p:nvSpPr>
        <p:spPr>
          <a:xfrm>
            <a:off x="2928939" y="3567113"/>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29" name="Rectangle 28">
            <a:extLst>
              <a:ext uri="{FF2B5EF4-FFF2-40B4-BE49-F238E27FC236}">
                <a16:creationId xmlns:a16="http://schemas.microsoft.com/office/drawing/2014/main" id="{68EE8B50-81D2-4C06-9E01-B7F6E9298401}"/>
              </a:ext>
            </a:extLst>
          </p:cNvPr>
          <p:cNvSpPr>
            <a:spLocks noGrp="1"/>
          </p:cNvSpPr>
          <p:nvPr/>
        </p:nvSpPr>
        <p:spPr>
          <a:xfrm>
            <a:off x="3767139" y="3567113"/>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30" name="Straight Arrow Connector 29">
            <a:extLst>
              <a:ext uri="{FF2B5EF4-FFF2-40B4-BE49-F238E27FC236}">
                <a16:creationId xmlns:a16="http://schemas.microsoft.com/office/drawing/2014/main" id="{8621D88C-E590-4129-BC80-9D7D446D3026}"/>
              </a:ext>
            </a:extLst>
          </p:cNvPr>
          <p:cNvCxnSpPr>
            <a:stCxn id="28" idx="3"/>
            <a:endCxn id="29" idx="1"/>
          </p:cNvCxnSpPr>
          <p:nvPr/>
        </p:nvCxnSpPr>
        <p:spPr>
          <a:xfrm>
            <a:off x="2947988" y="3576637"/>
            <a:ext cx="819149" cy="0"/>
          </a:xfrm>
          <a:prstGeom prst="straightConnector1">
            <a:avLst/>
          </a:prstGeom>
          <a:ln w="42862">
            <a:solidFill>
              <a:srgbClr val="2D3A8C"/>
            </a:solidFill>
            <a:prstDash val="solid"/>
          </a:ln>
        </p:spPr>
      </p:cxnSp>
      <p:sp>
        <p:nvSpPr>
          <p:cNvPr id="31" name="Rectangle 30">
            <a:extLst>
              <a:ext uri="{FF2B5EF4-FFF2-40B4-BE49-F238E27FC236}">
                <a16:creationId xmlns:a16="http://schemas.microsoft.com/office/drawing/2014/main" id="{7B915A9B-BD43-480E-B859-C9BAB0BBFA05}"/>
              </a:ext>
            </a:extLst>
          </p:cNvPr>
          <p:cNvSpPr>
            <a:spLocks noGrp="1"/>
          </p:cNvSpPr>
          <p:nvPr/>
        </p:nvSpPr>
        <p:spPr>
          <a:xfrm>
            <a:off x="3767139" y="3567113"/>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32" name="Rectangle 31">
            <a:extLst>
              <a:ext uri="{FF2B5EF4-FFF2-40B4-BE49-F238E27FC236}">
                <a16:creationId xmlns:a16="http://schemas.microsoft.com/office/drawing/2014/main" id="{EEF20CB7-95F0-4F00-B7A6-97785D7CF8DE}"/>
              </a:ext>
            </a:extLst>
          </p:cNvPr>
          <p:cNvSpPr>
            <a:spLocks noGrp="1"/>
          </p:cNvSpPr>
          <p:nvPr/>
        </p:nvSpPr>
        <p:spPr>
          <a:xfrm>
            <a:off x="4605339" y="3567113"/>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33" name="Straight Arrow Connector 32">
            <a:extLst>
              <a:ext uri="{FF2B5EF4-FFF2-40B4-BE49-F238E27FC236}">
                <a16:creationId xmlns:a16="http://schemas.microsoft.com/office/drawing/2014/main" id="{061BD267-9329-4F55-BE63-F58875688203}"/>
              </a:ext>
            </a:extLst>
          </p:cNvPr>
          <p:cNvCxnSpPr>
            <a:stCxn id="31" idx="3"/>
            <a:endCxn id="32" idx="1"/>
          </p:cNvCxnSpPr>
          <p:nvPr/>
        </p:nvCxnSpPr>
        <p:spPr>
          <a:xfrm>
            <a:off x="3786188" y="3576637"/>
            <a:ext cx="819149" cy="0"/>
          </a:xfrm>
          <a:prstGeom prst="straightConnector1">
            <a:avLst/>
          </a:prstGeom>
          <a:ln w="42862">
            <a:solidFill>
              <a:srgbClr val="2D3A8C"/>
            </a:solidFill>
            <a:prstDash val="solid"/>
          </a:ln>
        </p:spPr>
      </p:cxnSp>
      <p:sp>
        <p:nvSpPr>
          <p:cNvPr id="34" name="Rectangle 33">
            <a:extLst>
              <a:ext uri="{FF2B5EF4-FFF2-40B4-BE49-F238E27FC236}">
                <a16:creationId xmlns:a16="http://schemas.microsoft.com/office/drawing/2014/main" id="{8A22F172-13DC-46A4-9623-BC68CD7AAF6D}"/>
              </a:ext>
            </a:extLst>
          </p:cNvPr>
          <p:cNvSpPr>
            <a:spLocks noGrp="1"/>
          </p:cNvSpPr>
          <p:nvPr/>
        </p:nvSpPr>
        <p:spPr>
          <a:xfrm>
            <a:off x="2557463" y="3690939"/>
            <a:ext cx="762000" cy="323851"/>
          </a:xfrm>
          <a:prstGeom prst="rect">
            <a:avLst/>
          </a:prstGeom>
          <a:noFill/>
          <a:ln w="0">
            <a:noFill/>
            <a:prstDash val="solid"/>
          </a:ln>
        </p:spPr>
        <p:txBody>
          <a:bodyPr wrap="square" lIns="0" tIns="0" rIns="0" bIns="0" anchor="ctr">
            <a:noAutofit/>
          </a:bodyPr>
          <a:lstStyle>
            <a:defPPr algn="ctr">
              <a:defRPr sz="1200" b="1">
                <a:solidFill>
                  <a:srgbClr val="1B1F3B"/>
                </a:solidFill>
                <a:latin typeface="Calibri"/>
                <a:ea typeface="Calibri"/>
                <a:cs typeface="Calibri"/>
              </a:defRPr>
            </a:defPPr>
            <a:lvl1pPr algn="ctr">
              <a:defRPr sz="1200" b="1">
                <a:solidFill>
                  <a:srgbClr val="1B1F3B"/>
                </a:solidFill>
                <a:latin typeface="Calibri"/>
                <a:ea typeface="Calibri"/>
                <a:cs typeface="Calibri"/>
              </a:defRPr>
            </a:lvl1pPr>
            <a:lvl2pPr algn="ctr">
              <a:defRPr sz="1200" b="1">
                <a:solidFill>
                  <a:srgbClr val="1B1F3B"/>
                </a:solidFill>
                <a:latin typeface="Calibri"/>
                <a:ea typeface="Calibri"/>
                <a:cs typeface="Calibri"/>
              </a:defRPr>
            </a:lvl2pPr>
            <a:lvl3pPr algn="ctr">
              <a:defRPr sz="1200" b="1">
                <a:solidFill>
                  <a:srgbClr val="1B1F3B"/>
                </a:solidFill>
                <a:latin typeface="Calibri"/>
                <a:ea typeface="Calibri"/>
                <a:cs typeface="Calibri"/>
              </a:defRPr>
            </a:lvl3pPr>
            <a:lvl4pPr algn="ctr">
              <a:defRPr sz="1200" b="1">
                <a:solidFill>
                  <a:srgbClr val="1B1F3B"/>
                </a:solidFill>
                <a:latin typeface="Calibri"/>
                <a:ea typeface="Calibri"/>
                <a:cs typeface="Calibri"/>
              </a:defRPr>
            </a:lvl4pPr>
            <a:lvl5pPr algn="ctr">
              <a:defRPr sz="1200" b="1">
                <a:solidFill>
                  <a:srgbClr val="1B1F3B"/>
                </a:solidFill>
                <a:latin typeface="Calibri"/>
                <a:ea typeface="Calibri"/>
                <a:cs typeface="Calibri"/>
              </a:defRPr>
            </a:lvl5pPr>
            <a:lvl6pPr algn="ctr">
              <a:defRPr sz="1200" b="1">
                <a:solidFill>
                  <a:srgbClr val="1B1F3B"/>
                </a:solidFill>
                <a:latin typeface="Calibri"/>
                <a:ea typeface="Calibri"/>
                <a:cs typeface="Calibri"/>
              </a:defRPr>
            </a:lvl6pPr>
            <a:lvl7pPr algn="ctr">
              <a:defRPr sz="1200" b="1">
                <a:solidFill>
                  <a:srgbClr val="1B1F3B"/>
                </a:solidFill>
                <a:latin typeface="Calibri"/>
                <a:ea typeface="Calibri"/>
                <a:cs typeface="Calibri"/>
              </a:defRPr>
            </a:lvl7pPr>
            <a:lvl8pPr algn="ctr">
              <a:defRPr sz="1200" b="1">
                <a:solidFill>
                  <a:srgbClr val="1B1F3B"/>
                </a:solidFill>
                <a:latin typeface="Calibri"/>
                <a:ea typeface="Calibri"/>
                <a:cs typeface="Calibri"/>
              </a:defRPr>
            </a:lvl8pPr>
            <a:lvl9pPr algn="ctr">
              <a:defRPr sz="1200" b="1">
                <a:solidFill>
                  <a:srgbClr val="1B1F3B"/>
                </a:solidFill>
                <a:latin typeface="Calibri"/>
                <a:ea typeface="Calibri"/>
                <a:cs typeface="Calibri"/>
              </a:defRPr>
            </a:lvl9pPr>
          </a:lstStyle>
          <a:p>
            <a:pPr defTabSz="1219170">
              <a:defRPr sz="1200" b="1">
                <a:solidFill>
                  <a:srgbClr val="1B1F3B"/>
                </a:solidFill>
                <a:latin typeface="Calibri"/>
                <a:ea typeface="Calibri"/>
                <a:cs typeface="Calibri"/>
              </a:defRPr>
            </a:pPr>
            <a:r>
              <a:rPr sz="1600"/>
              <a:t>40%</a:t>
            </a:r>
          </a:p>
        </p:txBody>
      </p:sp>
      <p:sp>
        <p:nvSpPr>
          <p:cNvPr id="35" name="Rectangle 34">
            <a:extLst>
              <a:ext uri="{FF2B5EF4-FFF2-40B4-BE49-F238E27FC236}">
                <a16:creationId xmlns:a16="http://schemas.microsoft.com/office/drawing/2014/main" id="{BFBB156F-8F18-42A5-98A3-ACC825F9EFF1}"/>
              </a:ext>
            </a:extLst>
          </p:cNvPr>
          <p:cNvSpPr>
            <a:spLocks noGrp="1"/>
          </p:cNvSpPr>
          <p:nvPr/>
        </p:nvSpPr>
        <p:spPr>
          <a:xfrm>
            <a:off x="2557463" y="4033837"/>
            <a:ext cx="762000" cy="762000"/>
          </a:xfrm>
          <a:prstGeom prst="rect">
            <a:avLst/>
          </a:prstGeom>
          <a:noFill/>
          <a:ln w="28575">
            <a:solidFill>
              <a:srgbClr val="2D3A8C"/>
            </a:solidFill>
            <a:prstDash val="solid"/>
          </a:ln>
        </p:spPr>
        <p:txBody>
          <a:bodyPr/>
          <a:lstStyle/>
          <a:p>
            <a:pPr defTabSz="1219170"/>
            <a:endParaRPr sz="2400">
              <a:solidFill>
                <a:srgbClr val="1B1F3B"/>
              </a:solidFill>
              <a:latin typeface="Calibri"/>
            </a:endParaRPr>
          </a:p>
        </p:txBody>
      </p:sp>
      <p:sp>
        <p:nvSpPr>
          <p:cNvPr id="36" name="Rectangle 35">
            <a:extLst>
              <a:ext uri="{FF2B5EF4-FFF2-40B4-BE49-F238E27FC236}">
                <a16:creationId xmlns:a16="http://schemas.microsoft.com/office/drawing/2014/main" id="{DE9B910D-9C99-4CF6-B298-FF9963FEE6AD}"/>
              </a:ext>
            </a:extLst>
          </p:cNvPr>
          <p:cNvSpPr>
            <a:spLocks noGrp="1"/>
          </p:cNvSpPr>
          <p:nvPr/>
        </p:nvSpPr>
        <p:spPr>
          <a:xfrm>
            <a:off x="2728914" y="4071940"/>
            <a:ext cx="419100" cy="428625"/>
          </a:xfrm>
          <a:prstGeom prst="rect">
            <a:avLst/>
          </a:prstGeom>
          <a:noFill/>
          <a:ln w="0">
            <a:noFill/>
            <a:prstDash val="solid"/>
          </a:ln>
        </p:spPr>
        <p:txBody>
          <a:bodyPr wrap="square" lIns="0" tIns="0" rIns="0" bIns="0" anchor="ctr">
            <a:noAutofit/>
          </a:bodyPr>
          <a:lstStyle>
            <a:defPPr algn="ctr">
              <a:defRPr sz="1800" b="1">
                <a:solidFill>
                  <a:srgbClr val="2D3A8C"/>
                </a:solidFill>
                <a:latin typeface="Calibri"/>
                <a:ea typeface="Calibri"/>
                <a:cs typeface="Calibri"/>
              </a:defRPr>
            </a:defPPr>
            <a:lvl1pPr algn="ctr">
              <a:defRPr sz="1800" b="1">
                <a:solidFill>
                  <a:srgbClr val="2D3A8C"/>
                </a:solidFill>
                <a:latin typeface="Calibri"/>
                <a:ea typeface="Calibri"/>
                <a:cs typeface="Calibri"/>
              </a:defRPr>
            </a:lvl1pPr>
            <a:lvl2pPr algn="ctr">
              <a:defRPr sz="1800" b="1">
                <a:solidFill>
                  <a:srgbClr val="2D3A8C"/>
                </a:solidFill>
                <a:latin typeface="Calibri"/>
                <a:ea typeface="Calibri"/>
                <a:cs typeface="Calibri"/>
              </a:defRPr>
            </a:lvl2pPr>
            <a:lvl3pPr algn="ctr">
              <a:defRPr sz="1800" b="1">
                <a:solidFill>
                  <a:srgbClr val="2D3A8C"/>
                </a:solidFill>
                <a:latin typeface="Calibri"/>
                <a:ea typeface="Calibri"/>
                <a:cs typeface="Calibri"/>
              </a:defRPr>
            </a:lvl3pPr>
            <a:lvl4pPr algn="ctr">
              <a:defRPr sz="1800" b="1">
                <a:solidFill>
                  <a:srgbClr val="2D3A8C"/>
                </a:solidFill>
                <a:latin typeface="Calibri"/>
                <a:ea typeface="Calibri"/>
                <a:cs typeface="Calibri"/>
              </a:defRPr>
            </a:lvl4pPr>
            <a:lvl5pPr algn="ctr">
              <a:defRPr sz="1800" b="1">
                <a:solidFill>
                  <a:srgbClr val="2D3A8C"/>
                </a:solidFill>
                <a:latin typeface="Calibri"/>
                <a:ea typeface="Calibri"/>
                <a:cs typeface="Calibri"/>
              </a:defRPr>
            </a:lvl5pPr>
            <a:lvl6pPr algn="ctr">
              <a:defRPr sz="1800" b="1">
                <a:solidFill>
                  <a:srgbClr val="2D3A8C"/>
                </a:solidFill>
                <a:latin typeface="Calibri"/>
                <a:ea typeface="Calibri"/>
                <a:cs typeface="Calibri"/>
              </a:defRPr>
            </a:lvl6pPr>
            <a:lvl7pPr algn="ctr">
              <a:defRPr sz="1800" b="1">
                <a:solidFill>
                  <a:srgbClr val="2D3A8C"/>
                </a:solidFill>
                <a:latin typeface="Calibri"/>
                <a:ea typeface="Calibri"/>
                <a:cs typeface="Calibri"/>
              </a:defRPr>
            </a:lvl7pPr>
            <a:lvl8pPr algn="ctr">
              <a:defRPr sz="1800" b="1">
                <a:solidFill>
                  <a:srgbClr val="2D3A8C"/>
                </a:solidFill>
                <a:latin typeface="Calibri"/>
                <a:ea typeface="Calibri"/>
                <a:cs typeface="Calibri"/>
              </a:defRPr>
            </a:lvl8pPr>
            <a:lvl9pPr algn="ctr">
              <a:defRPr sz="1800" b="1">
                <a:solidFill>
                  <a:srgbClr val="2D3A8C"/>
                </a:solidFill>
                <a:latin typeface="Calibri"/>
                <a:ea typeface="Calibri"/>
                <a:cs typeface="Calibri"/>
              </a:defRPr>
            </a:lvl9pPr>
          </a:lstStyle>
          <a:p>
            <a:pPr defTabSz="1219170">
              <a:defRPr sz="1800" b="1">
                <a:solidFill>
                  <a:srgbClr val="2D3A8C"/>
                </a:solidFill>
                <a:latin typeface="Calibri"/>
                <a:ea typeface="Calibri"/>
                <a:cs typeface="Calibri"/>
              </a:defRPr>
            </a:pPr>
            <a:r>
              <a:rPr sz="2400"/>
              <a:t>×</a:t>
            </a:r>
          </a:p>
        </p:txBody>
      </p:sp>
      <p:sp>
        <p:nvSpPr>
          <p:cNvPr id="37" name="Rectangle 36">
            <a:extLst>
              <a:ext uri="{FF2B5EF4-FFF2-40B4-BE49-F238E27FC236}">
                <a16:creationId xmlns:a16="http://schemas.microsoft.com/office/drawing/2014/main" id="{242F7E51-ECD5-47FA-B63A-09F4D2932AA0}"/>
              </a:ext>
            </a:extLst>
          </p:cNvPr>
          <p:cNvSpPr>
            <a:spLocks noGrp="1"/>
          </p:cNvSpPr>
          <p:nvPr/>
        </p:nvSpPr>
        <p:spPr>
          <a:xfrm>
            <a:off x="2557463" y="4529139"/>
            <a:ext cx="762000" cy="323851"/>
          </a:xfrm>
          <a:prstGeom prst="rect">
            <a:avLst/>
          </a:prstGeom>
          <a:noFill/>
          <a:ln w="0">
            <a:noFill/>
            <a:prstDash val="solid"/>
          </a:ln>
        </p:spPr>
        <p:txBody>
          <a:bodyPr wrap="square" lIns="0" tIns="0" rIns="0" bIns="0" anchor="ctr">
            <a:noAutofit/>
          </a:bodyPr>
          <a:lstStyle>
            <a:defPPr algn="ctr">
              <a:defRPr sz="1200" b="1">
                <a:solidFill>
                  <a:srgbClr val="1B1F3B"/>
                </a:solidFill>
                <a:latin typeface="Calibri"/>
                <a:ea typeface="Calibri"/>
                <a:cs typeface="Calibri"/>
              </a:defRPr>
            </a:defPPr>
            <a:lvl1pPr algn="ctr">
              <a:defRPr sz="1200" b="1">
                <a:solidFill>
                  <a:srgbClr val="1B1F3B"/>
                </a:solidFill>
                <a:latin typeface="Calibri"/>
                <a:ea typeface="Calibri"/>
                <a:cs typeface="Calibri"/>
              </a:defRPr>
            </a:lvl1pPr>
            <a:lvl2pPr algn="ctr">
              <a:defRPr sz="1200" b="1">
                <a:solidFill>
                  <a:srgbClr val="1B1F3B"/>
                </a:solidFill>
                <a:latin typeface="Calibri"/>
                <a:ea typeface="Calibri"/>
                <a:cs typeface="Calibri"/>
              </a:defRPr>
            </a:lvl2pPr>
            <a:lvl3pPr algn="ctr">
              <a:defRPr sz="1200" b="1">
                <a:solidFill>
                  <a:srgbClr val="1B1F3B"/>
                </a:solidFill>
                <a:latin typeface="Calibri"/>
                <a:ea typeface="Calibri"/>
                <a:cs typeface="Calibri"/>
              </a:defRPr>
            </a:lvl3pPr>
            <a:lvl4pPr algn="ctr">
              <a:defRPr sz="1200" b="1">
                <a:solidFill>
                  <a:srgbClr val="1B1F3B"/>
                </a:solidFill>
                <a:latin typeface="Calibri"/>
                <a:ea typeface="Calibri"/>
                <a:cs typeface="Calibri"/>
              </a:defRPr>
            </a:lvl4pPr>
            <a:lvl5pPr algn="ctr">
              <a:defRPr sz="1200" b="1">
                <a:solidFill>
                  <a:srgbClr val="1B1F3B"/>
                </a:solidFill>
                <a:latin typeface="Calibri"/>
                <a:ea typeface="Calibri"/>
                <a:cs typeface="Calibri"/>
              </a:defRPr>
            </a:lvl5pPr>
            <a:lvl6pPr algn="ctr">
              <a:defRPr sz="1200" b="1">
                <a:solidFill>
                  <a:srgbClr val="1B1F3B"/>
                </a:solidFill>
                <a:latin typeface="Calibri"/>
                <a:ea typeface="Calibri"/>
                <a:cs typeface="Calibri"/>
              </a:defRPr>
            </a:lvl6pPr>
            <a:lvl7pPr algn="ctr">
              <a:defRPr sz="1200" b="1">
                <a:solidFill>
                  <a:srgbClr val="1B1F3B"/>
                </a:solidFill>
                <a:latin typeface="Calibri"/>
                <a:ea typeface="Calibri"/>
                <a:cs typeface="Calibri"/>
              </a:defRPr>
            </a:lvl7pPr>
            <a:lvl8pPr algn="ctr">
              <a:defRPr sz="1200" b="1">
                <a:solidFill>
                  <a:srgbClr val="1B1F3B"/>
                </a:solidFill>
                <a:latin typeface="Calibri"/>
                <a:ea typeface="Calibri"/>
                <a:cs typeface="Calibri"/>
              </a:defRPr>
            </a:lvl8pPr>
            <a:lvl9pPr algn="ctr">
              <a:defRPr sz="1200" b="1">
                <a:solidFill>
                  <a:srgbClr val="1B1F3B"/>
                </a:solidFill>
                <a:latin typeface="Calibri"/>
                <a:ea typeface="Calibri"/>
                <a:cs typeface="Calibri"/>
              </a:defRPr>
            </a:lvl9pPr>
          </a:lstStyle>
          <a:p>
            <a:pPr defTabSz="1219170">
              <a:defRPr sz="1200" b="1">
                <a:solidFill>
                  <a:srgbClr val="1B1F3B"/>
                </a:solidFill>
                <a:latin typeface="Calibri"/>
                <a:ea typeface="Calibri"/>
                <a:cs typeface="Calibri"/>
              </a:defRPr>
            </a:pPr>
            <a:r>
              <a:rPr sz="1600"/>
              <a:t>60%</a:t>
            </a:r>
          </a:p>
        </p:txBody>
      </p:sp>
      <p:sp>
        <p:nvSpPr>
          <p:cNvPr id="38" name="Oval 37">
            <a:extLst>
              <a:ext uri="{FF2B5EF4-FFF2-40B4-BE49-F238E27FC236}">
                <a16:creationId xmlns:a16="http://schemas.microsoft.com/office/drawing/2014/main" id="{B0FF520E-9DF2-418D-8EA3-2D10EDC68550}"/>
              </a:ext>
            </a:extLst>
          </p:cNvPr>
          <p:cNvSpPr>
            <a:spLocks noGrp="1"/>
          </p:cNvSpPr>
          <p:nvPr/>
        </p:nvSpPr>
        <p:spPr>
          <a:xfrm>
            <a:off x="1071563" y="3386139"/>
            <a:ext cx="381000" cy="381000"/>
          </a:xfrm>
          <a:prstGeom prst="ellipse">
            <a:avLst/>
          </a:prstGeom>
          <a:solidFill>
            <a:srgbClr val="2D3A8C"/>
          </a:solidFill>
          <a:ln w="21431">
            <a:solidFill>
              <a:srgbClr val="FFFFFF"/>
            </a:solidFill>
            <a:prstDash val="solid"/>
          </a:ln>
        </p:spPr>
        <p:txBody>
          <a:bodyPr/>
          <a:lstStyle/>
          <a:p>
            <a:pPr defTabSz="1219170"/>
            <a:endParaRPr sz="2400">
              <a:solidFill>
                <a:srgbClr val="1B1F3B"/>
              </a:solidFill>
              <a:latin typeface="Calibri"/>
            </a:endParaRPr>
          </a:p>
        </p:txBody>
      </p:sp>
      <p:sp>
        <p:nvSpPr>
          <p:cNvPr id="39" name="Rectangle 38">
            <a:extLst>
              <a:ext uri="{FF2B5EF4-FFF2-40B4-BE49-F238E27FC236}">
                <a16:creationId xmlns:a16="http://schemas.microsoft.com/office/drawing/2014/main" id="{1B232FF4-C418-4AAB-9DCD-F748BAE1D328}"/>
              </a:ext>
            </a:extLst>
          </p:cNvPr>
          <p:cNvSpPr>
            <a:spLocks noGrp="1"/>
          </p:cNvSpPr>
          <p:nvPr/>
        </p:nvSpPr>
        <p:spPr>
          <a:xfrm>
            <a:off x="1071563" y="3376613"/>
            <a:ext cx="381000" cy="381000"/>
          </a:xfrm>
          <a:prstGeom prst="rect">
            <a:avLst/>
          </a:prstGeom>
          <a:noFill/>
          <a:ln w="0">
            <a:noFill/>
            <a:prstDash val="solid"/>
          </a:ln>
        </p:spPr>
        <p:txBody>
          <a:bodyPr wrap="square" lIns="0" tIns="0" rIns="0" bIns="0" anchor="ctr">
            <a:noAutofit/>
          </a:bodyPr>
          <a:lstStyle>
            <a:defPPr algn="ctr">
              <a:defRPr sz="1300" b="1">
                <a:solidFill>
                  <a:srgbClr val="FFFFFF"/>
                </a:solidFill>
                <a:latin typeface="Calibri"/>
                <a:ea typeface="Calibri"/>
                <a:cs typeface="Calibri"/>
              </a:defRPr>
            </a:defPPr>
            <a:lvl1pPr algn="ctr">
              <a:defRPr sz="1300" b="1">
                <a:solidFill>
                  <a:srgbClr val="FFFFFF"/>
                </a:solidFill>
                <a:latin typeface="Calibri"/>
                <a:ea typeface="Calibri"/>
                <a:cs typeface="Calibri"/>
              </a:defRPr>
            </a:lvl1pPr>
            <a:lvl2pPr algn="ctr">
              <a:defRPr sz="1300" b="1">
                <a:solidFill>
                  <a:srgbClr val="FFFFFF"/>
                </a:solidFill>
                <a:latin typeface="Calibri"/>
                <a:ea typeface="Calibri"/>
                <a:cs typeface="Calibri"/>
              </a:defRPr>
            </a:lvl2pPr>
            <a:lvl3pPr algn="ctr">
              <a:defRPr sz="1300" b="1">
                <a:solidFill>
                  <a:srgbClr val="FFFFFF"/>
                </a:solidFill>
                <a:latin typeface="Calibri"/>
                <a:ea typeface="Calibri"/>
                <a:cs typeface="Calibri"/>
              </a:defRPr>
            </a:lvl3pPr>
            <a:lvl4pPr algn="ctr">
              <a:defRPr sz="1300" b="1">
                <a:solidFill>
                  <a:srgbClr val="FFFFFF"/>
                </a:solidFill>
                <a:latin typeface="Calibri"/>
                <a:ea typeface="Calibri"/>
                <a:cs typeface="Calibri"/>
              </a:defRPr>
            </a:lvl4pPr>
            <a:lvl5pPr algn="ctr">
              <a:defRPr sz="1300" b="1">
                <a:solidFill>
                  <a:srgbClr val="FFFFFF"/>
                </a:solidFill>
                <a:latin typeface="Calibri"/>
                <a:ea typeface="Calibri"/>
                <a:cs typeface="Calibri"/>
              </a:defRPr>
            </a:lvl5pPr>
            <a:lvl6pPr algn="ctr">
              <a:defRPr sz="1300" b="1">
                <a:solidFill>
                  <a:srgbClr val="FFFFFF"/>
                </a:solidFill>
                <a:latin typeface="Calibri"/>
                <a:ea typeface="Calibri"/>
                <a:cs typeface="Calibri"/>
              </a:defRPr>
            </a:lvl6pPr>
            <a:lvl7pPr algn="ctr">
              <a:defRPr sz="1300" b="1">
                <a:solidFill>
                  <a:srgbClr val="FFFFFF"/>
                </a:solidFill>
                <a:latin typeface="Calibri"/>
                <a:ea typeface="Calibri"/>
                <a:cs typeface="Calibri"/>
              </a:defRPr>
            </a:lvl7pPr>
            <a:lvl8pPr algn="ctr">
              <a:defRPr sz="1300" b="1">
                <a:solidFill>
                  <a:srgbClr val="FFFFFF"/>
                </a:solidFill>
                <a:latin typeface="Calibri"/>
                <a:ea typeface="Calibri"/>
                <a:cs typeface="Calibri"/>
              </a:defRPr>
            </a:lvl8pPr>
            <a:lvl9pPr algn="ctr">
              <a:defRPr sz="1300" b="1">
                <a:solidFill>
                  <a:srgbClr val="FFFFFF"/>
                </a:solidFill>
                <a:latin typeface="Calibri"/>
                <a:ea typeface="Calibri"/>
                <a:cs typeface="Calibri"/>
              </a:defRPr>
            </a:lvl9pPr>
          </a:lstStyle>
          <a:p>
            <a:pPr defTabSz="1219170">
              <a:defRPr sz="1300" b="1">
                <a:solidFill>
                  <a:srgbClr val="FFFFFF"/>
                </a:solidFill>
                <a:latin typeface="Calibri"/>
                <a:ea typeface="Calibri"/>
                <a:cs typeface="Calibri"/>
              </a:defRPr>
            </a:pPr>
            <a:r>
              <a:rPr sz="1733"/>
              <a:t>S</a:t>
            </a:r>
          </a:p>
        </p:txBody>
      </p:sp>
      <p:sp>
        <p:nvSpPr>
          <p:cNvPr id="40" name="Oval 39">
            <a:extLst>
              <a:ext uri="{FF2B5EF4-FFF2-40B4-BE49-F238E27FC236}">
                <a16:creationId xmlns:a16="http://schemas.microsoft.com/office/drawing/2014/main" id="{5BA9D52A-2860-4F67-B6BF-343C0B20591E}"/>
              </a:ext>
            </a:extLst>
          </p:cNvPr>
          <p:cNvSpPr>
            <a:spLocks noGrp="1"/>
          </p:cNvSpPr>
          <p:nvPr/>
        </p:nvSpPr>
        <p:spPr>
          <a:xfrm>
            <a:off x="4424363" y="3386139"/>
            <a:ext cx="381000" cy="381000"/>
          </a:xfrm>
          <a:prstGeom prst="ellipse">
            <a:avLst/>
          </a:prstGeom>
          <a:solidFill>
            <a:srgbClr val="1B1F3B"/>
          </a:solidFill>
          <a:ln w="21431">
            <a:solidFill>
              <a:srgbClr val="FFFFFF"/>
            </a:solidFill>
            <a:prstDash val="solid"/>
          </a:ln>
        </p:spPr>
        <p:txBody>
          <a:bodyPr/>
          <a:lstStyle/>
          <a:p>
            <a:pPr defTabSz="1219170"/>
            <a:endParaRPr sz="2400">
              <a:solidFill>
                <a:srgbClr val="1B1F3B"/>
              </a:solidFill>
              <a:latin typeface="Calibri"/>
            </a:endParaRPr>
          </a:p>
        </p:txBody>
      </p:sp>
      <p:sp>
        <p:nvSpPr>
          <p:cNvPr id="41" name="Rectangle 40">
            <a:extLst>
              <a:ext uri="{FF2B5EF4-FFF2-40B4-BE49-F238E27FC236}">
                <a16:creationId xmlns:a16="http://schemas.microsoft.com/office/drawing/2014/main" id="{8511BFCE-D723-4E94-B940-B0E523099173}"/>
              </a:ext>
            </a:extLst>
          </p:cNvPr>
          <p:cNvSpPr>
            <a:spLocks noGrp="1"/>
          </p:cNvSpPr>
          <p:nvPr/>
        </p:nvSpPr>
        <p:spPr>
          <a:xfrm>
            <a:off x="4424363" y="3376613"/>
            <a:ext cx="381000" cy="381000"/>
          </a:xfrm>
          <a:prstGeom prst="rect">
            <a:avLst/>
          </a:prstGeom>
          <a:noFill/>
          <a:ln w="0">
            <a:noFill/>
            <a:prstDash val="solid"/>
          </a:ln>
        </p:spPr>
        <p:txBody>
          <a:bodyPr wrap="square" lIns="0" tIns="0" rIns="0" bIns="0" anchor="ctr">
            <a:noAutofit/>
          </a:bodyPr>
          <a:lstStyle>
            <a:defPPr algn="ctr">
              <a:defRPr sz="1300" b="1">
                <a:solidFill>
                  <a:srgbClr val="FFFFFF"/>
                </a:solidFill>
                <a:latin typeface="Calibri"/>
                <a:ea typeface="Calibri"/>
                <a:cs typeface="Calibri"/>
              </a:defRPr>
            </a:defPPr>
            <a:lvl1pPr algn="ctr">
              <a:defRPr sz="1300" b="1">
                <a:solidFill>
                  <a:srgbClr val="FFFFFF"/>
                </a:solidFill>
                <a:latin typeface="Calibri"/>
                <a:ea typeface="Calibri"/>
                <a:cs typeface="Calibri"/>
              </a:defRPr>
            </a:lvl1pPr>
            <a:lvl2pPr algn="ctr">
              <a:defRPr sz="1300" b="1">
                <a:solidFill>
                  <a:srgbClr val="FFFFFF"/>
                </a:solidFill>
                <a:latin typeface="Calibri"/>
                <a:ea typeface="Calibri"/>
                <a:cs typeface="Calibri"/>
              </a:defRPr>
            </a:lvl2pPr>
            <a:lvl3pPr algn="ctr">
              <a:defRPr sz="1300" b="1">
                <a:solidFill>
                  <a:srgbClr val="FFFFFF"/>
                </a:solidFill>
                <a:latin typeface="Calibri"/>
                <a:ea typeface="Calibri"/>
                <a:cs typeface="Calibri"/>
              </a:defRPr>
            </a:lvl3pPr>
            <a:lvl4pPr algn="ctr">
              <a:defRPr sz="1300" b="1">
                <a:solidFill>
                  <a:srgbClr val="FFFFFF"/>
                </a:solidFill>
                <a:latin typeface="Calibri"/>
                <a:ea typeface="Calibri"/>
                <a:cs typeface="Calibri"/>
              </a:defRPr>
            </a:lvl4pPr>
            <a:lvl5pPr algn="ctr">
              <a:defRPr sz="1300" b="1">
                <a:solidFill>
                  <a:srgbClr val="FFFFFF"/>
                </a:solidFill>
                <a:latin typeface="Calibri"/>
                <a:ea typeface="Calibri"/>
                <a:cs typeface="Calibri"/>
              </a:defRPr>
            </a:lvl5pPr>
            <a:lvl6pPr algn="ctr">
              <a:defRPr sz="1300" b="1">
                <a:solidFill>
                  <a:srgbClr val="FFFFFF"/>
                </a:solidFill>
                <a:latin typeface="Calibri"/>
                <a:ea typeface="Calibri"/>
                <a:cs typeface="Calibri"/>
              </a:defRPr>
            </a:lvl6pPr>
            <a:lvl7pPr algn="ctr">
              <a:defRPr sz="1300" b="1">
                <a:solidFill>
                  <a:srgbClr val="FFFFFF"/>
                </a:solidFill>
                <a:latin typeface="Calibri"/>
                <a:ea typeface="Calibri"/>
                <a:cs typeface="Calibri"/>
              </a:defRPr>
            </a:lvl7pPr>
            <a:lvl8pPr algn="ctr">
              <a:defRPr sz="1300" b="1">
                <a:solidFill>
                  <a:srgbClr val="FFFFFF"/>
                </a:solidFill>
                <a:latin typeface="Calibri"/>
                <a:ea typeface="Calibri"/>
                <a:cs typeface="Calibri"/>
              </a:defRPr>
            </a:lvl8pPr>
            <a:lvl9pPr algn="ctr">
              <a:defRPr sz="1300" b="1">
                <a:solidFill>
                  <a:srgbClr val="FFFFFF"/>
                </a:solidFill>
                <a:latin typeface="Calibri"/>
                <a:ea typeface="Calibri"/>
                <a:cs typeface="Calibri"/>
              </a:defRPr>
            </a:lvl9pPr>
          </a:lstStyle>
          <a:p>
            <a:pPr defTabSz="1219170">
              <a:defRPr sz="1300" b="1">
                <a:solidFill>
                  <a:srgbClr val="FFFFFF"/>
                </a:solidFill>
                <a:latin typeface="Calibri"/>
                <a:ea typeface="Calibri"/>
                <a:cs typeface="Calibri"/>
              </a:defRPr>
            </a:pPr>
            <a:r>
              <a:rPr sz="1733"/>
              <a:t>G</a:t>
            </a:r>
          </a:p>
        </p:txBody>
      </p:sp>
      <p:sp>
        <p:nvSpPr>
          <p:cNvPr id="42" name="Rectangle 41">
            <a:extLst>
              <a:ext uri="{FF2B5EF4-FFF2-40B4-BE49-F238E27FC236}">
                <a16:creationId xmlns:a16="http://schemas.microsoft.com/office/drawing/2014/main" id="{CA876D39-AEF2-495E-91A2-95406C81B776}"/>
              </a:ext>
            </a:extLst>
          </p:cNvPr>
          <p:cNvSpPr>
            <a:spLocks noGrp="1"/>
          </p:cNvSpPr>
          <p:nvPr/>
        </p:nvSpPr>
        <p:spPr>
          <a:xfrm>
            <a:off x="6762750" y="2333626"/>
            <a:ext cx="809625" cy="809625"/>
          </a:xfrm>
          <a:prstGeom prst="rect">
            <a:avLst/>
          </a:prstGeom>
          <a:solidFill>
            <a:srgbClr val="DDDFED"/>
          </a:solidFill>
          <a:ln w="7144">
            <a:solidFill>
              <a:srgbClr val="FFFFFF"/>
            </a:solidFill>
            <a:prstDash val="solid"/>
          </a:ln>
        </p:spPr>
        <p:txBody>
          <a:bodyPr/>
          <a:lstStyle/>
          <a:p>
            <a:pPr defTabSz="1219170"/>
            <a:endParaRPr sz="2400">
              <a:solidFill>
                <a:srgbClr val="1B1F3B"/>
              </a:solidFill>
              <a:latin typeface="Calibri"/>
            </a:endParaRPr>
          </a:p>
        </p:txBody>
      </p:sp>
      <p:sp>
        <p:nvSpPr>
          <p:cNvPr id="43" name="Rectangle 42">
            <a:extLst>
              <a:ext uri="{FF2B5EF4-FFF2-40B4-BE49-F238E27FC236}">
                <a16:creationId xmlns:a16="http://schemas.microsoft.com/office/drawing/2014/main" id="{DDE3EC16-0EB8-4A27-872E-D1779B121702}"/>
              </a:ext>
            </a:extLst>
          </p:cNvPr>
          <p:cNvSpPr>
            <a:spLocks noGrp="1"/>
          </p:cNvSpPr>
          <p:nvPr/>
        </p:nvSpPr>
        <p:spPr>
          <a:xfrm>
            <a:off x="7600950" y="2333626"/>
            <a:ext cx="809625" cy="809625"/>
          </a:xfrm>
          <a:prstGeom prst="rect">
            <a:avLst/>
          </a:prstGeom>
          <a:solidFill>
            <a:srgbClr val="DDDFED"/>
          </a:solidFill>
          <a:ln w="7144">
            <a:solidFill>
              <a:srgbClr val="FFFFFF"/>
            </a:solidFill>
            <a:prstDash val="solid"/>
          </a:ln>
        </p:spPr>
        <p:txBody>
          <a:bodyPr/>
          <a:lstStyle/>
          <a:p>
            <a:pPr defTabSz="1219170"/>
            <a:endParaRPr sz="2400">
              <a:solidFill>
                <a:srgbClr val="1B1F3B"/>
              </a:solidFill>
              <a:latin typeface="Calibri"/>
            </a:endParaRPr>
          </a:p>
        </p:txBody>
      </p:sp>
      <p:sp>
        <p:nvSpPr>
          <p:cNvPr id="44" name="Rectangle 43">
            <a:extLst>
              <a:ext uri="{FF2B5EF4-FFF2-40B4-BE49-F238E27FC236}">
                <a16:creationId xmlns:a16="http://schemas.microsoft.com/office/drawing/2014/main" id="{5F6FE2E3-EB99-4D59-A7FD-59D611E38FD3}"/>
              </a:ext>
            </a:extLst>
          </p:cNvPr>
          <p:cNvSpPr>
            <a:spLocks noGrp="1"/>
          </p:cNvSpPr>
          <p:nvPr/>
        </p:nvSpPr>
        <p:spPr>
          <a:xfrm>
            <a:off x="8439150" y="2333626"/>
            <a:ext cx="809625" cy="809625"/>
          </a:xfrm>
          <a:prstGeom prst="rect">
            <a:avLst/>
          </a:prstGeom>
          <a:solidFill>
            <a:srgbClr val="DDDFED"/>
          </a:solidFill>
          <a:ln w="7144">
            <a:solidFill>
              <a:srgbClr val="FFFFFF"/>
            </a:solidFill>
            <a:prstDash val="solid"/>
          </a:ln>
        </p:spPr>
        <p:txBody>
          <a:bodyPr/>
          <a:lstStyle/>
          <a:p>
            <a:pPr defTabSz="1219170"/>
            <a:endParaRPr sz="2400">
              <a:solidFill>
                <a:srgbClr val="1B1F3B"/>
              </a:solidFill>
              <a:latin typeface="Calibri"/>
            </a:endParaRPr>
          </a:p>
        </p:txBody>
      </p:sp>
      <p:sp>
        <p:nvSpPr>
          <p:cNvPr id="45" name="Rectangle 44">
            <a:extLst>
              <a:ext uri="{FF2B5EF4-FFF2-40B4-BE49-F238E27FC236}">
                <a16:creationId xmlns:a16="http://schemas.microsoft.com/office/drawing/2014/main" id="{4F1FA83D-55A7-4BAF-A2FA-1114A6F7D09B}"/>
              </a:ext>
            </a:extLst>
          </p:cNvPr>
          <p:cNvSpPr>
            <a:spLocks noGrp="1"/>
          </p:cNvSpPr>
          <p:nvPr/>
        </p:nvSpPr>
        <p:spPr>
          <a:xfrm>
            <a:off x="9277350" y="2333626"/>
            <a:ext cx="809625" cy="809625"/>
          </a:xfrm>
          <a:prstGeom prst="rect">
            <a:avLst/>
          </a:prstGeom>
          <a:solidFill>
            <a:srgbClr val="DDDFED"/>
          </a:solidFill>
          <a:ln w="7144">
            <a:solidFill>
              <a:srgbClr val="FFFFFF"/>
            </a:solidFill>
            <a:prstDash val="solid"/>
          </a:ln>
        </p:spPr>
        <p:txBody>
          <a:bodyPr/>
          <a:lstStyle/>
          <a:p>
            <a:pPr defTabSz="1219170"/>
            <a:endParaRPr sz="2400">
              <a:solidFill>
                <a:srgbClr val="1B1F3B"/>
              </a:solidFill>
              <a:latin typeface="Calibri"/>
            </a:endParaRPr>
          </a:p>
        </p:txBody>
      </p:sp>
      <p:sp>
        <p:nvSpPr>
          <p:cNvPr id="46" name="Rectangle 45">
            <a:extLst>
              <a:ext uri="{FF2B5EF4-FFF2-40B4-BE49-F238E27FC236}">
                <a16:creationId xmlns:a16="http://schemas.microsoft.com/office/drawing/2014/main" id="{84DD40E0-E3F1-40CD-866C-546D7C117DE3}"/>
              </a:ext>
            </a:extLst>
          </p:cNvPr>
          <p:cNvSpPr>
            <a:spLocks noGrp="1"/>
          </p:cNvSpPr>
          <p:nvPr/>
        </p:nvSpPr>
        <p:spPr>
          <a:xfrm>
            <a:off x="10115550" y="2333626"/>
            <a:ext cx="809625" cy="809625"/>
          </a:xfrm>
          <a:prstGeom prst="rect">
            <a:avLst/>
          </a:prstGeom>
          <a:solidFill>
            <a:srgbClr val="DDDFED"/>
          </a:solidFill>
          <a:ln w="7144">
            <a:solidFill>
              <a:srgbClr val="FFFFFF"/>
            </a:solidFill>
            <a:prstDash val="solid"/>
          </a:ln>
        </p:spPr>
        <p:txBody>
          <a:bodyPr/>
          <a:lstStyle/>
          <a:p>
            <a:pPr defTabSz="1219170"/>
            <a:endParaRPr sz="2400">
              <a:solidFill>
                <a:srgbClr val="1B1F3B"/>
              </a:solidFill>
              <a:latin typeface="Calibri"/>
            </a:endParaRPr>
          </a:p>
        </p:txBody>
      </p:sp>
      <p:sp>
        <p:nvSpPr>
          <p:cNvPr id="47" name="Rectangle 46">
            <a:extLst>
              <a:ext uri="{FF2B5EF4-FFF2-40B4-BE49-F238E27FC236}">
                <a16:creationId xmlns:a16="http://schemas.microsoft.com/office/drawing/2014/main" id="{44D4FD80-CA2C-41D2-B64E-13E0450C923B}"/>
              </a:ext>
            </a:extLst>
          </p:cNvPr>
          <p:cNvSpPr>
            <a:spLocks noGrp="1"/>
          </p:cNvSpPr>
          <p:nvPr/>
        </p:nvSpPr>
        <p:spPr>
          <a:xfrm>
            <a:off x="6762750" y="3171826"/>
            <a:ext cx="809625" cy="809625"/>
          </a:xfrm>
          <a:prstGeom prst="rect">
            <a:avLst/>
          </a:prstGeom>
          <a:solidFill>
            <a:srgbClr val="DDDFED"/>
          </a:solidFill>
          <a:ln w="7144">
            <a:solidFill>
              <a:srgbClr val="FFFFFF"/>
            </a:solidFill>
            <a:prstDash val="solid"/>
          </a:ln>
        </p:spPr>
        <p:txBody>
          <a:bodyPr/>
          <a:lstStyle/>
          <a:p>
            <a:pPr defTabSz="1219170"/>
            <a:endParaRPr sz="2400">
              <a:solidFill>
                <a:srgbClr val="1B1F3B"/>
              </a:solidFill>
              <a:latin typeface="Calibri"/>
            </a:endParaRPr>
          </a:p>
        </p:txBody>
      </p:sp>
      <p:sp>
        <p:nvSpPr>
          <p:cNvPr id="48" name="Rectangle 47">
            <a:extLst>
              <a:ext uri="{FF2B5EF4-FFF2-40B4-BE49-F238E27FC236}">
                <a16:creationId xmlns:a16="http://schemas.microsoft.com/office/drawing/2014/main" id="{5FAEE7DF-4B25-40BF-87DC-8EED69C3C0D0}"/>
              </a:ext>
            </a:extLst>
          </p:cNvPr>
          <p:cNvSpPr>
            <a:spLocks noGrp="1"/>
          </p:cNvSpPr>
          <p:nvPr/>
        </p:nvSpPr>
        <p:spPr>
          <a:xfrm>
            <a:off x="7600950" y="3171826"/>
            <a:ext cx="809625" cy="809625"/>
          </a:xfrm>
          <a:prstGeom prst="rect">
            <a:avLst/>
          </a:prstGeom>
          <a:solidFill>
            <a:srgbClr val="DDDFED"/>
          </a:solidFill>
          <a:ln w="7144">
            <a:solidFill>
              <a:srgbClr val="FFFFFF"/>
            </a:solidFill>
            <a:prstDash val="solid"/>
          </a:ln>
        </p:spPr>
        <p:txBody>
          <a:bodyPr/>
          <a:lstStyle/>
          <a:p>
            <a:pPr defTabSz="1219170"/>
            <a:endParaRPr sz="2400">
              <a:solidFill>
                <a:srgbClr val="1B1F3B"/>
              </a:solidFill>
              <a:latin typeface="Calibri"/>
            </a:endParaRPr>
          </a:p>
        </p:txBody>
      </p:sp>
      <p:sp>
        <p:nvSpPr>
          <p:cNvPr id="49" name="Rectangle 48">
            <a:extLst>
              <a:ext uri="{FF2B5EF4-FFF2-40B4-BE49-F238E27FC236}">
                <a16:creationId xmlns:a16="http://schemas.microsoft.com/office/drawing/2014/main" id="{6D59ED9F-9DAD-4A5E-B7F8-23ED8CEF10EE}"/>
              </a:ext>
            </a:extLst>
          </p:cNvPr>
          <p:cNvSpPr>
            <a:spLocks noGrp="1"/>
          </p:cNvSpPr>
          <p:nvPr/>
        </p:nvSpPr>
        <p:spPr>
          <a:xfrm>
            <a:off x="8439150" y="3171826"/>
            <a:ext cx="809625" cy="809625"/>
          </a:xfrm>
          <a:prstGeom prst="rect">
            <a:avLst/>
          </a:prstGeom>
          <a:solidFill>
            <a:srgbClr val="DDDFED"/>
          </a:solidFill>
          <a:ln w="7144">
            <a:solidFill>
              <a:srgbClr val="FFFFFF"/>
            </a:solidFill>
            <a:prstDash val="solid"/>
          </a:ln>
        </p:spPr>
        <p:txBody>
          <a:bodyPr/>
          <a:lstStyle/>
          <a:p>
            <a:pPr defTabSz="1219170"/>
            <a:endParaRPr sz="2400">
              <a:solidFill>
                <a:srgbClr val="1B1F3B"/>
              </a:solidFill>
              <a:latin typeface="Calibri"/>
            </a:endParaRPr>
          </a:p>
        </p:txBody>
      </p:sp>
      <p:sp>
        <p:nvSpPr>
          <p:cNvPr id="50" name="Rectangle 49">
            <a:extLst>
              <a:ext uri="{FF2B5EF4-FFF2-40B4-BE49-F238E27FC236}">
                <a16:creationId xmlns:a16="http://schemas.microsoft.com/office/drawing/2014/main" id="{DC86A5E3-4D3B-453E-BA97-008C1126D8AC}"/>
              </a:ext>
            </a:extLst>
          </p:cNvPr>
          <p:cNvSpPr>
            <a:spLocks noGrp="1"/>
          </p:cNvSpPr>
          <p:nvPr/>
        </p:nvSpPr>
        <p:spPr>
          <a:xfrm>
            <a:off x="9277350" y="3171826"/>
            <a:ext cx="809625" cy="809625"/>
          </a:xfrm>
          <a:prstGeom prst="rect">
            <a:avLst/>
          </a:prstGeom>
          <a:solidFill>
            <a:srgbClr val="DDDFED"/>
          </a:solidFill>
          <a:ln w="7144">
            <a:solidFill>
              <a:srgbClr val="FFFFFF"/>
            </a:solidFill>
            <a:prstDash val="solid"/>
          </a:ln>
        </p:spPr>
        <p:txBody>
          <a:bodyPr/>
          <a:lstStyle/>
          <a:p>
            <a:pPr defTabSz="1219170"/>
            <a:endParaRPr sz="2400">
              <a:solidFill>
                <a:srgbClr val="1B1F3B"/>
              </a:solidFill>
              <a:latin typeface="Calibri"/>
            </a:endParaRPr>
          </a:p>
        </p:txBody>
      </p:sp>
      <p:sp>
        <p:nvSpPr>
          <p:cNvPr id="51" name="Rectangle 50">
            <a:extLst>
              <a:ext uri="{FF2B5EF4-FFF2-40B4-BE49-F238E27FC236}">
                <a16:creationId xmlns:a16="http://schemas.microsoft.com/office/drawing/2014/main" id="{65A88DF9-7A04-489B-B3BF-9EF4C5D8E507}"/>
              </a:ext>
            </a:extLst>
          </p:cNvPr>
          <p:cNvSpPr>
            <a:spLocks noGrp="1"/>
          </p:cNvSpPr>
          <p:nvPr/>
        </p:nvSpPr>
        <p:spPr>
          <a:xfrm>
            <a:off x="10115550" y="3171826"/>
            <a:ext cx="809625" cy="809625"/>
          </a:xfrm>
          <a:prstGeom prst="rect">
            <a:avLst/>
          </a:prstGeom>
          <a:solidFill>
            <a:srgbClr val="DDDFED"/>
          </a:solidFill>
          <a:ln w="7144">
            <a:solidFill>
              <a:srgbClr val="FFFFFF"/>
            </a:solidFill>
            <a:prstDash val="solid"/>
          </a:ln>
        </p:spPr>
        <p:txBody>
          <a:bodyPr/>
          <a:lstStyle/>
          <a:p>
            <a:pPr defTabSz="1219170"/>
            <a:endParaRPr sz="2400">
              <a:solidFill>
                <a:srgbClr val="1B1F3B"/>
              </a:solidFill>
              <a:latin typeface="Calibri"/>
            </a:endParaRPr>
          </a:p>
        </p:txBody>
      </p:sp>
      <p:sp>
        <p:nvSpPr>
          <p:cNvPr id="52" name="Rectangle 51">
            <a:extLst>
              <a:ext uri="{FF2B5EF4-FFF2-40B4-BE49-F238E27FC236}">
                <a16:creationId xmlns:a16="http://schemas.microsoft.com/office/drawing/2014/main" id="{08D4E0A8-C4DE-44A4-9363-39C183E8D9CB}"/>
              </a:ext>
            </a:extLst>
          </p:cNvPr>
          <p:cNvSpPr>
            <a:spLocks noGrp="1"/>
          </p:cNvSpPr>
          <p:nvPr/>
        </p:nvSpPr>
        <p:spPr>
          <a:xfrm>
            <a:off x="6762750" y="4010026"/>
            <a:ext cx="809625" cy="809625"/>
          </a:xfrm>
          <a:prstGeom prst="rect">
            <a:avLst/>
          </a:prstGeom>
          <a:solidFill>
            <a:srgbClr val="DDDFED"/>
          </a:solidFill>
          <a:ln w="7144">
            <a:solidFill>
              <a:srgbClr val="FFFFFF"/>
            </a:solidFill>
            <a:prstDash val="solid"/>
          </a:ln>
        </p:spPr>
        <p:txBody>
          <a:bodyPr/>
          <a:lstStyle/>
          <a:p>
            <a:pPr defTabSz="1219170"/>
            <a:endParaRPr sz="2400">
              <a:solidFill>
                <a:srgbClr val="1B1F3B"/>
              </a:solidFill>
              <a:latin typeface="Calibri"/>
            </a:endParaRPr>
          </a:p>
        </p:txBody>
      </p:sp>
      <p:sp>
        <p:nvSpPr>
          <p:cNvPr id="53" name="Rectangle 52">
            <a:extLst>
              <a:ext uri="{FF2B5EF4-FFF2-40B4-BE49-F238E27FC236}">
                <a16:creationId xmlns:a16="http://schemas.microsoft.com/office/drawing/2014/main" id="{7626FF38-F8D4-4393-9C3F-A35FFE59D8A2}"/>
              </a:ext>
            </a:extLst>
          </p:cNvPr>
          <p:cNvSpPr>
            <a:spLocks noGrp="1"/>
          </p:cNvSpPr>
          <p:nvPr/>
        </p:nvSpPr>
        <p:spPr>
          <a:xfrm>
            <a:off x="7600950" y="4010026"/>
            <a:ext cx="809625" cy="809625"/>
          </a:xfrm>
          <a:prstGeom prst="rect">
            <a:avLst/>
          </a:prstGeom>
          <a:solidFill>
            <a:srgbClr val="DDDFED"/>
          </a:solidFill>
          <a:ln w="7144">
            <a:solidFill>
              <a:srgbClr val="FFFFFF"/>
            </a:solidFill>
            <a:prstDash val="solid"/>
          </a:ln>
        </p:spPr>
        <p:txBody>
          <a:bodyPr/>
          <a:lstStyle/>
          <a:p>
            <a:pPr defTabSz="1219170"/>
            <a:endParaRPr sz="2400">
              <a:solidFill>
                <a:srgbClr val="1B1F3B"/>
              </a:solidFill>
              <a:latin typeface="Calibri"/>
            </a:endParaRPr>
          </a:p>
        </p:txBody>
      </p:sp>
      <p:sp>
        <p:nvSpPr>
          <p:cNvPr id="54" name="Rectangle 53">
            <a:extLst>
              <a:ext uri="{FF2B5EF4-FFF2-40B4-BE49-F238E27FC236}">
                <a16:creationId xmlns:a16="http://schemas.microsoft.com/office/drawing/2014/main" id="{A3187465-F370-4357-A8AD-9CD08ED7835B}"/>
              </a:ext>
            </a:extLst>
          </p:cNvPr>
          <p:cNvSpPr>
            <a:spLocks noGrp="1"/>
          </p:cNvSpPr>
          <p:nvPr/>
        </p:nvSpPr>
        <p:spPr>
          <a:xfrm>
            <a:off x="8439150" y="4010026"/>
            <a:ext cx="809625" cy="809625"/>
          </a:xfrm>
          <a:prstGeom prst="rect">
            <a:avLst/>
          </a:prstGeom>
          <a:solidFill>
            <a:srgbClr val="DDDFED"/>
          </a:solidFill>
          <a:ln w="7144">
            <a:solidFill>
              <a:srgbClr val="FFFFFF"/>
            </a:solidFill>
            <a:prstDash val="solid"/>
          </a:ln>
        </p:spPr>
        <p:txBody>
          <a:bodyPr/>
          <a:lstStyle/>
          <a:p>
            <a:pPr defTabSz="1219170"/>
            <a:endParaRPr sz="2400">
              <a:solidFill>
                <a:srgbClr val="1B1F3B"/>
              </a:solidFill>
              <a:latin typeface="Calibri"/>
            </a:endParaRPr>
          </a:p>
        </p:txBody>
      </p:sp>
      <p:sp>
        <p:nvSpPr>
          <p:cNvPr id="55" name="Rectangle 54">
            <a:extLst>
              <a:ext uri="{FF2B5EF4-FFF2-40B4-BE49-F238E27FC236}">
                <a16:creationId xmlns:a16="http://schemas.microsoft.com/office/drawing/2014/main" id="{01C1BB28-9AA6-4169-BF0B-A81053D4ECE8}"/>
              </a:ext>
            </a:extLst>
          </p:cNvPr>
          <p:cNvSpPr>
            <a:spLocks noGrp="1"/>
          </p:cNvSpPr>
          <p:nvPr/>
        </p:nvSpPr>
        <p:spPr>
          <a:xfrm>
            <a:off x="9277350" y="4010026"/>
            <a:ext cx="809625" cy="809625"/>
          </a:xfrm>
          <a:prstGeom prst="rect">
            <a:avLst/>
          </a:prstGeom>
          <a:solidFill>
            <a:srgbClr val="DDDFED"/>
          </a:solidFill>
          <a:ln w="7144">
            <a:solidFill>
              <a:srgbClr val="FFFFFF"/>
            </a:solidFill>
            <a:prstDash val="solid"/>
          </a:ln>
        </p:spPr>
        <p:txBody>
          <a:bodyPr/>
          <a:lstStyle/>
          <a:p>
            <a:pPr defTabSz="1219170"/>
            <a:endParaRPr sz="2400">
              <a:solidFill>
                <a:srgbClr val="1B1F3B"/>
              </a:solidFill>
              <a:latin typeface="Calibri"/>
            </a:endParaRPr>
          </a:p>
        </p:txBody>
      </p:sp>
      <p:sp>
        <p:nvSpPr>
          <p:cNvPr id="56" name="Rectangle 55">
            <a:extLst>
              <a:ext uri="{FF2B5EF4-FFF2-40B4-BE49-F238E27FC236}">
                <a16:creationId xmlns:a16="http://schemas.microsoft.com/office/drawing/2014/main" id="{33320FBA-DA1F-4194-BE6F-C541A05ABE56}"/>
              </a:ext>
            </a:extLst>
          </p:cNvPr>
          <p:cNvSpPr>
            <a:spLocks noGrp="1"/>
          </p:cNvSpPr>
          <p:nvPr/>
        </p:nvSpPr>
        <p:spPr>
          <a:xfrm>
            <a:off x="10115550" y="4010026"/>
            <a:ext cx="809625" cy="809625"/>
          </a:xfrm>
          <a:prstGeom prst="rect">
            <a:avLst/>
          </a:prstGeom>
          <a:solidFill>
            <a:srgbClr val="DDDFED"/>
          </a:solidFill>
          <a:ln w="7144">
            <a:solidFill>
              <a:srgbClr val="FFFFFF"/>
            </a:solidFill>
            <a:prstDash val="solid"/>
          </a:ln>
        </p:spPr>
        <p:txBody>
          <a:bodyPr/>
          <a:lstStyle/>
          <a:p>
            <a:pPr defTabSz="1219170"/>
            <a:endParaRPr sz="2400">
              <a:solidFill>
                <a:srgbClr val="1B1F3B"/>
              </a:solidFill>
              <a:latin typeface="Calibri"/>
            </a:endParaRPr>
          </a:p>
        </p:txBody>
      </p:sp>
      <p:sp>
        <p:nvSpPr>
          <p:cNvPr id="57" name="Rectangle 56">
            <a:extLst>
              <a:ext uri="{FF2B5EF4-FFF2-40B4-BE49-F238E27FC236}">
                <a16:creationId xmlns:a16="http://schemas.microsoft.com/office/drawing/2014/main" id="{55702907-F921-4EF1-83AC-7CD21FCFF6EE}"/>
              </a:ext>
            </a:extLst>
          </p:cNvPr>
          <p:cNvSpPr>
            <a:spLocks noGrp="1"/>
          </p:cNvSpPr>
          <p:nvPr/>
        </p:nvSpPr>
        <p:spPr>
          <a:xfrm>
            <a:off x="7158037" y="3567113"/>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58" name="Rectangle 57">
            <a:extLst>
              <a:ext uri="{FF2B5EF4-FFF2-40B4-BE49-F238E27FC236}">
                <a16:creationId xmlns:a16="http://schemas.microsoft.com/office/drawing/2014/main" id="{AECAEEEF-5154-418A-BCB0-A8EFECE823AC}"/>
              </a:ext>
            </a:extLst>
          </p:cNvPr>
          <p:cNvSpPr>
            <a:spLocks noGrp="1"/>
          </p:cNvSpPr>
          <p:nvPr/>
        </p:nvSpPr>
        <p:spPr>
          <a:xfrm>
            <a:off x="7996237" y="2728913"/>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59" name="Straight Arrow Connector 58">
            <a:extLst>
              <a:ext uri="{FF2B5EF4-FFF2-40B4-BE49-F238E27FC236}">
                <a16:creationId xmlns:a16="http://schemas.microsoft.com/office/drawing/2014/main" id="{8BC17CEE-C12B-4BA7-B9E4-D2A03E2BE2EF}"/>
              </a:ext>
            </a:extLst>
          </p:cNvPr>
          <p:cNvCxnSpPr>
            <a:stCxn id="57" idx="0"/>
            <a:endCxn id="58" idx="1"/>
          </p:cNvCxnSpPr>
          <p:nvPr/>
        </p:nvCxnSpPr>
        <p:spPr>
          <a:xfrm flipV="1">
            <a:off x="7167563" y="2738437"/>
            <a:ext cx="828675" cy="828675"/>
          </a:xfrm>
          <a:prstGeom prst="straightConnector1">
            <a:avLst/>
          </a:prstGeom>
          <a:ln w="42862">
            <a:solidFill>
              <a:srgbClr val="2D3A8C"/>
            </a:solidFill>
            <a:prstDash val="solid"/>
          </a:ln>
        </p:spPr>
      </p:cxnSp>
      <p:sp>
        <p:nvSpPr>
          <p:cNvPr id="60" name="Rectangle 59">
            <a:extLst>
              <a:ext uri="{FF2B5EF4-FFF2-40B4-BE49-F238E27FC236}">
                <a16:creationId xmlns:a16="http://schemas.microsoft.com/office/drawing/2014/main" id="{9DD297C4-2C45-4F2D-A127-0E0D28F8ED76}"/>
              </a:ext>
            </a:extLst>
          </p:cNvPr>
          <p:cNvSpPr>
            <a:spLocks noGrp="1"/>
          </p:cNvSpPr>
          <p:nvPr/>
        </p:nvSpPr>
        <p:spPr>
          <a:xfrm>
            <a:off x="7996237" y="2728913"/>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61" name="Rectangle 60">
            <a:extLst>
              <a:ext uri="{FF2B5EF4-FFF2-40B4-BE49-F238E27FC236}">
                <a16:creationId xmlns:a16="http://schemas.microsoft.com/office/drawing/2014/main" id="{C2FB6F65-1CE8-409E-83C3-D4F72CCF0DCD}"/>
              </a:ext>
            </a:extLst>
          </p:cNvPr>
          <p:cNvSpPr>
            <a:spLocks noGrp="1"/>
          </p:cNvSpPr>
          <p:nvPr/>
        </p:nvSpPr>
        <p:spPr>
          <a:xfrm>
            <a:off x="8834437" y="2728913"/>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62" name="Straight Arrow Connector 61">
            <a:extLst>
              <a:ext uri="{FF2B5EF4-FFF2-40B4-BE49-F238E27FC236}">
                <a16:creationId xmlns:a16="http://schemas.microsoft.com/office/drawing/2014/main" id="{5A8475D4-6DEF-46B3-B9B8-9864C73F8326}"/>
              </a:ext>
            </a:extLst>
          </p:cNvPr>
          <p:cNvCxnSpPr>
            <a:stCxn id="60" idx="3"/>
            <a:endCxn id="61" idx="1"/>
          </p:cNvCxnSpPr>
          <p:nvPr/>
        </p:nvCxnSpPr>
        <p:spPr>
          <a:xfrm>
            <a:off x="8015288" y="2738437"/>
            <a:ext cx="819149" cy="0"/>
          </a:xfrm>
          <a:prstGeom prst="straightConnector1">
            <a:avLst/>
          </a:prstGeom>
          <a:ln w="42862">
            <a:solidFill>
              <a:srgbClr val="2D3A8C"/>
            </a:solidFill>
            <a:prstDash val="solid"/>
          </a:ln>
        </p:spPr>
      </p:cxnSp>
      <p:sp>
        <p:nvSpPr>
          <p:cNvPr id="63" name="Rectangle 62">
            <a:extLst>
              <a:ext uri="{FF2B5EF4-FFF2-40B4-BE49-F238E27FC236}">
                <a16:creationId xmlns:a16="http://schemas.microsoft.com/office/drawing/2014/main" id="{BCACE633-6A64-40C8-B34E-68A9E7296C55}"/>
              </a:ext>
            </a:extLst>
          </p:cNvPr>
          <p:cNvSpPr>
            <a:spLocks noGrp="1"/>
          </p:cNvSpPr>
          <p:nvPr/>
        </p:nvSpPr>
        <p:spPr>
          <a:xfrm>
            <a:off x="8834437" y="2728913"/>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64" name="Rectangle 63">
            <a:extLst>
              <a:ext uri="{FF2B5EF4-FFF2-40B4-BE49-F238E27FC236}">
                <a16:creationId xmlns:a16="http://schemas.microsoft.com/office/drawing/2014/main" id="{47571A4C-5025-4B23-8A96-223F0000D186}"/>
              </a:ext>
            </a:extLst>
          </p:cNvPr>
          <p:cNvSpPr>
            <a:spLocks noGrp="1"/>
          </p:cNvSpPr>
          <p:nvPr/>
        </p:nvSpPr>
        <p:spPr>
          <a:xfrm>
            <a:off x="9672637" y="2728913"/>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65" name="Straight Arrow Connector 64">
            <a:extLst>
              <a:ext uri="{FF2B5EF4-FFF2-40B4-BE49-F238E27FC236}">
                <a16:creationId xmlns:a16="http://schemas.microsoft.com/office/drawing/2014/main" id="{93F8A2E8-6AC3-48DB-9336-8B802E6D934A}"/>
              </a:ext>
            </a:extLst>
          </p:cNvPr>
          <p:cNvCxnSpPr>
            <a:stCxn id="63" idx="3"/>
            <a:endCxn id="64" idx="1"/>
          </p:cNvCxnSpPr>
          <p:nvPr/>
        </p:nvCxnSpPr>
        <p:spPr>
          <a:xfrm>
            <a:off x="8853488" y="2738437"/>
            <a:ext cx="819149" cy="0"/>
          </a:xfrm>
          <a:prstGeom prst="straightConnector1">
            <a:avLst/>
          </a:prstGeom>
          <a:ln w="42862">
            <a:solidFill>
              <a:srgbClr val="2D3A8C"/>
            </a:solidFill>
            <a:prstDash val="solid"/>
          </a:ln>
        </p:spPr>
      </p:cxnSp>
      <p:sp>
        <p:nvSpPr>
          <p:cNvPr id="66" name="Rectangle 65">
            <a:extLst>
              <a:ext uri="{FF2B5EF4-FFF2-40B4-BE49-F238E27FC236}">
                <a16:creationId xmlns:a16="http://schemas.microsoft.com/office/drawing/2014/main" id="{66A6E084-566E-4FDA-BF2C-195B52C00A39}"/>
              </a:ext>
            </a:extLst>
          </p:cNvPr>
          <p:cNvSpPr>
            <a:spLocks noGrp="1"/>
          </p:cNvSpPr>
          <p:nvPr/>
        </p:nvSpPr>
        <p:spPr>
          <a:xfrm>
            <a:off x="9672637" y="2728913"/>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67" name="Rectangle 66">
            <a:extLst>
              <a:ext uri="{FF2B5EF4-FFF2-40B4-BE49-F238E27FC236}">
                <a16:creationId xmlns:a16="http://schemas.microsoft.com/office/drawing/2014/main" id="{75B6AEED-899C-47CF-8664-8B8FB7101DF2}"/>
              </a:ext>
            </a:extLst>
          </p:cNvPr>
          <p:cNvSpPr>
            <a:spLocks noGrp="1"/>
          </p:cNvSpPr>
          <p:nvPr/>
        </p:nvSpPr>
        <p:spPr>
          <a:xfrm>
            <a:off x="10510837" y="3567113"/>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68" name="Straight Arrow Connector 67">
            <a:extLst>
              <a:ext uri="{FF2B5EF4-FFF2-40B4-BE49-F238E27FC236}">
                <a16:creationId xmlns:a16="http://schemas.microsoft.com/office/drawing/2014/main" id="{4ED194FF-1768-4931-B694-459BB34625F1}"/>
              </a:ext>
            </a:extLst>
          </p:cNvPr>
          <p:cNvCxnSpPr>
            <a:stCxn id="66" idx="2"/>
            <a:endCxn id="67" idx="1"/>
          </p:cNvCxnSpPr>
          <p:nvPr/>
        </p:nvCxnSpPr>
        <p:spPr>
          <a:xfrm>
            <a:off x="9682163" y="2747963"/>
            <a:ext cx="828675" cy="828675"/>
          </a:xfrm>
          <a:prstGeom prst="straightConnector1">
            <a:avLst/>
          </a:prstGeom>
          <a:ln w="42862">
            <a:solidFill>
              <a:srgbClr val="2D3A8C"/>
            </a:solidFill>
            <a:prstDash val="solid"/>
          </a:ln>
        </p:spPr>
      </p:cxnSp>
      <p:sp>
        <p:nvSpPr>
          <p:cNvPr id="69" name="Rectangle 68">
            <a:extLst>
              <a:ext uri="{FF2B5EF4-FFF2-40B4-BE49-F238E27FC236}">
                <a16:creationId xmlns:a16="http://schemas.microsoft.com/office/drawing/2014/main" id="{64B3DA65-ED4D-4A5A-8B20-6FFABB08ACE8}"/>
              </a:ext>
            </a:extLst>
          </p:cNvPr>
          <p:cNvSpPr>
            <a:spLocks noGrp="1"/>
          </p:cNvSpPr>
          <p:nvPr/>
        </p:nvSpPr>
        <p:spPr>
          <a:xfrm>
            <a:off x="8462963" y="3195637"/>
            <a:ext cx="762000" cy="762000"/>
          </a:xfrm>
          <a:prstGeom prst="rect">
            <a:avLst/>
          </a:prstGeom>
          <a:noFill/>
          <a:ln w="28575">
            <a:solidFill>
              <a:srgbClr val="2D3A8C"/>
            </a:solidFill>
            <a:prstDash val="solid"/>
          </a:ln>
        </p:spPr>
        <p:txBody>
          <a:bodyPr/>
          <a:lstStyle/>
          <a:p>
            <a:pPr defTabSz="1219170"/>
            <a:endParaRPr sz="2400">
              <a:solidFill>
                <a:srgbClr val="1B1F3B"/>
              </a:solidFill>
              <a:latin typeface="Calibri"/>
            </a:endParaRPr>
          </a:p>
        </p:txBody>
      </p:sp>
      <p:sp>
        <p:nvSpPr>
          <p:cNvPr id="70" name="Rectangle 69">
            <a:extLst>
              <a:ext uri="{FF2B5EF4-FFF2-40B4-BE49-F238E27FC236}">
                <a16:creationId xmlns:a16="http://schemas.microsoft.com/office/drawing/2014/main" id="{69F7FEAA-B559-462B-9FC8-5F75F867A7DF}"/>
              </a:ext>
            </a:extLst>
          </p:cNvPr>
          <p:cNvSpPr>
            <a:spLocks noGrp="1"/>
          </p:cNvSpPr>
          <p:nvPr/>
        </p:nvSpPr>
        <p:spPr>
          <a:xfrm>
            <a:off x="8634414" y="3233740"/>
            <a:ext cx="419100" cy="428625"/>
          </a:xfrm>
          <a:prstGeom prst="rect">
            <a:avLst/>
          </a:prstGeom>
          <a:noFill/>
          <a:ln w="0">
            <a:noFill/>
            <a:prstDash val="solid"/>
          </a:ln>
        </p:spPr>
        <p:txBody>
          <a:bodyPr wrap="square" lIns="0" tIns="0" rIns="0" bIns="0" anchor="ctr">
            <a:noAutofit/>
          </a:bodyPr>
          <a:lstStyle>
            <a:defPPr algn="ctr">
              <a:defRPr sz="1800" b="1">
                <a:solidFill>
                  <a:srgbClr val="2D3A8C"/>
                </a:solidFill>
                <a:latin typeface="Calibri"/>
                <a:ea typeface="Calibri"/>
                <a:cs typeface="Calibri"/>
              </a:defRPr>
            </a:defPPr>
            <a:lvl1pPr algn="ctr">
              <a:defRPr sz="1800" b="1">
                <a:solidFill>
                  <a:srgbClr val="2D3A8C"/>
                </a:solidFill>
                <a:latin typeface="Calibri"/>
                <a:ea typeface="Calibri"/>
                <a:cs typeface="Calibri"/>
              </a:defRPr>
            </a:lvl1pPr>
            <a:lvl2pPr algn="ctr">
              <a:defRPr sz="1800" b="1">
                <a:solidFill>
                  <a:srgbClr val="2D3A8C"/>
                </a:solidFill>
                <a:latin typeface="Calibri"/>
                <a:ea typeface="Calibri"/>
                <a:cs typeface="Calibri"/>
              </a:defRPr>
            </a:lvl2pPr>
            <a:lvl3pPr algn="ctr">
              <a:defRPr sz="1800" b="1">
                <a:solidFill>
                  <a:srgbClr val="2D3A8C"/>
                </a:solidFill>
                <a:latin typeface="Calibri"/>
                <a:ea typeface="Calibri"/>
                <a:cs typeface="Calibri"/>
              </a:defRPr>
            </a:lvl3pPr>
            <a:lvl4pPr algn="ctr">
              <a:defRPr sz="1800" b="1">
                <a:solidFill>
                  <a:srgbClr val="2D3A8C"/>
                </a:solidFill>
                <a:latin typeface="Calibri"/>
                <a:ea typeface="Calibri"/>
                <a:cs typeface="Calibri"/>
              </a:defRPr>
            </a:lvl4pPr>
            <a:lvl5pPr algn="ctr">
              <a:defRPr sz="1800" b="1">
                <a:solidFill>
                  <a:srgbClr val="2D3A8C"/>
                </a:solidFill>
                <a:latin typeface="Calibri"/>
                <a:ea typeface="Calibri"/>
                <a:cs typeface="Calibri"/>
              </a:defRPr>
            </a:lvl5pPr>
            <a:lvl6pPr algn="ctr">
              <a:defRPr sz="1800" b="1">
                <a:solidFill>
                  <a:srgbClr val="2D3A8C"/>
                </a:solidFill>
                <a:latin typeface="Calibri"/>
                <a:ea typeface="Calibri"/>
                <a:cs typeface="Calibri"/>
              </a:defRPr>
            </a:lvl6pPr>
            <a:lvl7pPr algn="ctr">
              <a:defRPr sz="1800" b="1">
                <a:solidFill>
                  <a:srgbClr val="2D3A8C"/>
                </a:solidFill>
                <a:latin typeface="Calibri"/>
                <a:ea typeface="Calibri"/>
                <a:cs typeface="Calibri"/>
              </a:defRPr>
            </a:lvl7pPr>
            <a:lvl8pPr algn="ctr">
              <a:defRPr sz="1800" b="1">
                <a:solidFill>
                  <a:srgbClr val="2D3A8C"/>
                </a:solidFill>
                <a:latin typeface="Calibri"/>
                <a:ea typeface="Calibri"/>
                <a:cs typeface="Calibri"/>
              </a:defRPr>
            </a:lvl8pPr>
            <a:lvl9pPr algn="ctr">
              <a:defRPr sz="1800" b="1">
                <a:solidFill>
                  <a:srgbClr val="2D3A8C"/>
                </a:solidFill>
                <a:latin typeface="Calibri"/>
                <a:ea typeface="Calibri"/>
                <a:cs typeface="Calibri"/>
              </a:defRPr>
            </a:lvl9pPr>
          </a:lstStyle>
          <a:p>
            <a:pPr defTabSz="1219170">
              <a:defRPr sz="1800" b="1">
                <a:solidFill>
                  <a:srgbClr val="2D3A8C"/>
                </a:solidFill>
                <a:latin typeface="Calibri"/>
                <a:ea typeface="Calibri"/>
                <a:cs typeface="Calibri"/>
              </a:defRPr>
            </a:pPr>
            <a:r>
              <a:rPr sz="2400"/>
              <a:t>×</a:t>
            </a:r>
          </a:p>
        </p:txBody>
      </p:sp>
      <p:sp>
        <p:nvSpPr>
          <p:cNvPr id="71" name="Rectangle 70">
            <a:extLst>
              <a:ext uri="{FF2B5EF4-FFF2-40B4-BE49-F238E27FC236}">
                <a16:creationId xmlns:a16="http://schemas.microsoft.com/office/drawing/2014/main" id="{3F2F2347-C08F-46DE-B356-07B0E081154D}"/>
              </a:ext>
            </a:extLst>
          </p:cNvPr>
          <p:cNvSpPr>
            <a:spLocks noGrp="1"/>
          </p:cNvSpPr>
          <p:nvPr/>
        </p:nvSpPr>
        <p:spPr>
          <a:xfrm>
            <a:off x="8462963" y="3690939"/>
            <a:ext cx="762000" cy="323851"/>
          </a:xfrm>
          <a:prstGeom prst="rect">
            <a:avLst/>
          </a:prstGeom>
          <a:noFill/>
          <a:ln w="0">
            <a:noFill/>
            <a:prstDash val="solid"/>
          </a:ln>
        </p:spPr>
        <p:txBody>
          <a:bodyPr wrap="square" lIns="0" tIns="0" rIns="0" bIns="0" anchor="ctr">
            <a:noAutofit/>
          </a:bodyPr>
          <a:lstStyle>
            <a:defPPr algn="ctr">
              <a:defRPr sz="1200" b="1">
                <a:solidFill>
                  <a:srgbClr val="1B1F3B"/>
                </a:solidFill>
                <a:latin typeface="Calibri"/>
                <a:ea typeface="Calibri"/>
                <a:cs typeface="Calibri"/>
              </a:defRPr>
            </a:defPPr>
            <a:lvl1pPr algn="ctr">
              <a:defRPr sz="1200" b="1">
                <a:solidFill>
                  <a:srgbClr val="1B1F3B"/>
                </a:solidFill>
                <a:latin typeface="Calibri"/>
                <a:ea typeface="Calibri"/>
                <a:cs typeface="Calibri"/>
              </a:defRPr>
            </a:lvl1pPr>
            <a:lvl2pPr algn="ctr">
              <a:defRPr sz="1200" b="1">
                <a:solidFill>
                  <a:srgbClr val="1B1F3B"/>
                </a:solidFill>
                <a:latin typeface="Calibri"/>
                <a:ea typeface="Calibri"/>
                <a:cs typeface="Calibri"/>
              </a:defRPr>
            </a:lvl2pPr>
            <a:lvl3pPr algn="ctr">
              <a:defRPr sz="1200" b="1">
                <a:solidFill>
                  <a:srgbClr val="1B1F3B"/>
                </a:solidFill>
                <a:latin typeface="Calibri"/>
                <a:ea typeface="Calibri"/>
                <a:cs typeface="Calibri"/>
              </a:defRPr>
            </a:lvl3pPr>
            <a:lvl4pPr algn="ctr">
              <a:defRPr sz="1200" b="1">
                <a:solidFill>
                  <a:srgbClr val="1B1F3B"/>
                </a:solidFill>
                <a:latin typeface="Calibri"/>
                <a:ea typeface="Calibri"/>
                <a:cs typeface="Calibri"/>
              </a:defRPr>
            </a:lvl4pPr>
            <a:lvl5pPr algn="ctr">
              <a:defRPr sz="1200" b="1">
                <a:solidFill>
                  <a:srgbClr val="1B1F3B"/>
                </a:solidFill>
                <a:latin typeface="Calibri"/>
                <a:ea typeface="Calibri"/>
                <a:cs typeface="Calibri"/>
              </a:defRPr>
            </a:lvl5pPr>
            <a:lvl6pPr algn="ctr">
              <a:defRPr sz="1200" b="1">
                <a:solidFill>
                  <a:srgbClr val="1B1F3B"/>
                </a:solidFill>
                <a:latin typeface="Calibri"/>
                <a:ea typeface="Calibri"/>
                <a:cs typeface="Calibri"/>
              </a:defRPr>
            </a:lvl6pPr>
            <a:lvl7pPr algn="ctr">
              <a:defRPr sz="1200" b="1">
                <a:solidFill>
                  <a:srgbClr val="1B1F3B"/>
                </a:solidFill>
                <a:latin typeface="Calibri"/>
                <a:ea typeface="Calibri"/>
                <a:cs typeface="Calibri"/>
              </a:defRPr>
            </a:lvl7pPr>
            <a:lvl8pPr algn="ctr">
              <a:defRPr sz="1200" b="1">
                <a:solidFill>
                  <a:srgbClr val="1B1F3B"/>
                </a:solidFill>
                <a:latin typeface="Calibri"/>
                <a:ea typeface="Calibri"/>
                <a:cs typeface="Calibri"/>
              </a:defRPr>
            </a:lvl8pPr>
            <a:lvl9pPr algn="ctr">
              <a:defRPr sz="1200" b="1">
                <a:solidFill>
                  <a:srgbClr val="1B1F3B"/>
                </a:solidFill>
                <a:latin typeface="Calibri"/>
                <a:ea typeface="Calibri"/>
                <a:cs typeface="Calibri"/>
              </a:defRPr>
            </a:lvl9pPr>
          </a:lstStyle>
          <a:p>
            <a:pPr defTabSz="1219170">
              <a:defRPr sz="1200" b="1">
                <a:solidFill>
                  <a:srgbClr val="1B1F3B"/>
                </a:solidFill>
                <a:latin typeface="Calibri"/>
                <a:ea typeface="Calibri"/>
                <a:cs typeface="Calibri"/>
              </a:defRPr>
            </a:pPr>
            <a:r>
              <a:rPr sz="1600"/>
              <a:t>40%</a:t>
            </a:r>
          </a:p>
        </p:txBody>
      </p:sp>
      <p:sp>
        <p:nvSpPr>
          <p:cNvPr id="72" name="Rectangle 71">
            <a:extLst>
              <a:ext uri="{FF2B5EF4-FFF2-40B4-BE49-F238E27FC236}">
                <a16:creationId xmlns:a16="http://schemas.microsoft.com/office/drawing/2014/main" id="{68D764D0-8AFD-492D-8096-113BC15640E4}"/>
              </a:ext>
            </a:extLst>
          </p:cNvPr>
          <p:cNvSpPr>
            <a:spLocks noGrp="1"/>
          </p:cNvSpPr>
          <p:nvPr/>
        </p:nvSpPr>
        <p:spPr>
          <a:xfrm>
            <a:off x="8462963" y="4033837"/>
            <a:ext cx="762000" cy="762000"/>
          </a:xfrm>
          <a:prstGeom prst="rect">
            <a:avLst/>
          </a:prstGeom>
          <a:noFill/>
          <a:ln w="28575">
            <a:solidFill>
              <a:srgbClr val="2D3A8C"/>
            </a:solidFill>
            <a:prstDash val="solid"/>
          </a:ln>
        </p:spPr>
        <p:txBody>
          <a:bodyPr/>
          <a:lstStyle/>
          <a:p>
            <a:pPr defTabSz="1219170"/>
            <a:endParaRPr sz="2400">
              <a:solidFill>
                <a:srgbClr val="1B1F3B"/>
              </a:solidFill>
              <a:latin typeface="Calibri"/>
            </a:endParaRPr>
          </a:p>
        </p:txBody>
      </p:sp>
      <p:sp>
        <p:nvSpPr>
          <p:cNvPr id="73" name="Rectangle 72">
            <a:extLst>
              <a:ext uri="{FF2B5EF4-FFF2-40B4-BE49-F238E27FC236}">
                <a16:creationId xmlns:a16="http://schemas.microsoft.com/office/drawing/2014/main" id="{63F90A1F-CED2-438D-BDF4-B1C80FEFBAD7}"/>
              </a:ext>
            </a:extLst>
          </p:cNvPr>
          <p:cNvSpPr>
            <a:spLocks noGrp="1"/>
          </p:cNvSpPr>
          <p:nvPr/>
        </p:nvSpPr>
        <p:spPr>
          <a:xfrm>
            <a:off x="8634414" y="4071940"/>
            <a:ext cx="419100" cy="428625"/>
          </a:xfrm>
          <a:prstGeom prst="rect">
            <a:avLst/>
          </a:prstGeom>
          <a:noFill/>
          <a:ln w="0">
            <a:noFill/>
            <a:prstDash val="solid"/>
          </a:ln>
        </p:spPr>
        <p:txBody>
          <a:bodyPr wrap="square" lIns="0" tIns="0" rIns="0" bIns="0" anchor="ctr">
            <a:noAutofit/>
          </a:bodyPr>
          <a:lstStyle>
            <a:defPPr algn="ctr">
              <a:defRPr sz="1800" b="1">
                <a:solidFill>
                  <a:srgbClr val="2D3A8C"/>
                </a:solidFill>
                <a:latin typeface="Calibri"/>
                <a:ea typeface="Calibri"/>
                <a:cs typeface="Calibri"/>
              </a:defRPr>
            </a:defPPr>
            <a:lvl1pPr algn="ctr">
              <a:defRPr sz="1800" b="1">
                <a:solidFill>
                  <a:srgbClr val="2D3A8C"/>
                </a:solidFill>
                <a:latin typeface="Calibri"/>
                <a:ea typeface="Calibri"/>
                <a:cs typeface="Calibri"/>
              </a:defRPr>
            </a:lvl1pPr>
            <a:lvl2pPr algn="ctr">
              <a:defRPr sz="1800" b="1">
                <a:solidFill>
                  <a:srgbClr val="2D3A8C"/>
                </a:solidFill>
                <a:latin typeface="Calibri"/>
                <a:ea typeface="Calibri"/>
                <a:cs typeface="Calibri"/>
              </a:defRPr>
            </a:lvl2pPr>
            <a:lvl3pPr algn="ctr">
              <a:defRPr sz="1800" b="1">
                <a:solidFill>
                  <a:srgbClr val="2D3A8C"/>
                </a:solidFill>
                <a:latin typeface="Calibri"/>
                <a:ea typeface="Calibri"/>
                <a:cs typeface="Calibri"/>
              </a:defRPr>
            </a:lvl3pPr>
            <a:lvl4pPr algn="ctr">
              <a:defRPr sz="1800" b="1">
                <a:solidFill>
                  <a:srgbClr val="2D3A8C"/>
                </a:solidFill>
                <a:latin typeface="Calibri"/>
                <a:ea typeface="Calibri"/>
                <a:cs typeface="Calibri"/>
              </a:defRPr>
            </a:lvl4pPr>
            <a:lvl5pPr algn="ctr">
              <a:defRPr sz="1800" b="1">
                <a:solidFill>
                  <a:srgbClr val="2D3A8C"/>
                </a:solidFill>
                <a:latin typeface="Calibri"/>
                <a:ea typeface="Calibri"/>
                <a:cs typeface="Calibri"/>
              </a:defRPr>
            </a:lvl5pPr>
            <a:lvl6pPr algn="ctr">
              <a:defRPr sz="1800" b="1">
                <a:solidFill>
                  <a:srgbClr val="2D3A8C"/>
                </a:solidFill>
                <a:latin typeface="Calibri"/>
                <a:ea typeface="Calibri"/>
                <a:cs typeface="Calibri"/>
              </a:defRPr>
            </a:lvl6pPr>
            <a:lvl7pPr algn="ctr">
              <a:defRPr sz="1800" b="1">
                <a:solidFill>
                  <a:srgbClr val="2D3A8C"/>
                </a:solidFill>
                <a:latin typeface="Calibri"/>
                <a:ea typeface="Calibri"/>
                <a:cs typeface="Calibri"/>
              </a:defRPr>
            </a:lvl7pPr>
            <a:lvl8pPr algn="ctr">
              <a:defRPr sz="1800" b="1">
                <a:solidFill>
                  <a:srgbClr val="2D3A8C"/>
                </a:solidFill>
                <a:latin typeface="Calibri"/>
                <a:ea typeface="Calibri"/>
                <a:cs typeface="Calibri"/>
              </a:defRPr>
            </a:lvl8pPr>
            <a:lvl9pPr algn="ctr">
              <a:defRPr sz="1800" b="1">
                <a:solidFill>
                  <a:srgbClr val="2D3A8C"/>
                </a:solidFill>
                <a:latin typeface="Calibri"/>
                <a:ea typeface="Calibri"/>
                <a:cs typeface="Calibri"/>
              </a:defRPr>
            </a:lvl9pPr>
          </a:lstStyle>
          <a:p>
            <a:pPr defTabSz="1219170">
              <a:defRPr sz="1800" b="1">
                <a:solidFill>
                  <a:srgbClr val="2D3A8C"/>
                </a:solidFill>
                <a:latin typeface="Calibri"/>
                <a:ea typeface="Calibri"/>
                <a:cs typeface="Calibri"/>
              </a:defRPr>
            </a:pPr>
            <a:r>
              <a:rPr sz="2400"/>
              <a:t>×</a:t>
            </a:r>
          </a:p>
        </p:txBody>
      </p:sp>
      <p:sp>
        <p:nvSpPr>
          <p:cNvPr id="74" name="Rectangle 73">
            <a:extLst>
              <a:ext uri="{FF2B5EF4-FFF2-40B4-BE49-F238E27FC236}">
                <a16:creationId xmlns:a16="http://schemas.microsoft.com/office/drawing/2014/main" id="{A6F29F47-68E4-46FC-9F42-0B1FA4A18EBF}"/>
              </a:ext>
            </a:extLst>
          </p:cNvPr>
          <p:cNvSpPr>
            <a:spLocks noGrp="1"/>
          </p:cNvSpPr>
          <p:nvPr/>
        </p:nvSpPr>
        <p:spPr>
          <a:xfrm>
            <a:off x="8462963" y="4529139"/>
            <a:ext cx="762000" cy="323851"/>
          </a:xfrm>
          <a:prstGeom prst="rect">
            <a:avLst/>
          </a:prstGeom>
          <a:noFill/>
          <a:ln w="0">
            <a:noFill/>
            <a:prstDash val="solid"/>
          </a:ln>
        </p:spPr>
        <p:txBody>
          <a:bodyPr wrap="square" lIns="0" tIns="0" rIns="0" bIns="0" anchor="ctr">
            <a:noAutofit/>
          </a:bodyPr>
          <a:lstStyle>
            <a:defPPr algn="ctr">
              <a:defRPr sz="1200" b="1">
                <a:solidFill>
                  <a:srgbClr val="1B1F3B"/>
                </a:solidFill>
                <a:latin typeface="Calibri"/>
                <a:ea typeface="Calibri"/>
                <a:cs typeface="Calibri"/>
              </a:defRPr>
            </a:defPPr>
            <a:lvl1pPr algn="ctr">
              <a:defRPr sz="1200" b="1">
                <a:solidFill>
                  <a:srgbClr val="1B1F3B"/>
                </a:solidFill>
                <a:latin typeface="Calibri"/>
                <a:ea typeface="Calibri"/>
                <a:cs typeface="Calibri"/>
              </a:defRPr>
            </a:lvl1pPr>
            <a:lvl2pPr algn="ctr">
              <a:defRPr sz="1200" b="1">
                <a:solidFill>
                  <a:srgbClr val="1B1F3B"/>
                </a:solidFill>
                <a:latin typeface="Calibri"/>
                <a:ea typeface="Calibri"/>
                <a:cs typeface="Calibri"/>
              </a:defRPr>
            </a:lvl2pPr>
            <a:lvl3pPr algn="ctr">
              <a:defRPr sz="1200" b="1">
                <a:solidFill>
                  <a:srgbClr val="1B1F3B"/>
                </a:solidFill>
                <a:latin typeface="Calibri"/>
                <a:ea typeface="Calibri"/>
                <a:cs typeface="Calibri"/>
              </a:defRPr>
            </a:lvl3pPr>
            <a:lvl4pPr algn="ctr">
              <a:defRPr sz="1200" b="1">
                <a:solidFill>
                  <a:srgbClr val="1B1F3B"/>
                </a:solidFill>
                <a:latin typeface="Calibri"/>
                <a:ea typeface="Calibri"/>
                <a:cs typeface="Calibri"/>
              </a:defRPr>
            </a:lvl4pPr>
            <a:lvl5pPr algn="ctr">
              <a:defRPr sz="1200" b="1">
                <a:solidFill>
                  <a:srgbClr val="1B1F3B"/>
                </a:solidFill>
                <a:latin typeface="Calibri"/>
                <a:ea typeface="Calibri"/>
                <a:cs typeface="Calibri"/>
              </a:defRPr>
            </a:lvl5pPr>
            <a:lvl6pPr algn="ctr">
              <a:defRPr sz="1200" b="1">
                <a:solidFill>
                  <a:srgbClr val="1B1F3B"/>
                </a:solidFill>
                <a:latin typeface="Calibri"/>
                <a:ea typeface="Calibri"/>
                <a:cs typeface="Calibri"/>
              </a:defRPr>
            </a:lvl6pPr>
            <a:lvl7pPr algn="ctr">
              <a:defRPr sz="1200" b="1">
                <a:solidFill>
                  <a:srgbClr val="1B1F3B"/>
                </a:solidFill>
                <a:latin typeface="Calibri"/>
                <a:ea typeface="Calibri"/>
                <a:cs typeface="Calibri"/>
              </a:defRPr>
            </a:lvl7pPr>
            <a:lvl8pPr algn="ctr">
              <a:defRPr sz="1200" b="1">
                <a:solidFill>
                  <a:srgbClr val="1B1F3B"/>
                </a:solidFill>
                <a:latin typeface="Calibri"/>
                <a:ea typeface="Calibri"/>
                <a:cs typeface="Calibri"/>
              </a:defRPr>
            </a:lvl8pPr>
            <a:lvl9pPr algn="ctr">
              <a:defRPr sz="1200" b="1">
                <a:solidFill>
                  <a:srgbClr val="1B1F3B"/>
                </a:solidFill>
                <a:latin typeface="Calibri"/>
                <a:ea typeface="Calibri"/>
                <a:cs typeface="Calibri"/>
              </a:defRPr>
            </a:lvl9pPr>
          </a:lstStyle>
          <a:p>
            <a:pPr defTabSz="1219170">
              <a:defRPr sz="1200" b="1">
                <a:solidFill>
                  <a:srgbClr val="1B1F3B"/>
                </a:solidFill>
                <a:latin typeface="Calibri"/>
                <a:ea typeface="Calibri"/>
                <a:cs typeface="Calibri"/>
              </a:defRPr>
            </a:pPr>
            <a:r>
              <a:rPr sz="1600"/>
              <a:t>60%</a:t>
            </a:r>
          </a:p>
        </p:txBody>
      </p:sp>
      <p:sp>
        <p:nvSpPr>
          <p:cNvPr id="75" name="Oval 74">
            <a:extLst>
              <a:ext uri="{FF2B5EF4-FFF2-40B4-BE49-F238E27FC236}">
                <a16:creationId xmlns:a16="http://schemas.microsoft.com/office/drawing/2014/main" id="{8AA26468-A749-48D1-8A76-F77C0037AE45}"/>
              </a:ext>
            </a:extLst>
          </p:cNvPr>
          <p:cNvSpPr>
            <a:spLocks noGrp="1"/>
          </p:cNvSpPr>
          <p:nvPr/>
        </p:nvSpPr>
        <p:spPr>
          <a:xfrm>
            <a:off x="6977063" y="3386139"/>
            <a:ext cx="381000" cy="381000"/>
          </a:xfrm>
          <a:prstGeom prst="ellipse">
            <a:avLst/>
          </a:prstGeom>
          <a:solidFill>
            <a:srgbClr val="2D3A8C"/>
          </a:solidFill>
          <a:ln w="21431">
            <a:solidFill>
              <a:srgbClr val="FFFFFF"/>
            </a:solidFill>
            <a:prstDash val="solid"/>
          </a:ln>
        </p:spPr>
        <p:txBody>
          <a:bodyPr/>
          <a:lstStyle/>
          <a:p>
            <a:pPr defTabSz="1219170"/>
            <a:endParaRPr sz="2400">
              <a:solidFill>
                <a:srgbClr val="1B1F3B"/>
              </a:solidFill>
              <a:latin typeface="Calibri"/>
            </a:endParaRPr>
          </a:p>
        </p:txBody>
      </p:sp>
      <p:sp>
        <p:nvSpPr>
          <p:cNvPr id="76" name="Rectangle 75">
            <a:extLst>
              <a:ext uri="{FF2B5EF4-FFF2-40B4-BE49-F238E27FC236}">
                <a16:creationId xmlns:a16="http://schemas.microsoft.com/office/drawing/2014/main" id="{918528FF-06F3-4F21-8E52-7FEBB8B10ED7}"/>
              </a:ext>
            </a:extLst>
          </p:cNvPr>
          <p:cNvSpPr>
            <a:spLocks noGrp="1"/>
          </p:cNvSpPr>
          <p:nvPr/>
        </p:nvSpPr>
        <p:spPr>
          <a:xfrm>
            <a:off x="6977063" y="3376613"/>
            <a:ext cx="381000" cy="381000"/>
          </a:xfrm>
          <a:prstGeom prst="rect">
            <a:avLst/>
          </a:prstGeom>
          <a:noFill/>
          <a:ln w="0">
            <a:noFill/>
            <a:prstDash val="solid"/>
          </a:ln>
        </p:spPr>
        <p:txBody>
          <a:bodyPr wrap="square" lIns="0" tIns="0" rIns="0" bIns="0" anchor="ctr">
            <a:noAutofit/>
          </a:bodyPr>
          <a:lstStyle>
            <a:defPPr algn="ctr">
              <a:defRPr sz="1300" b="1">
                <a:solidFill>
                  <a:srgbClr val="FFFFFF"/>
                </a:solidFill>
                <a:latin typeface="Calibri"/>
                <a:ea typeface="Calibri"/>
                <a:cs typeface="Calibri"/>
              </a:defRPr>
            </a:defPPr>
            <a:lvl1pPr algn="ctr">
              <a:defRPr sz="1300" b="1">
                <a:solidFill>
                  <a:srgbClr val="FFFFFF"/>
                </a:solidFill>
                <a:latin typeface="Calibri"/>
                <a:ea typeface="Calibri"/>
                <a:cs typeface="Calibri"/>
              </a:defRPr>
            </a:lvl1pPr>
            <a:lvl2pPr algn="ctr">
              <a:defRPr sz="1300" b="1">
                <a:solidFill>
                  <a:srgbClr val="FFFFFF"/>
                </a:solidFill>
                <a:latin typeface="Calibri"/>
                <a:ea typeface="Calibri"/>
                <a:cs typeface="Calibri"/>
              </a:defRPr>
            </a:lvl2pPr>
            <a:lvl3pPr algn="ctr">
              <a:defRPr sz="1300" b="1">
                <a:solidFill>
                  <a:srgbClr val="FFFFFF"/>
                </a:solidFill>
                <a:latin typeface="Calibri"/>
                <a:ea typeface="Calibri"/>
                <a:cs typeface="Calibri"/>
              </a:defRPr>
            </a:lvl3pPr>
            <a:lvl4pPr algn="ctr">
              <a:defRPr sz="1300" b="1">
                <a:solidFill>
                  <a:srgbClr val="FFFFFF"/>
                </a:solidFill>
                <a:latin typeface="Calibri"/>
                <a:ea typeface="Calibri"/>
                <a:cs typeface="Calibri"/>
              </a:defRPr>
            </a:lvl4pPr>
            <a:lvl5pPr algn="ctr">
              <a:defRPr sz="1300" b="1">
                <a:solidFill>
                  <a:srgbClr val="FFFFFF"/>
                </a:solidFill>
                <a:latin typeface="Calibri"/>
                <a:ea typeface="Calibri"/>
                <a:cs typeface="Calibri"/>
              </a:defRPr>
            </a:lvl5pPr>
            <a:lvl6pPr algn="ctr">
              <a:defRPr sz="1300" b="1">
                <a:solidFill>
                  <a:srgbClr val="FFFFFF"/>
                </a:solidFill>
                <a:latin typeface="Calibri"/>
                <a:ea typeface="Calibri"/>
                <a:cs typeface="Calibri"/>
              </a:defRPr>
            </a:lvl6pPr>
            <a:lvl7pPr algn="ctr">
              <a:defRPr sz="1300" b="1">
                <a:solidFill>
                  <a:srgbClr val="FFFFFF"/>
                </a:solidFill>
                <a:latin typeface="Calibri"/>
                <a:ea typeface="Calibri"/>
                <a:cs typeface="Calibri"/>
              </a:defRPr>
            </a:lvl7pPr>
            <a:lvl8pPr algn="ctr">
              <a:defRPr sz="1300" b="1">
                <a:solidFill>
                  <a:srgbClr val="FFFFFF"/>
                </a:solidFill>
                <a:latin typeface="Calibri"/>
                <a:ea typeface="Calibri"/>
                <a:cs typeface="Calibri"/>
              </a:defRPr>
            </a:lvl8pPr>
            <a:lvl9pPr algn="ctr">
              <a:defRPr sz="1300" b="1">
                <a:solidFill>
                  <a:srgbClr val="FFFFFF"/>
                </a:solidFill>
                <a:latin typeface="Calibri"/>
                <a:ea typeface="Calibri"/>
                <a:cs typeface="Calibri"/>
              </a:defRPr>
            </a:lvl9pPr>
          </a:lstStyle>
          <a:p>
            <a:pPr defTabSz="1219170">
              <a:defRPr sz="1300" b="1">
                <a:solidFill>
                  <a:srgbClr val="FFFFFF"/>
                </a:solidFill>
                <a:latin typeface="Calibri"/>
                <a:ea typeface="Calibri"/>
                <a:cs typeface="Calibri"/>
              </a:defRPr>
            </a:pPr>
            <a:r>
              <a:rPr sz="1733"/>
              <a:t>S</a:t>
            </a:r>
          </a:p>
        </p:txBody>
      </p:sp>
      <p:sp>
        <p:nvSpPr>
          <p:cNvPr id="77" name="Oval 76">
            <a:extLst>
              <a:ext uri="{FF2B5EF4-FFF2-40B4-BE49-F238E27FC236}">
                <a16:creationId xmlns:a16="http://schemas.microsoft.com/office/drawing/2014/main" id="{C86552ED-5323-4CF8-A399-B5823297B611}"/>
              </a:ext>
            </a:extLst>
          </p:cNvPr>
          <p:cNvSpPr>
            <a:spLocks noGrp="1"/>
          </p:cNvSpPr>
          <p:nvPr/>
        </p:nvSpPr>
        <p:spPr>
          <a:xfrm>
            <a:off x="10329863" y="3386139"/>
            <a:ext cx="381000" cy="381000"/>
          </a:xfrm>
          <a:prstGeom prst="ellipse">
            <a:avLst/>
          </a:prstGeom>
          <a:solidFill>
            <a:srgbClr val="1B1F3B"/>
          </a:solidFill>
          <a:ln w="21431">
            <a:solidFill>
              <a:srgbClr val="FFFFFF"/>
            </a:solidFill>
            <a:prstDash val="solid"/>
          </a:ln>
        </p:spPr>
        <p:txBody>
          <a:bodyPr/>
          <a:lstStyle/>
          <a:p>
            <a:pPr defTabSz="1219170"/>
            <a:endParaRPr sz="2400">
              <a:solidFill>
                <a:srgbClr val="1B1F3B"/>
              </a:solidFill>
              <a:latin typeface="Calibri"/>
            </a:endParaRPr>
          </a:p>
        </p:txBody>
      </p:sp>
      <p:sp>
        <p:nvSpPr>
          <p:cNvPr id="78" name="Rectangle 77">
            <a:extLst>
              <a:ext uri="{FF2B5EF4-FFF2-40B4-BE49-F238E27FC236}">
                <a16:creationId xmlns:a16="http://schemas.microsoft.com/office/drawing/2014/main" id="{799FB9A7-D2DA-4DA3-8D6A-0F0F7A2A0BBA}"/>
              </a:ext>
            </a:extLst>
          </p:cNvPr>
          <p:cNvSpPr>
            <a:spLocks noGrp="1"/>
          </p:cNvSpPr>
          <p:nvPr/>
        </p:nvSpPr>
        <p:spPr>
          <a:xfrm>
            <a:off x="10329863" y="3376613"/>
            <a:ext cx="381000" cy="381000"/>
          </a:xfrm>
          <a:prstGeom prst="rect">
            <a:avLst/>
          </a:prstGeom>
          <a:noFill/>
          <a:ln w="0">
            <a:noFill/>
            <a:prstDash val="solid"/>
          </a:ln>
        </p:spPr>
        <p:txBody>
          <a:bodyPr wrap="square" lIns="0" tIns="0" rIns="0" bIns="0" anchor="ctr">
            <a:noAutofit/>
          </a:bodyPr>
          <a:lstStyle>
            <a:defPPr algn="ctr">
              <a:defRPr sz="1300" b="1">
                <a:solidFill>
                  <a:srgbClr val="FFFFFF"/>
                </a:solidFill>
                <a:latin typeface="Calibri"/>
                <a:ea typeface="Calibri"/>
                <a:cs typeface="Calibri"/>
              </a:defRPr>
            </a:defPPr>
            <a:lvl1pPr algn="ctr">
              <a:defRPr sz="1300" b="1">
                <a:solidFill>
                  <a:srgbClr val="FFFFFF"/>
                </a:solidFill>
                <a:latin typeface="Calibri"/>
                <a:ea typeface="Calibri"/>
                <a:cs typeface="Calibri"/>
              </a:defRPr>
            </a:lvl1pPr>
            <a:lvl2pPr algn="ctr">
              <a:defRPr sz="1300" b="1">
                <a:solidFill>
                  <a:srgbClr val="FFFFFF"/>
                </a:solidFill>
                <a:latin typeface="Calibri"/>
                <a:ea typeface="Calibri"/>
                <a:cs typeface="Calibri"/>
              </a:defRPr>
            </a:lvl2pPr>
            <a:lvl3pPr algn="ctr">
              <a:defRPr sz="1300" b="1">
                <a:solidFill>
                  <a:srgbClr val="FFFFFF"/>
                </a:solidFill>
                <a:latin typeface="Calibri"/>
                <a:ea typeface="Calibri"/>
                <a:cs typeface="Calibri"/>
              </a:defRPr>
            </a:lvl3pPr>
            <a:lvl4pPr algn="ctr">
              <a:defRPr sz="1300" b="1">
                <a:solidFill>
                  <a:srgbClr val="FFFFFF"/>
                </a:solidFill>
                <a:latin typeface="Calibri"/>
                <a:ea typeface="Calibri"/>
                <a:cs typeface="Calibri"/>
              </a:defRPr>
            </a:lvl4pPr>
            <a:lvl5pPr algn="ctr">
              <a:defRPr sz="1300" b="1">
                <a:solidFill>
                  <a:srgbClr val="FFFFFF"/>
                </a:solidFill>
                <a:latin typeface="Calibri"/>
                <a:ea typeface="Calibri"/>
                <a:cs typeface="Calibri"/>
              </a:defRPr>
            </a:lvl5pPr>
            <a:lvl6pPr algn="ctr">
              <a:defRPr sz="1300" b="1">
                <a:solidFill>
                  <a:srgbClr val="FFFFFF"/>
                </a:solidFill>
                <a:latin typeface="Calibri"/>
                <a:ea typeface="Calibri"/>
                <a:cs typeface="Calibri"/>
              </a:defRPr>
            </a:lvl6pPr>
            <a:lvl7pPr algn="ctr">
              <a:defRPr sz="1300" b="1">
                <a:solidFill>
                  <a:srgbClr val="FFFFFF"/>
                </a:solidFill>
                <a:latin typeface="Calibri"/>
                <a:ea typeface="Calibri"/>
                <a:cs typeface="Calibri"/>
              </a:defRPr>
            </a:lvl7pPr>
            <a:lvl8pPr algn="ctr">
              <a:defRPr sz="1300" b="1">
                <a:solidFill>
                  <a:srgbClr val="FFFFFF"/>
                </a:solidFill>
                <a:latin typeface="Calibri"/>
                <a:ea typeface="Calibri"/>
                <a:cs typeface="Calibri"/>
              </a:defRPr>
            </a:lvl8pPr>
            <a:lvl9pPr algn="ctr">
              <a:defRPr sz="1300" b="1">
                <a:solidFill>
                  <a:srgbClr val="FFFFFF"/>
                </a:solidFill>
                <a:latin typeface="Calibri"/>
                <a:ea typeface="Calibri"/>
                <a:cs typeface="Calibri"/>
              </a:defRPr>
            </a:lvl9pPr>
          </a:lstStyle>
          <a:p>
            <a:pPr defTabSz="1219170">
              <a:defRPr sz="1300" b="1">
                <a:solidFill>
                  <a:srgbClr val="FFFFFF"/>
                </a:solidFill>
                <a:latin typeface="Calibri"/>
                <a:ea typeface="Calibri"/>
                <a:cs typeface="Calibri"/>
              </a:defRPr>
            </a:pPr>
            <a:r>
              <a:rPr sz="1733"/>
              <a:t>G</a:t>
            </a:r>
          </a:p>
        </p:txBody>
      </p:sp>
      <p:sp>
        <p:nvSpPr>
          <p:cNvPr id="79" name="Rectangle 78">
            <a:extLst>
              <a:ext uri="{FF2B5EF4-FFF2-40B4-BE49-F238E27FC236}">
                <a16:creationId xmlns:a16="http://schemas.microsoft.com/office/drawing/2014/main" id="{0CFD4017-EF55-4EA4-A46C-B4A08E23B32D}"/>
              </a:ext>
            </a:extLst>
          </p:cNvPr>
          <p:cNvSpPr>
            <a:spLocks noGrp="1"/>
          </p:cNvSpPr>
          <p:nvPr/>
        </p:nvSpPr>
        <p:spPr>
          <a:xfrm>
            <a:off x="857251" y="4953000"/>
            <a:ext cx="4762500" cy="476251"/>
          </a:xfrm>
          <a:prstGeom prst="rect">
            <a:avLst/>
          </a:prstGeom>
          <a:noFill/>
          <a:ln w="0">
            <a:noFill/>
            <a:prstDash val="solid"/>
          </a:ln>
        </p:spPr>
        <p:txBody>
          <a:bodyPr wrap="square" lIns="0" tIns="0" rIns="0" bIns="0" anchor="ctr">
            <a:noAutofit/>
          </a:bodyPr>
          <a:lstStyle>
            <a:defPPr algn="l">
              <a:defRPr sz="1500" b="1">
                <a:solidFill>
                  <a:srgbClr val="2D3A8C"/>
                </a:solidFill>
                <a:latin typeface="Calibri"/>
                <a:ea typeface="Calibri"/>
                <a:cs typeface="Calibri"/>
              </a:defRPr>
            </a:defPPr>
            <a:lvl1pPr algn="l">
              <a:defRPr sz="1500" b="1">
                <a:solidFill>
                  <a:srgbClr val="2D3A8C"/>
                </a:solidFill>
                <a:latin typeface="Calibri"/>
                <a:ea typeface="Calibri"/>
                <a:cs typeface="Calibri"/>
              </a:defRPr>
            </a:lvl1pPr>
            <a:lvl2pPr algn="l">
              <a:defRPr sz="1500" b="1">
                <a:solidFill>
                  <a:srgbClr val="2D3A8C"/>
                </a:solidFill>
                <a:latin typeface="Calibri"/>
                <a:ea typeface="Calibri"/>
                <a:cs typeface="Calibri"/>
              </a:defRPr>
            </a:lvl2pPr>
            <a:lvl3pPr algn="l">
              <a:defRPr sz="1500" b="1">
                <a:solidFill>
                  <a:srgbClr val="2D3A8C"/>
                </a:solidFill>
                <a:latin typeface="Calibri"/>
                <a:ea typeface="Calibri"/>
                <a:cs typeface="Calibri"/>
              </a:defRPr>
            </a:lvl3pPr>
            <a:lvl4pPr algn="l">
              <a:defRPr sz="1500" b="1">
                <a:solidFill>
                  <a:srgbClr val="2D3A8C"/>
                </a:solidFill>
                <a:latin typeface="Calibri"/>
                <a:ea typeface="Calibri"/>
                <a:cs typeface="Calibri"/>
              </a:defRPr>
            </a:lvl4pPr>
            <a:lvl5pPr algn="l">
              <a:defRPr sz="1500" b="1">
                <a:solidFill>
                  <a:srgbClr val="2D3A8C"/>
                </a:solidFill>
                <a:latin typeface="Calibri"/>
                <a:ea typeface="Calibri"/>
                <a:cs typeface="Calibri"/>
              </a:defRPr>
            </a:lvl5pPr>
            <a:lvl6pPr algn="l">
              <a:defRPr sz="1500" b="1">
                <a:solidFill>
                  <a:srgbClr val="2D3A8C"/>
                </a:solidFill>
                <a:latin typeface="Calibri"/>
                <a:ea typeface="Calibri"/>
                <a:cs typeface="Calibri"/>
              </a:defRPr>
            </a:lvl6pPr>
            <a:lvl7pPr algn="l">
              <a:defRPr sz="1500" b="1">
                <a:solidFill>
                  <a:srgbClr val="2D3A8C"/>
                </a:solidFill>
                <a:latin typeface="Calibri"/>
                <a:ea typeface="Calibri"/>
                <a:cs typeface="Calibri"/>
              </a:defRPr>
            </a:lvl7pPr>
            <a:lvl8pPr algn="l">
              <a:defRPr sz="1500" b="1">
                <a:solidFill>
                  <a:srgbClr val="2D3A8C"/>
                </a:solidFill>
                <a:latin typeface="Calibri"/>
                <a:ea typeface="Calibri"/>
                <a:cs typeface="Calibri"/>
              </a:defRPr>
            </a:lvl8pPr>
            <a:lvl9pPr algn="l">
              <a:defRPr sz="1500" b="1">
                <a:solidFill>
                  <a:srgbClr val="2D3A8C"/>
                </a:solidFill>
                <a:latin typeface="Calibri"/>
                <a:ea typeface="Calibri"/>
                <a:cs typeface="Calibri"/>
              </a:defRPr>
            </a:lvl9pPr>
          </a:lstStyle>
          <a:p>
            <a:pPr defTabSz="1219170">
              <a:defRPr sz="1500" b="1">
                <a:solidFill>
                  <a:srgbClr val="2D3A8C"/>
                </a:solidFill>
                <a:latin typeface="Calibri"/>
                <a:ea typeface="Calibri"/>
                <a:cs typeface="Calibri"/>
              </a:defRPr>
            </a:pPr>
            <a:r>
              <a:rPr sz="2000"/>
              <a:t>Route distance: 4.00</a:t>
            </a:r>
          </a:p>
        </p:txBody>
      </p:sp>
      <p:sp>
        <p:nvSpPr>
          <p:cNvPr id="80" name="Rectangle 79">
            <a:extLst>
              <a:ext uri="{FF2B5EF4-FFF2-40B4-BE49-F238E27FC236}">
                <a16:creationId xmlns:a16="http://schemas.microsoft.com/office/drawing/2014/main" id="{2B551743-CCB7-43B6-9B21-4A220DDE4F63}"/>
              </a:ext>
            </a:extLst>
          </p:cNvPr>
          <p:cNvSpPr>
            <a:spLocks noGrp="1"/>
          </p:cNvSpPr>
          <p:nvPr/>
        </p:nvSpPr>
        <p:spPr>
          <a:xfrm>
            <a:off x="6762750" y="4953000"/>
            <a:ext cx="4762500" cy="476251"/>
          </a:xfrm>
          <a:prstGeom prst="rect">
            <a:avLst/>
          </a:prstGeom>
          <a:noFill/>
          <a:ln w="0">
            <a:noFill/>
            <a:prstDash val="solid"/>
          </a:ln>
        </p:spPr>
        <p:txBody>
          <a:bodyPr wrap="square" lIns="0" tIns="0" rIns="0" bIns="0" anchor="ctr">
            <a:noAutofit/>
          </a:bodyPr>
          <a:lstStyle>
            <a:defPPr algn="l">
              <a:defRPr sz="1500" b="1">
                <a:solidFill>
                  <a:srgbClr val="2D3A8C"/>
                </a:solidFill>
                <a:latin typeface="Calibri"/>
                <a:ea typeface="Calibri"/>
                <a:cs typeface="Calibri"/>
              </a:defRPr>
            </a:defPPr>
            <a:lvl1pPr algn="l">
              <a:defRPr sz="1500" b="1">
                <a:solidFill>
                  <a:srgbClr val="2D3A8C"/>
                </a:solidFill>
                <a:latin typeface="Calibri"/>
                <a:ea typeface="Calibri"/>
                <a:cs typeface="Calibri"/>
              </a:defRPr>
            </a:lvl1pPr>
            <a:lvl2pPr algn="l">
              <a:defRPr sz="1500" b="1">
                <a:solidFill>
                  <a:srgbClr val="2D3A8C"/>
                </a:solidFill>
                <a:latin typeface="Calibri"/>
                <a:ea typeface="Calibri"/>
                <a:cs typeface="Calibri"/>
              </a:defRPr>
            </a:lvl2pPr>
            <a:lvl3pPr algn="l">
              <a:defRPr sz="1500" b="1">
                <a:solidFill>
                  <a:srgbClr val="2D3A8C"/>
                </a:solidFill>
                <a:latin typeface="Calibri"/>
                <a:ea typeface="Calibri"/>
                <a:cs typeface="Calibri"/>
              </a:defRPr>
            </a:lvl3pPr>
            <a:lvl4pPr algn="l">
              <a:defRPr sz="1500" b="1">
                <a:solidFill>
                  <a:srgbClr val="2D3A8C"/>
                </a:solidFill>
                <a:latin typeface="Calibri"/>
                <a:ea typeface="Calibri"/>
                <a:cs typeface="Calibri"/>
              </a:defRPr>
            </a:lvl4pPr>
            <a:lvl5pPr algn="l">
              <a:defRPr sz="1500" b="1">
                <a:solidFill>
                  <a:srgbClr val="2D3A8C"/>
                </a:solidFill>
                <a:latin typeface="Calibri"/>
                <a:ea typeface="Calibri"/>
                <a:cs typeface="Calibri"/>
              </a:defRPr>
            </a:lvl5pPr>
            <a:lvl6pPr algn="l">
              <a:defRPr sz="1500" b="1">
                <a:solidFill>
                  <a:srgbClr val="2D3A8C"/>
                </a:solidFill>
                <a:latin typeface="Calibri"/>
                <a:ea typeface="Calibri"/>
                <a:cs typeface="Calibri"/>
              </a:defRPr>
            </a:lvl6pPr>
            <a:lvl7pPr algn="l">
              <a:defRPr sz="1500" b="1">
                <a:solidFill>
                  <a:srgbClr val="2D3A8C"/>
                </a:solidFill>
                <a:latin typeface="Calibri"/>
                <a:ea typeface="Calibri"/>
                <a:cs typeface="Calibri"/>
              </a:defRPr>
            </a:lvl7pPr>
            <a:lvl8pPr algn="l">
              <a:defRPr sz="1500" b="1">
                <a:solidFill>
                  <a:srgbClr val="2D3A8C"/>
                </a:solidFill>
                <a:latin typeface="Calibri"/>
                <a:ea typeface="Calibri"/>
                <a:cs typeface="Calibri"/>
              </a:defRPr>
            </a:lvl8pPr>
            <a:lvl9pPr algn="l">
              <a:defRPr sz="1500" b="1">
                <a:solidFill>
                  <a:srgbClr val="2D3A8C"/>
                </a:solidFill>
                <a:latin typeface="Calibri"/>
                <a:ea typeface="Calibri"/>
                <a:cs typeface="Calibri"/>
              </a:defRPr>
            </a:lvl9pPr>
          </a:lstStyle>
          <a:p>
            <a:pPr defTabSz="1219170">
              <a:defRPr sz="1500" b="1">
                <a:solidFill>
                  <a:srgbClr val="2D3A8C"/>
                </a:solidFill>
                <a:latin typeface="Calibri"/>
                <a:ea typeface="Calibri"/>
                <a:cs typeface="Calibri"/>
              </a:defRPr>
            </a:pPr>
            <a:r>
              <a:rPr sz="2000"/>
              <a:t>Route distance: 4.83</a:t>
            </a:r>
          </a:p>
        </p:txBody>
      </p:sp>
      <p:sp>
        <p:nvSpPr>
          <p:cNvPr id="81" name="Rectangle 80">
            <a:extLst>
              <a:ext uri="{FF2B5EF4-FFF2-40B4-BE49-F238E27FC236}">
                <a16:creationId xmlns:a16="http://schemas.microsoft.com/office/drawing/2014/main" id="{234C3FC4-4B62-472C-BDDE-7D4CE30CAD9A}"/>
              </a:ext>
            </a:extLst>
          </p:cNvPr>
          <p:cNvSpPr>
            <a:spLocks noGrp="1"/>
          </p:cNvSpPr>
          <p:nvPr/>
        </p:nvSpPr>
        <p:spPr>
          <a:xfrm>
            <a:off x="762000" y="5543549"/>
            <a:ext cx="10763251" cy="381000"/>
          </a:xfrm>
          <a:prstGeom prst="rect">
            <a:avLst/>
          </a:prstGeom>
          <a:noFill/>
          <a:ln w="0">
            <a:noFill/>
            <a:prstDash val="solid"/>
          </a:ln>
        </p:spPr>
        <p:txBody>
          <a:bodyPr wrap="square" lIns="0" tIns="0" rIns="0" bIns="0" anchor="ctr">
            <a:noAutofit/>
          </a:bodyPr>
          <a:lstStyle>
            <a:defPPr algn="l">
              <a:defRPr sz="1300" b="0">
                <a:solidFill>
                  <a:srgbClr val="4A4F6A"/>
                </a:solidFill>
                <a:latin typeface="Calibri"/>
                <a:ea typeface="Calibri"/>
                <a:cs typeface="Calibri"/>
              </a:defRPr>
            </a:defPPr>
            <a:lvl1pPr algn="l">
              <a:defRPr sz="1300" b="0">
                <a:solidFill>
                  <a:srgbClr val="4A4F6A"/>
                </a:solidFill>
                <a:latin typeface="Calibri"/>
                <a:ea typeface="Calibri"/>
                <a:cs typeface="Calibri"/>
              </a:defRPr>
            </a:lvl1pPr>
            <a:lvl2pPr algn="l">
              <a:defRPr sz="1300" b="0">
                <a:solidFill>
                  <a:srgbClr val="4A4F6A"/>
                </a:solidFill>
                <a:latin typeface="Calibri"/>
                <a:ea typeface="Calibri"/>
                <a:cs typeface="Calibri"/>
              </a:defRPr>
            </a:lvl2pPr>
            <a:lvl3pPr algn="l">
              <a:defRPr sz="1300" b="0">
                <a:solidFill>
                  <a:srgbClr val="4A4F6A"/>
                </a:solidFill>
                <a:latin typeface="Calibri"/>
                <a:ea typeface="Calibri"/>
                <a:cs typeface="Calibri"/>
              </a:defRPr>
            </a:lvl3pPr>
            <a:lvl4pPr algn="l">
              <a:defRPr sz="1300" b="0">
                <a:solidFill>
                  <a:srgbClr val="4A4F6A"/>
                </a:solidFill>
                <a:latin typeface="Calibri"/>
                <a:ea typeface="Calibri"/>
                <a:cs typeface="Calibri"/>
              </a:defRPr>
            </a:lvl4pPr>
            <a:lvl5pPr algn="l">
              <a:defRPr sz="1300" b="0">
                <a:solidFill>
                  <a:srgbClr val="4A4F6A"/>
                </a:solidFill>
                <a:latin typeface="Calibri"/>
                <a:ea typeface="Calibri"/>
                <a:cs typeface="Calibri"/>
              </a:defRPr>
            </a:lvl5pPr>
            <a:lvl6pPr algn="l">
              <a:defRPr sz="1300" b="0">
                <a:solidFill>
                  <a:srgbClr val="4A4F6A"/>
                </a:solidFill>
                <a:latin typeface="Calibri"/>
                <a:ea typeface="Calibri"/>
                <a:cs typeface="Calibri"/>
              </a:defRPr>
            </a:lvl6pPr>
            <a:lvl7pPr algn="l">
              <a:defRPr sz="1300" b="0">
                <a:solidFill>
                  <a:srgbClr val="4A4F6A"/>
                </a:solidFill>
                <a:latin typeface="Calibri"/>
                <a:ea typeface="Calibri"/>
                <a:cs typeface="Calibri"/>
              </a:defRPr>
            </a:lvl7pPr>
            <a:lvl8pPr algn="l">
              <a:defRPr sz="1300" b="0">
                <a:solidFill>
                  <a:srgbClr val="4A4F6A"/>
                </a:solidFill>
                <a:latin typeface="Calibri"/>
                <a:ea typeface="Calibri"/>
                <a:cs typeface="Calibri"/>
              </a:defRPr>
            </a:lvl8pPr>
            <a:lvl9pPr algn="l">
              <a:defRPr sz="1300" b="0">
                <a:solidFill>
                  <a:srgbClr val="4A4F6A"/>
                </a:solidFill>
                <a:latin typeface="Calibri"/>
                <a:ea typeface="Calibri"/>
                <a:cs typeface="Calibri"/>
              </a:defRPr>
            </a:lvl9pPr>
          </a:lstStyle>
          <a:p>
            <a:pPr defTabSz="1219170">
              <a:defRPr sz="1300" b="0">
                <a:solidFill>
                  <a:srgbClr val="4A4F6A"/>
                </a:solidFill>
                <a:latin typeface="Calibri"/>
                <a:ea typeface="Calibri"/>
                <a:cs typeface="Calibri"/>
              </a:defRPr>
            </a:pPr>
            <a:r>
              <a:rPr sz="1733"/>
              <a:t>Purple cross = excluded. Other cells have a 5% blocked chance.</a:t>
            </a:r>
          </a:p>
        </p:txBody>
      </p:sp>
    </p:spTree>
    <p:extLst>
      <p:ext uri="{BB962C8B-B14F-4D97-AF65-F5344CB8AC3E}">
        <p14:creationId xmlns:p14="http://schemas.microsoft.com/office/powerpoint/2010/main" val="157451231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sz="2400">
              <a:solidFill>
                <a:srgbClr val="FFFFFF"/>
              </a:solidFill>
              <a:latin typeface="Calibri"/>
            </a:endParaRPr>
          </a:p>
        </p:txBody>
      </p:sp>
      <p:sp>
        <p:nvSpPr>
          <p:cNvPr id="2" name="Rectangle 1">
            <a:extLst>
              <a:ext uri="{FF2B5EF4-FFF2-40B4-BE49-F238E27FC236}">
                <a16:creationId xmlns:a16="http://schemas.microsoft.com/office/drawing/2014/main" id="{C3B7825E-A845-4786-BEFC-EDD830FEE7E7}"/>
              </a:ext>
            </a:extLst>
          </p:cNvPr>
          <p:cNvSpPr>
            <a:spLocks noGrp="1"/>
          </p:cNvSpPr>
          <p:nvPr/>
        </p:nvSpPr>
        <p:spPr>
          <a:xfrm>
            <a:off x="731520" y="365760"/>
            <a:ext cx="10728960" cy="853440"/>
          </a:xfrm>
          <a:prstGeom prst="rect">
            <a:avLst/>
          </a:prstGeom>
          <a:noFill/>
          <a:ln w="0">
            <a:noFill/>
            <a:prstDash val="solid"/>
          </a:ln>
        </p:spPr>
        <p:txBody>
          <a:bodyPr wrap="square" lIns="0" tIns="0" rIns="0" bIns="0" anchor="ctr">
            <a:noAutofit/>
          </a:bodyPr>
          <a:lstStyle>
            <a:defPPr algn="l">
              <a:defRPr sz="2350" b="1">
                <a:solidFill>
                  <a:srgbClr val="1B1F3B"/>
                </a:solidFill>
                <a:latin typeface="Calibri"/>
                <a:ea typeface="Calibri"/>
                <a:cs typeface="Calibri"/>
              </a:defRPr>
            </a:defPPr>
            <a:lvl1pPr algn="l">
              <a:defRPr sz="2350" b="1">
                <a:solidFill>
                  <a:srgbClr val="1B1F3B"/>
                </a:solidFill>
                <a:latin typeface="Calibri"/>
                <a:ea typeface="Calibri"/>
                <a:cs typeface="Calibri"/>
              </a:defRPr>
            </a:lvl1pPr>
            <a:lvl2pPr algn="l">
              <a:defRPr sz="2350" b="1">
                <a:solidFill>
                  <a:srgbClr val="1B1F3B"/>
                </a:solidFill>
                <a:latin typeface="Calibri"/>
                <a:ea typeface="Calibri"/>
                <a:cs typeface="Calibri"/>
              </a:defRPr>
            </a:lvl2pPr>
            <a:lvl3pPr algn="l">
              <a:defRPr sz="2350" b="1">
                <a:solidFill>
                  <a:srgbClr val="1B1F3B"/>
                </a:solidFill>
                <a:latin typeface="Calibri"/>
                <a:ea typeface="Calibri"/>
                <a:cs typeface="Calibri"/>
              </a:defRPr>
            </a:lvl3pPr>
            <a:lvl4pPr algn="l">
              <a:defRPr sz="2350" b="1">
                <a:solidFill>
                  <a:srgbClr val="1B1F3B"/>
                </a:solidFill>
                <a:latin typeface="Calibri"/>
                <a:ea typeface="Calibri"/>
                <a:cs typeface="Calibri"/>
              </a:defRPr>
            </a:lvl4pPr>
            <a:lvl5pPr algn="l">
              <a:defRPr sz="2350" b="1">
                <a:solidFill>
                  <a:srgbClr val="1B1F3B"/>
                </a:solidFill>
                <a:latin typeface="Calibri"/>
                <a:ea typeface="Calibri"/>
                <a:cs typeface="Calibri"/>
              </a:defRPr>
            </a:lvl5pPr>
            <a:lvl6pPr algn="l">
              <a:defRPr sz="2350" b="1">
                <a:solidFill>
                  <a:srgbClr val="1B1F3B"/>
                </a:solidFill>
                <a:latin typeface="Calibri"/>
                <a:ea typeface="Calibri"/>
                <a:cs typeface="Calibri"/>
              </a:defRPr>
            </a:lvl6pPr>
            <a:lvl7pPr algn="l">
              <a:defRPr sz="2350" b="1">
                <a:solidFill>
                  <a:srgbClr val="1B1F3B"/>
                </a:solidFill>
                <a:latin typeface="Calibri"/>
                <a:ea typeface="Calibri"/>
                <a:cs typeface="Calibri"/>
              </a:defRPr>
            </a:lvl7pPr>
            <a:lvl8pPr algn="l">
              <a:defRPr sz="2350" b="1">
                <a:solidFill>
                  <a:srgbClr val="1B1F3B"/>
                </a:solidFill>
                <a:latin typeface="Calibri"/>
                <a:ea typeface="Calibri"/>
                <a:cs typeface="Calibri"/>
              </a:defRPr>
            </a:lvl8pPr>
            <a:lvl9pPr algn="l">
              <a:defRPr sz="2350" b="1">
                <a:solidFill>
                  <a:srgbClr val="1B1F3B"/>
                </a:solidFill>
                <a:latin typeface="Calibri"/>
                <a:ea typeface="Calibri"/>
                <a:cs typeface="Calibri"/>
              </a:defRPr>
            </a:lvl9pPr>
          </a:lstStyle>
          <a:p>
            <a:pPr defTabSz="1219170">
              <a:defRPr sz="2350" b="1">
                <a:solidFill>
                  <a:srgbClr val="1B1F3B"/>
                </a:solidFill>
                <a:latin typeface="Calibri"/>
                <a:ea typeface="Calibri"/>
                <a:cs typeface="Calibri"/>
              </a:defRPr>
            </a:pPr>
            <a:r>
              <a:rPr sz="3200"/>
              <a:t>Error analysis gives the threshold a reason</a:t>
            </a:r>
          </a:p>
        </p:txBody>
      </p:sp>
      <p:sp>
        <p:nvSpPr>
          <p:cNvPr id="3" name="Rectangle 2">
            <a:extLst>
              <a:ext uri="{FF2B5EF4-FFF2-40B4-BE49-F238E27FC236}">
                <a16:creationId xmlns:a16="http://schemas.microsoft.com/office/drawing/2014/main" id="{A5B427D7-1E6D-40CC-BB72-41037F631D8C}"/>
              </a:ext>
            </a:extLst>
          </p:cNvPr>
          <p:cNvSpPr>
            <a:spLocks noGrp="1"/>
          </p:cNvSpPr>
          <p:nvPr/>
        </p:nvSpPr>
        <p:spPr>
          <a:xfrm>
            <a:off x="609601" y="6229350"/>
            <a:ext cx="9334500" cy="266700"/>
          </a:xfrm>
          <a:prstGeom prst="rect">
            <a:avLst/>
          </a:prstGeom>
          <a:noFill/>
          <a:ln w="0">
            <a:noFill/>
            <a:prstDash val="solid"/>
          </a:ln>
        </p:spPr>
        <p:txBody>
          <a:bodyPr wrap="square" lIns="0" tIns="0" rIns="0" bIns="0" anchor="ctr">
            <a:noAutofit/>
          </a:bodyPr>
          <a:lstStyle>
            <a:defPPr algn="l">
              <a:defRPr sz="950" b="0">
                <a:solidFill>
                  <a:srgbClr val="4A4F6A"/>
                </a:solidFill>
                <a:latin typeface="Calibri"/>
                <a:ea typeface="Calibri"/>
                <a:cs typeface="Calibri"/>
              </a:defRPr>
            </a:defPPr>
            <a:lvl1pPr algn="l">
              <a:defRPr sz="950" b="0">
                <a:solidFill>
                  <a:srgbClr val="4A4F6A"/>
                </a:solidFill>
                <a:latin typeface="Calibri"/>
                <a:ea typeface="Calibri"/>
                <a:cs typeface="Calibri"/>
              </a:defRPr>
            </a:lvl1pPr>
            <a:lvl2pPr algn="l">
              <a:defRPr sz="950" b="0">
                <a:solidFill>
                  <a:srgbClr val="4A4F6A"/>
                </a:solidFill>
                <a:latin typeface="Calibri"/>
                <a:ea typeface="Calibri"/>
                <a:cs typeface="Calibri"/>
              </a:defRPr>
            </a:lvl2pPr>
            <a:lvl3pPr algn="l">
              <a:defRPr sz="950" b="0">
                <a:solidFill>
                  <a:srgbClr val="4A4F6A"/>
                </a:solidFill>
                <a:latin typeface="Calibri"/>
                <a:ea typeface="Calibri"/>
                <a:cs typeface="Calibri"/>
              </a:defRPr>
            </a:lvl3pPr>
            <a:lvl4pPr algn="l">
              <a:defRPr sz="950" b="0">
                <a:solidFill>
                  <a:srgbClr val="4A4F6A"/>
                </a:solidFill>
                <a:latin typeface="Calibri"/>
                <a:ea typeface="Calibri"/>
                <a:cs typeface="Calibri"/>
              </a:defRPr>
            </a:lvl4pPr>
            <a:lvl5pPr algn="l">
              <a:defRPr sz="950" b="0">
                <a:solidFill>
                  <a:srgbClr val="4A4F6A"/>
                </a:solidFill>
                <a:latin typeface="Calibri"/>
                <a:ea typeface="Calibri"/>
                <a:cs typeface="Calibri"/>
              </a:defRPr>
            </a:lvl5pPr>
            <a:lvl6pPr algn="l">
              <a:defRPr sz="950" b="0">
                <a:solidFill>
                  <a:srgbClr val="4A4F6A"/>
                </a:solidFill>
                <a:latin typeface="Calibri"/>
                <a:ea typeface="Calibri"/>
                <a:cs typeface="Calibri"/>
              </a:defRPr>
            </a:lvl6pPr>
            <a:lvl7pPr algn="l">
              <a:defRPr sz="950" b="0">
                <a:solidFill>
                  <a:srgbClr val="4A4F6A"/>
                </a:solidFill>
                <a:latin typeface="Calibri"/>
                <a:ea typeface="Calibri"/>
                <a:cs typeface="Calibri"/>
              </a:defRPr>
            </a:lvl7pPr>
            <a:lvl8pPr algn="l">
              <a:defRPr sz="950" b="0">
                <a:solidFill>
                  <a:srgbClr val="4A4F6A"/>
                </a:solidFill>
                <a:latin typeface="Calibri"/>
                <a:ea typeface="Calibri"/>
                <a:cs typeface="Calibri"/>
              </a:defRPr>
            </a:lvl8pPr>
            <a:lvl9pPr algn="l">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5  Cost and blocking policy</a:t>
            </a:r>
          </a:p>
        </p:txBody>
      </p:sp>
      <p:sp>
        <p:nvSpPr>
          <p:cNvPr id="4" name="Rectangle 3">
            <a:extLst>
              <a:ext uri="{FF2B5EF4-FFF2-40B4-BE49-F238E27FC236}">
                <a16:creationId xmlns:a16="http://schemas.microsoft.com/office/drawing/2014/main" id="{3150FCCC-7AF9-4B97-9A03-0DFF2A22D7F4}"/>
              </a:ext>
            </a:extLst>
          </p:cNvPr>
          <p:cNvSpPr>
            <a:spLocks noGrp="1"/>
          </p:cNvSpPr>
          <p:nvPr/>
        </p:nvSpPr>
        <p:spPr>
          <a:xfrm>
            <a:off x="10953750" y="6229350"/>
            <a:ext cx="619125" cy="266700"/>
          </a:xfrm>
          <a:prstGeom prst="rect">
            <a:avLst/>
          </a:prstGeom>
          <a:noFill/>
          <a:ln w="0">
            <a:noFill/>
            <a:prstDash val="solid"/>
          </a:ln>
        </p:spPr>
        <p:txBody>
          <a:bodyPr wrap="square" lIns="0" tIns="0" rIns="0" bIns="0" anchor="ctr">
            <a:noAutofit/>
          </a:bodyPr>
          <a:lstStyle>
            <a:defPPr algn="r">
              <a:defRPr sz="950" b="0">
                <a:solidFill>
                  <a:srgbClr val="4A4F6A"/>
                </a:solidFill>
                <a:latin typeface="Calibri"/>
                <a:ea typeface="Calibri"/>
                <a:cs typeface="Calibri"/>
              </a:defRPr>
            </a:defPPr>
            <a:lvl1pPr algn="r">
              <a:defRPr sz="950" b="0">
                <a:solidFill>
                  <a:srgbClr val="4A4F6A"/>
                </a:solidFill>
                <a:latin typeface="Calibri"/>
                <a:ea typeface="Calibri"/>
                <a:cs typeface="Calibri"/>
              </a:defRPr>
            </a:lvl1pPr>
            <a:lvl2pPr algn="r">
              <a:defRPr sz="950" b="0">
                <a:solidFill>
                  <a:srgbClr val="4A4F6A"/>
                </a:solidFill>
                <a:latin typeface="Calibri"/>
                <a:ea typeface="Calibri"/>
                <a:cs typeface="Calibri"/>
              </a:defRPr>
            </a:lvl2pPr>
            <a:lvl3pPr algn="r">
              <a:defRPr sz="950" b="0">
                <a:solidFill>
                  <a:srgbClr val="4A4F6A"/>
                </a:solidFill>
                <a:latin typeface="Calibri"/>
                <a:ea typeface="Calibri"/>
                <a:cs typeface="Calibri"/>
              </a:defRPr>
            </a:lvl3pPr>
            <a:lvl4pPr algn="r">
              <a:defRPr sz="950" b="0">
                <a:solidFill>
                  <a:srgbClr val="4A4F6A"/>
                </a:solidFill>
                <a:latin typeface="Calibri"/>
                <a:ea typeface="Calibri"/>
                <a:cs typeface="Calibri"/>
              </a:defRPr>
            </a:lvl4pPr>
            <a:lvl5pPr algn="r">
              <a:defRPr sz="950" b="0">
                <a:solidFill>
                  <a:srgbClr val="4A4F6A"/>
                </a:solidFill>
                <a:latin typeface="Calibri"/>
                <a:ea typeface="Calibri"/>
                <a:cs typeface="Calibri"/>
              </a:defRPr>
            </a:lvl5pPr>
            <a:lvl6pPr algn="r">
              <a:defRPr sz="950" b="0">
                <a:solidFill>
                  <a:srgbClr val="4A4F6A"/>
                </a:solidFill>
                <a:latin typeface="Calibri"/>
                <a:ea typeface="Calibri"/>
                <a:cs typeface="Calibri"/>
              </a:defRPr>
            </a:lvl6pPr>
            <a:lvl7pPr algn="r">
              <a:defRPr sz="950" b="0">
                <a:solidFill>
                  <a:srgbClr val="4A4F6A"/>
                </a:solidFill>
                <a:latin typeface="Calibri"/>
                <a:ea typeface="Calibri"/>
                <a:cs typeface="Calibri"/>
              </a:defRPr>
            </a:lvl7pPr>
            <a:lvl8pPr algn="r">
              <a:defRPr sz="950" b="0">
                <a:solidFill>
                  <a:srgbClr val="4A4F6A"/>
                </a:solidFill>
                <a:latin typeface="Calibri"/>
                <a:ea typeface="Calibri"/>
                <a:cs typeface="Calibri"/>
              </a:defRPr>
            </a:lvl8pPr>
            <a:lvl9pPr algn="r">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08</a:t>
            </a:r>
          </a:p>
        </p:txBody>
      </p:sp>
      <p:graphicFrame>
        <p:nvGraphicFramePr>
          <p:cNvPr id="5" name="Table 4">
            <a:extLst>
              <a:ext uri="{FF2B5EF4-FFF2-40B4-BE49-F238E27FC236}">
                <a16:creationId xmlns:a16="http://schemas.microsoft.com/office/drawing/2014/main" id="{86AD76C7-75C3-4FF1-85D5-973372306171}"/>
              </a:ext>
            </a:extLst>
          </p:cNvPr>
          <p:cNvGraphicFramePr/>
          <p:nvPr/>
        </p:nvGraphicFramePr>
        <p:xfrm>
          <a:off x="619126" y="1809750"/>
          <a:ext cx="10953747" cy="2857500"/>
        </p:xfrm>
        <a:graphic>
          <a:graphicData uri="http://schemas.openxmlformats.org/drawingml/2006/table">
            <a:tbl>
              <a:tblPr/>
              <a:tblGrid>
                <a:gridCol w="2095500">
                  <a:extLst>
                    <a:ext uri="{9D8B030D-6E8A-4147-A177-3AD203B41FA5}">
                      <a16:colId xmlns:a16="http://schemas.microsoft.com/office/drawing/2014/main" val="20000"/>
                    </a:ext>
                  </a:extLst>
                </a:gridCol>
                <a:gridCol w="2952749">
                  <a:extLst>
                    <a:ext uri="{9D8B030D-6E8A-4147-A177-3AD203B41FA5}">
                      <a16:colId xmlns:a16="http://schemas.microsoft.com/office/drawing/2014/main" val="20001"/>
                    </a:ext>
                  </a:extLst>
                </a:gridCol>
                <a:gridCol w="2952749">
                  <a:extLst>
                    <a:ext uri="{9D8B030D-6E8A-4147-A177-3AD203B41FA5}">
                      <a16:colId xmlns:a16="http://schemas.microsoft.com/office/drawing/2014/main" val="20002"/>
                    </a:ext>
                  </a:extLst>
                </a:gridCol>
                <a:gridCol w="2952749">
                  <a:extLst>
                    <a:ext uri="{9D8B030D-6E8A-4147-A177-3AD203B41FA5}">
                      <a16:colId xmlns:a16="http://schemas.microsoft.com/office/drawing/2014/main" val="20003"/>
                    </a:ext>
                  </a:extLst>
                </a:gridCol>
              </a:tblGrid>
              <a:tr h="714375">
                <a:tc>
                  <a:txBody>
                    <a:bodyPr/>
                    <a:lstStyle/>
                    <a:p>
                      <a:r>
                        <a:rPr sz="1700" b="1">
                          <a:solidFill>
                            <a:srgbClr val="FFFFFF"/>
                          </a:solidFill>
                          <a:latin typeface="Calibri"/>
                          <a:ea typeface="Calibri"/>
                          <a:cs typeface="Calibri"/>
                        </a:rPr>
                        <a:t>Threshold</a:t>
                      </a:r>
                    </a:p>
                  </a:txBody>
                  <a:tcPr anchor="ctr">
                    <a:lnL w="7144">
                      <a:solidFill>
                        <a:srgbClr val="C9CEF2"/>
                      </a:solidFill>
                      <a:prstDash val="solid"/>
                    </a:lnL>
                    <a:lnR w="7144">
                      <a:solidFill>
                        <a:srgbClr val="C9CEF2"/>
                      </a:solidFill>
                      <a:prstDash val="solid"/>
                    </a:lnR>
                    <a:lnT w="7144">
                      <a:solidFill>
                        <a:srgbClr val="C9CEF2"/>
                      </a:solidFill>
                      <a:prstDash val="solid"/>
                    </a:lnT>
                    <a:lnB w="7144">
                      <a:solidFill>
                        <a:srgbClr val="C9CEF2"/>
                      </a:solidFill>
                      <a:prstDash val="solid"/>
                    </a:lnB>
                    <a:solidFill>
                      <a:srgbClr val="1B1F3B"/>
                    </a:solidFill>
                  </a:tcPr>
                </a:tc>
                <a:tc>
                  <a:txBody>
                    <a:bodyPr/>
                    <a:lstStyle/>
                    <a:p>
                      <a:r>
                        <a:rPr sz="1700" b="1">
                          <a:solidFill>
                            <a:srgbClr val="FFFFFF"/>
                          </a:solidFill>
                          <a:latin typeface="Calibri"/>
                          <a:ea typeface="Calibri"/>
                          <a:cs typeface="Calibri"/>
                        </a:rPr>
                        <a:t>Blocked cells caught</a:t>
                      </a:r>
                    </a:p>
                    <a:p>
                      <a:r>
                        <a:rPr sz="1700" b="1">
                          <a:solidFill>
                            <a:srgbClr val="FFFFFF"/>
                          </a:solidFill>
                          <a:latin typeface="Calibri"/>
                          <a:ea typeface="Calibri"/>
                          <a:cs typeface="Calibri"/>
                        </a:rPr>
                        <a:t>(out of 100)</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a:solidFill>
                        <a:srgbClr val="C9CEF2"/>
                      </a:solidFill>
                      <a:prstDash val="solid"/>
                    </a:lnT>
                    <a:lnB w="7144">
                      <a:solidFill>
                        <a:srgbClr val="C9CEF2"/>
                      </a:solidFill>
                      <a:prstDash val="solid"/>
                    </a:lnB>
                    <a:solidFill>
                      <a:srgbClr val="1B1F3B"/>
                    </a:solidFill>
                  </a:tcPr>
                </a:tc>
                <a:tc>
                  <a:txBody>
                    <a:bodyPr/>
                    <a:lstStyle/>
                    <a:p>
                      <a:r>
                        <a:rPr sz="1700" b="1">
                          <a:solidFill>
                            <a:srgbClr val="FFFFFF"/>
                          </a:solidFill>
                          <a:latin typeface="Calibri"/>
                          <a:ea typeface="Calibri"/>
                          <a:cs typeface="Calibri"/>
                        </a:rPr>
                        <a:t>Open cells excluded</a:t>
                      </a:r>
                    </a:p>
                    <a:p>
                      <a:r>
                        <a:rPr sz="1700" b="1">
                          <a:solidFill>
                            <a:srgbClr val="FFFFFF"/>
                          </a:solidFill>
                          <a:latin typeface="Calibri"/>
                          <a:ea typeface="Calibri"/>
                          <a:cs typeface="Calibri"/>
                        </a:rPr>
                        <a:t>(out of 1,000)</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a:solidFill>
                        <a:srgbClr val="C9CEF2"/>
                      </a:solidFill>
                      <a:prstDash val="solid"/>
                    </a:lnT>
                    <a:lnB w="7144">
                      <a:solidFill>
                        <a:srgbClr val="C9CEF2"/>
                      </a:solidFill>
                      <a:prstDash val="solid"/>
                    </a:lnB>
                    <a:solidFill>
                      <a:srgbClr val="1B1F3B"/>
                    </a:solidFill>
                  </a:tcPr>
                </a:tc>
                <a:tc>
                  <a:txBody>
                    <a:bodyPr/>
                    <a:lstStyle/>
                    <a:p>
                      <a:r>
                        <a:rPr sz="1700" b="1">
                          <a:solidFill>
                            <a:srgbClr val="FFFFFF"/>
                          </a:solidFill>
                          <a:latin typeface="Calibri"/>
                          <a:ea typeface="Calibri"/>
                          <a:cs typeface="Calibri"/>
                        </a:rPr>
                        <a:t>Routes found</a:t>
                      </a:r>
                    </a:p>
                    <a:p>
                      <a:r>
                        <a:rPr sz="1700" b="1">
                          <a:solidFill>
                            <a:srgbClr val="FFFFFF"/>
                          </a:solidFill>
                          <a:latin typeface="Calibri"/>
                          <a:ea typeface="Calibri"/>
                          <a:cs typeface="Calibri"/>
                        </a:rPr>
                        <a:t>(out of 20 missions)</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a:solidFill>
                        <a:srgbClr val="C9CEF2"/>
                      </a:solidFill>
                      <a:prstDash val="solid"/>
                    </a:lnT>
                    <a:lnB w="7144">
                      <a:solidFill>
                        <a:srgbClr val="C9CEF2"/>
                      </a:solidFill>
                      <a:prstDash val="solid"/>
                    </a:lnB>
                    <a:solidFill>
                      <a:srgbClr val="1B1F3B"/>
                    </a:solidFill>
                  </a:tcPr>
                </a:tc>
                <a:extLst>
                  <a:ext uri="{0D108BD9-81ED-4DB2-BD59-A6C34878D82A}">
                    <a16:rowId xmlns:a16="http://schemas.microsoft.com/office/drawing/2014/main" val="10000"/>
                  </a:ext>
                </a:extLst>
              </a:tr>
              <a:tr h="714375">
                <a:tc>
                  <a:txBody>
                    <a:bodyPr/>
                    <a:lstStyle/>
                    <a:p>
                      <a:r>
                        <a:rPr sz="1700" b="0">
                          <a:solidFill>
                            <a:srgbClr val="1B1F3B"/>
                          </a:solidFill>
                          <a:latin typeface="Calibri"/>
                          <a:ea typeface="Calibri"/>
                          <a:cs typeface="Calibri"/>
                        </a:rPr>
                        <a:t>50%</a:t>
                      </a:r>
                    </a:p>
                  </a:txBody>
                  <a:tcPr anchor="ctr">
                    <a:lnL w="7144">
                      <a:solidFill>
                        <a:srgbClr val="C9CEF2"/>
                      </a:solidFill>
                      <a:prstDash val="soli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FFFFFF"/>
                    </a:solidFill>
                  </a:tcPr>
                </a:tc>
                <a:tc>
                  <a:txBody>
                    <a:bodyPr/>
                    <a:lstStyle/>
                    <a:p>
                      <a:r>
                        <a:rPr sz="1700" b="0">
                          <a:solidFill>
                            <a:srgbClr val="1B1F3B"/>
                          </a:solidFill>
                          <a:latin typeface="Calibri"/>
                          <a:ea typeface="Calibri"/>
                          <a:cs typeface="Calibri"/>
                        </a:rPr>
                        <a:t>60</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E0F1ED"/>
                    </a:solidFill>
                  </a:tcPr>
                </a:tc>
                <a:tc>
                  <a:txBody>
                    <a:bodyPr/>
                    <a:lstStyle/>
                    <a:p>
                      <a:r>
                        <a:rPr sz="1700" b="0">
                          <a:solidFill>
                            <a:srgbClr val="1B1F3B"/>
                          </a:solidFill>
                          <a:latin typeface="Calibri"/>
                          <a:ea typeface="Calibri"/>
                          <a:cs typeface="Calibri"/>
                        </a:rPr>
                        <a:t>20</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FBE5E5"/>
                    </a:solidFill>
                  </a:tcPr>
                </a:tc>
                <a:tc>
                  <a:txBody>
                    <a:bodyPr/>
                    <a:lstStyle/>
                    <a:p>
                      <a:r>
                        <a:rPr sz="1700" b="0">
                          <a:solidFill>
                            <a:srgbClr val="1B1F3B"/>
                          </a:solidFill>
                          <a:latin typeface="Calibri"/>
                          <a:ea typeface="Calibri"/>
                          <a:cs typeface="Calibri"/>
                        </a:rPr>
                        <a:t>20</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E0F1ED"/>
                    </a:solidFill>
                  </a:tcPr>
                </a:tc>
                <a:extLst>
                  <a:ext uri="{0D108BD9-81ED-4DB2-BD59-A6C34878D82A}">
                    <a16:rowId xmlns:a16="http://schemas.microsoft.com/office/drawing/2014/main" val="10001"/>
                  </a:ext>
                </a:extLst>
              </a:tr>
              <a:tr h="714375">
                <a:tc>
                  <a:txBody>
                    <a:bodyPr/>
                    <a:lstStyle/>
                    <a:p>
                      <a:r>
                        <a:rPr sz="1700" b="0">
                          <a:solidFill>
                            <a:srgbClr val="1B1F3B"/>
                          </a:solidFill>
                          <a:latin typeface="Calibri"/>
                          <a:ea typeface="Calibri"/>
                          <a:cs typeface="Calibri"/>
                        </a:rPr>
                        <a:t>30%</a:t>
                      </a:r>
                    </a:p>
                  </a:txBody>
                  <a:tcPr anchor="ctr">
                    <a:lnL w="7144">
                      <a:solidFill>
                        <a:srgbClr val="C9CEF2"/>
                      </a:solidFill>
                      <a:prstDash val="soli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DDDFED"/>
                    </a:solidFill>
                  </a:tcPr>
                </a:tc>
                <a:tc>
                  <a:txBody>
                    <a:bodyPr/>
                    <a:lstStyle/>
                    <a:p>
                      <a:r>
                        <a:rPr sz="1700" b="0">
                          <a:solidFill>
                            <a:srgbClr val="1B1F3B"/>
                          </a:solidFill>
                          <a:latin typeface="Calibri"/>
                          <a:ea typeface="Calibri"/>
                          <a:cs typeface="Calibri"/>
                        </a:rPr>
                        <a:t>85</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E0F1ED"/>
                    </a:solidFill>
                  </a:tcPr>
                </a:tc>
                <a:tc>
                  <a:txBody>
                    <a:bodyPr/>
                    <a:lstStyle/>
                    <a:p>
                      <a:r>
                        <a:rPr sz="1700" b="0">
                          <a:solidFill>
                            <a:srgbClr val="1B1F3B"/>
                          </a:solidFill>
                          <a:latin typeface="Calibri"/>
                          <a:ea typeface="Calibri"/>
                          <a:cs typeface="Calibri"/>
                        </a:rPr>
                        <a:t>70</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FBE5E5"/>
                    </a:solidFill>
                  </a:tcPr>
                </a:tc>
                <a:tc>
                  <a:txBody>
                    <a:bodyPr/>
                    <a:lstStyle/>
                    <a:p>
                      <a:r>
                        <a:rPr sz="1700" b="0">
                          <a:solidFill>
                            <a:srgbClr val="1B1F3B"/>
                          </a:solidFill>
                          <a:latin typeface="Calibri"/>
                          <a:ea typeface="Calibri"/>
                          <a:cs typeface="Calibri"/>
                        </a:rPr>
                        <a:t>18</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E0F1ED"/>
                    </a:solidFill>
                  </a:tcPr>
                </a:tc>
                <a:extLst>
                  <a:ext uri="{0D108BD9-81ED-4DB2-BD59-A6C34878D82A}">
                    <a16:rowId xmlns:a16="http://schemas.microsoft.com/office/drawing/2014/main" val="10002"/>
                  </a:ext>
                </a:extLst>
              </a:tr>
              <a:tr h="714375">
                <a:tc>
                  <a:txBody>
                    <a:bodyPr/>
                    <a:lstStyle/>
                    <a:p>
                      <a:r>
                        <a:rPr sz="1700" b="0">
                          <a:solidFill>
                            <a:srgbClr val="1B1F3B"/>
                          </a:solidFill>
                          <a:latin typeface="Calibri"/>
                          <a:ea typeface="Calibri"/>
                          <a:cs typeface="Calibri"/>
                        </a:rPr>
                        <a:t>15%</a:t>
                      </a:r>
                    </a:p>
                  </a:txBody>
                  <a:tcPr anchor="ctr">
                    <a:lnL w="7144">
                      <a:solidFill>
                        <a:srgbClr val="C9CEF2"/>
                      </a:solidFill>
                      <a:prstDash val="soli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FFFFFF"/>
                    </a:solidFill>
                  </a:tcPr>
                </a:tc>
                <a:tc>
                  <a:txBody>
                    <a:bodyPr/>
                    <a:lstStyle/>
                    <a:p>
                      <a:r>
                        <a:rPr sz="1700" b="0">
                          <a:solidFill>
                            <a:srgbClr val="1B1F3B"/>
                          </a:solidFill>
                          <a:latin typeface="Calibri"/>
                          <a:ea typeface="Calibri"/>
                          <a:cs typeface="Calibri"/>
                        </a:rPr>
                        <a:t>96</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E0F1ED"/>
                    </a:solidFill>
                  </a:tcPr>
                </a:tc>
                <a:tc>
                  <a:txBody>
                    <a:bodyPr/>
                    <a:lstStyle/>
                    <a:p>
                      <a:r>
                        <a:rPr sz="1700" b="0">
                          <a:solidFill>
                            <a:srgbClr val="1B1F3B"/>
                          </a:solidFill>
                          <a:latin typeface="Calibri"/>
                          <a:ea typeface="Calibri"/>
                          <a:cs typeface="Calibri"/>
                        </a:rPr>
                        <a:t>180</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FBE5E5"/>
                    </a:solidFill>
                  </a:tcPr>
                </a:tc>
                <a:tc>
                  <a:txBody>
                    <a:bodyPr/>
                    <a:lstStyle/>
                    <a:p>
                      <a:r>
                        <a:rPr sz="1700" b="0">
                          <a:solidFill>
                            <a:srgbClr val="1B1F3B"/>
                          </a:solidFill>
                          <a:latin typeface="Calibri"/>
                          <a:ea typeface="Calibri"/>
                          <a:cs typeface="Calibri"/>
                        </a:rPr>
                        <a:t>12</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E0F1ED"/>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F9874DA0-5936-4B8C-AEF5-9E056E121A3A}"/>
              </a:ext>
            </a:extLst>
          </p:cNvPr>
          <p:cNvSpPr>
            <a:spLocks noGrp="1"/>
          </p:cNvSpPr>
          <p:nvPr/>
        </p:nvSpPr>
        <p:spPr>
          <a:xfrm>
            <a:off x="609600" y="5238749"/>
            <a:ext cx="10972800" cy="457200"/>
          </a:xfrm>
          <a:prstGeom prst="rect">
            <a:avLst/>
          </a:prstGeom>
          <a:noFill/>
          <a:ln w="0">
            <a:noFill/>
            <a:prstDash val="solid"/>
          </a:ln>
        </p:spPr>
        <p:txBody>
          <a:bodyPr wrap="square" lIns="0" tIns="0" rIns="0" bIns="0" anchor="ctr">
            <a:noAutofit/>
          </a:bodyPr>
          <a:lstStyle>
            <a:defPPr algn="l">
              <a:defRPr sz="1300" b="0">
                <a:solidFill>
                  <a:srgbClr val="4A4F6A"/>
                </a:solidFill>
                <a:latin typeface="Calibri"/>
                <a:ea typeface="Calibri"/>
                <a:cs typeface="Calibri"/>
              </a:defRPr>
            </a:defPPr>
            <a:lvl1pPr algn="l">
              <a:defRPr sz="1300" b="0">
                <a:solidFill>
                  <a:srgbClr val="4A4F6A"/>
                </a:solidFill>
                <a:latin typeface="Calibri"/>
                <a:ea typeface="Calibri"/>
                <a:cs typeface="Calibri"/>
              </a:defRPr>
            </a:lvl1pPr>
            <a:lvl2pPr algn="l">
              <a:defRPr sz="1300" b="0">
                <a:solidFill>
                  <a:srgbClr val="4A4F6A"/>
                </a:solidFill>
                <a:latin typeface="Calibri"/>
                <a:ea typeface="Calibri"/>
                <a:cs typeface="Calibri"/>
              </a:defRPr>
            </a:lvl2pPr>
            <a:lvl3pPr algn="l">
              <a:defRPr sz="1300" b="0">
                <a:solidFill>
                  <a:srgbClr val="4A4F6A"/>
                </a:solidFill>
                <a:latin typeface="Calibri"/>
                <a:ea typeface="Calibri"/>
                <a:cs typeface="Calibri"/>
              </a:defRPr>
            </a:lvl3pPr>
            <a:lvl4pPr algn="l">
              <a:defRPr sz="1300" b="0">
                <a:solidFill>
                  <a:srgbClr val="4A4F6A"/>
                </a:solidFill>
                <a:latin typeface="Calibri"/>
                <a:ea typeface="Calibri"/>
                <a:cs typeface="Calibri"/>
              </a:defRPr>
            </a:lvl4pPr>
            <a:lvl5pPr algn="l">
              <a:defRPr sz="1300" b="0">
                <a:solidFill>
                  <a:srgbClr val="4A4F6A"/>
                </a:solidFill>
                <a:latin typeface="Calibri"/>
                <a:ea typeface="Calibri"/>
                <a:cs typeface="Calibri"/>
              </a:defRPr>
            </a:lvl5pPr>
            <a:lvl6pPr algn="l">
              <a:defRPr sz="1300" b="0">
                <a:solidFill>
                  <a:srgbClr val="4A4F6A"/>
                </a:solidFill>
                <a:latin typeface="Calibri"/>
                <a:ea typeface="Calibri"/>
                <a:cs typeface="Calibri"/>
              </a:defRPr>
            </a:lvl6pPr>
            <a:lvl7pPr algn="l">
              <a:defRPr sz="1300" b="0">
                <a:solidFill>
                  <a:srgbClr val="4A4F6A"/>
                </a:solidFill>
                <a:latin typeface="Calibri"/>
                <a:ea typeface="Calibri"/>
                <a:cs typeface="Calibri"/>
              </a:defRPr>
            </a:lvl7pPr>
            <a:lvl8pPr algn="l">
              <a:defRPr sz="1300" b="0">
                <a:solidFill>
                  <a:srgbClr val="4A4F6A"/>
                </a:solidFill>
                <a:latin typeface="Calibri"/>
                <a:ea typeface="Calibri"/>
                <a:cs typeface="Calibri"/>
              </a:defRPr>
            </a:lvl8pPr>
            <a:lvl9pPr algn="l">
              <a:defRPr sz="1300" b="0">
                <a:solidFill>
                  <a:srgbClr val="4A4F6A"/>
                </a:solidFill>
                <a:latin typeface="Calibri"/>
                <a:ea typeface="Calibri"/>
                <a:cs typeface="Calibri"/>
              </a:defRPr>
            </a:lvl9pPr>
          </a:lstStyle>
          <a:p>
            <a:pPr defTabSz="1219170">
              <a:defRPr sz="1300" b="0">
                <a:solidFill>
                  <a:srgbClr val="4A4F6A"/>
                </a:solidFill>
                <a:latin typeface="Calibri"/>
                <a:ea typeface="Calibri"/>
                <a:cs typeface="Calibri"/>
              </a:defRPr>
            </a:pPr>
            <a:r>
              <a:rPr sz="1733"/>
              <a:t>Illustrative validation: the same known cells and the same 20 missions.</a:t>
            </a:r>
          </a:p>
        </p:txBody>
      </p:sp>
    </p:spTree>
    <p:extLst>
      <p:ext uri="{BB962C8B-B14F-4D97-AF65-F5344CB8AC3E}">
        <p14:creationId xmlns:p14="http://schemas.microsoft.com/office/powerpoint/2010/main" val="24131255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 name="Rectangle 58"/>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sz="2400">
              <a:solidFill>
                <a:srgbClr val="FFFFFF"/>
              </a:solidFill>
              <a:latin typeface="Calibri"/>
            </a:endParaRPr>
          </a:p>
        </p:txBody>
      </p:sp>
      <p:sp>
        <p:nvSpPr>
          <p:cNvPr id="2" name="Rectangle 1">
            <a:extLst>
              <a:ext uri="{FF2B5EF4-FFF2-40B4-BE49-F238E27FC236}">
                <a16:creationId xmlns:a16="http://schemas.microsoft.com/office/drawing/2014/main" id="{302CBAB7-ADC6-4866-8E11-4AB0F1D5D561}"/>
              </a:ext>
            </a:extLst>
          </p:cNvPr>
          <p:cNvSpPr>
            <a:spLocks noGrp="1"/>
          </p:cNvSpPr>
          <p:nvPr/>
        </p:nvSpPr>
        <p:spPr>
          <a:xfrm>
            <a:off x="731520" y="365760"/>
            <a:ext cx="10728960" cy="853440"/>
          </a:xfrm>
          <a:prstGeom prst="rect">
            <a:avLst/>
          </a:prstGeom>
          <a:noFill/>
          <a:ln w="0">
            <a:noFill/>
            <a:prstDash val="solid"/>
          </a:ln>
        </p:spPr>
        <p:txBody>
          <a:bodyPr wrap="square" lIns="0" tIns="0" rIns="0" bIns="0" anchor="ctr">
            <a:noAutofit/>
          </a:bodyPr>
          <a:lstStyle>
            <a:defPPr algn="l">
              <a:defRPr sz="2350" b="1">
                <a:solidFill>
                  <a:srgbClr val="1B1F3B"/>
                </a:solidFill>
                <a:latin typeface="Calibri"/>
                <a:ea typeface="Calibri"/>
                <a:cs typeface="Calibri"/>
              </a:defRPr>
            </a:defPPr>
            <a:lvl1pPr algn="l">
              <a:defRPr sz="2350" b="1">
                <a:solidFill>
                  <a:srgbClr val="1B1F3B"/>
                </a:solidFill>
                <a:latin typeface="Calibri"/>
                <a:ea typeface="Calibri"/>
                <a:cs typeface="Calibri"/>
              </a:defRPr>
            </a:lvl1pPr>
            <a:lvl2pPr algn="l">
              <a:defRPr sz="2350" b="1">
                <a:solidFill>
                  <a:srgbClr val="1B1F3B"/>
                </a:solidFill>
                <a:latin typeface="Calibri"/>
                <a:ea typeface="Calibri"/>
                <a:cs typeface="Calibri"/>
              </a:defRPr>
            </a:lvl2pPr>
            <a:lvl3pPr algn="l">
              <a:defRPr sz="2350" b="1">
                <a:solidFill>
                  <a:srgbClr val="1B1F3B"/>
                </a:solidFill>
                <a:latin typeface="Calibri"/>
                <a:ea typeface="Calibri"/>
                <a:cs typeface="Calibri"/>
              </a:defRPr>
            </a:lvl3pPr>
            <a:lvl4pPr algn="l">
              <a:defRPr sz="2350" b="1">
                <a:solidFill>
                  <a:srgbClr val="1B1F3B"/>
                </a:solidFill>
                <a:latin typeface="Calibri"/>
                <a:ea typeface="Calibri"/>
                <a:cs typeface="Calibri"/>
              </a:defRPr>
            </a:lvl4pPr>
            <a:lvl5pPr algn="l">
              <a:defRPr sz="2350" b="1">
                <a:solidFill>
                  <a:srgbClr val="1B1F3B"/>
                </a:solidFill>
                <a:latin typeface="Calibri"/>
                <a:ea typeface="Calibri"/>
                <a:cs typeface="Calibri"/>
              </a:defRPr>
            </a:lvl5pPr>
            <a:lvl6pPr algn="l">
              <a:defRPr sz="2350" b="1">
                <a:solidFill>
                  <a:srgbClr val="1B1F3B"/>
                </a:solidFill>
                <a:latin typeface="Calibri"/>
                <a:ea typeface="Calibri"/>
                <a:cs typeface="Calibri"/>
              </a:defRPr>
            </a:lvl6pPr>
            <a:lvl7pPr algn="l">
              <a:defRPr sz="2350" b="1">
                <a:solidFill>
                  <a:srgbClr val="1B1F3B"/>
                </a:solidFill>
                <a:latin typeface="Calibri"/>
                <a:ea typeface="Calibri"/>
                <a:cs typeface="Calibri"/>
              </a:defRPr>
            </a:lvl7pPr>
            <a:lvl8pPr algn="l">
              <a:defRPr sz="2350" b="1">
                <a:solidFill>
                  <a:srgbClr val="1B1F3B"/>
                </a:solidFill>
                <a:latin typeface="Calibri"/>
                <a:ea typeface="Calibri"/>
                <a:cs typeface="Calibri"/>
              </a:defRPr>
            </a:lvl8pPr>
            <a:lvl9pPr algn="l">
              <a:defRPr sz="2350" b="1">
                <a:solidFill>
                  <a:srgbClr val="1B1F3B"/>
                </a:solidFill>
                <a:latin typeface="Calibri"/>
                <a:ea typeface="Calibri"/>
                <a:cs typeface="Calibri"/>
              </a:defRPr>
            </a:lvl9pPr>
          </a:lstStyle>
          <a:p>
            <a:pPr defTabSz="1219170">
              <a:defRPr sz="2350" b="1">
                <a:solidFill>
                  <a:srgbClr val="1B1F3B"/>
                </a:solidFill>
                <a:latin typeface="Calibri"/>
                <a:ea typeface="Calibri"/>
                <a:cs typeface="Calibri"/>
              </a:defRPr>
            </a:pPr>
            <a:r>
              <a:rPr sz="3200"/>
              <a:t>Changing cost values can change the choice</a:t>
            </a:r>
          </a:p>
        </p:txBody>
      </p:sp>
      <p:sp>
        <p:nvSpPr>
          <p:cNvPr id="3" name="Rectangle 2">
            <a:extLst>
              <a:ext uri="{FF2B5EF4-FFF2-40B4-BE49-F238E27FC236}">
                <a16:creationId xmlns:a16="http://schemas.microsoft.com/office/drawing/2014/main" id="{669A4D1B-DCBD-4935-BEC2-4122C4F111CE}"/>
              </a:ext>
            </a:extLst>
          </p:cNvPr>
          <p:cNvSpPr>
            <a:spLocks noGrp="1"/>
          </p:cNvSpPr>
          <p:nvPr/>
        </p:nvSpPr>
        <p:spPr>
          <a:xfrm>
            <a:off x="609601" y="6229350"/>
            <a:ext cx="9334500" cy="266700"/>
          </a:xfrm>
          <a:prstGeom prst="rect">
            <a:avLst/>
          </a:prstGeom>
          <a:noFill/>
          <a:ln w="0">
            <a:noFill/>
            <a:prstDash val="solid"/>
          </a:ln>
        </p:spPr>
        <p:txBody>
          <a:bodyPr wrap="square" lIns="0" tIns="0" rIns="0" bIns="0" anchor="ctr">
            <a:noAutofit/>
          </a:bodyPr>
          <a:lstStyle>
            <a:defPPr algn="l">
              <a:defRPr sz="950" b="0">
                <a:solidFill>
                  <a:srgbClr val="4A4F6A"/>
                </a:solidFill>
                <a:latin typeface="Calibri"/>
                <a:ea typeface="Calibri"/>
                <a:cs typeface="Calibri"/>
              </a:defRPr>
            </a:defPPr>
            <a:lvl1pPr algn="l">
              <a:defRPr sz="950" b="0">
                <a:solidFill>
                  <a:srgbClr val="4A4F6A"/>
                </a:solidFill>
                <a:latin typeface="Calibri"/>
                <a:ea typeface="Calibri"/>
                <a:cs typeface="Calibri"/>
              </a:defRPr>
            </a:lvl1pPr>
            <a:lvl2pPr algn="l">
              <a:defRPr sz="950" b="0">
                <a:solidFill>
                  <a:srgbClr val="4A4F6A"/>
                </a:solidFill>
                <a:latin typeface="Calibri"/>
                <a:ea typeface="Calibri"/>
                <a:cs typeface="Calibri"/>
              </a:defRPr>
            </a:lvl2pPr>
            <a:lvl3pPr algn="l">
              <a:defRPr sz="950" b="0">
                <a:solidFill>
                  <a:srgbClr val="4A4F6A"/>
                </a:solidFill>
                <a:latin typeface="Calibri"/>
                <a:ea typeface="Calibri"/>
                <a:cs typeface="Calibri"/>
              </a:defRPr>
            </a:lvl3pPr>
            <a:lvl4pPr algn="l">
              <a:defRPr sz="950" b="0">
                <a:solidFill>
                  <a:srgbClr val="4A4F6A"/>
                </a:solidFill>
                <a:latin typeface="Calibri"/>
                <a:ea typeface="Calibri"/>
                <a:cs typeface="Calibri"/>
              </a:defRPr>
            </a:lvl4pPr>
            <a:lvl5pPr algn="l">
              <a:defRPr sz="950" b="0">
                <a:solidFill>
                  <a:srgbClr val="4A4F6A"/>
                </a:solidFill>
                <a:latin typeface="Calibri"/>
                <a:ea typeface="Calibri"/>
                <a:cs typeface="Calibri"/>
              </a:defRPr>
            </a:lvl5pPr>
            <a:lvl6pPr algn="l">
              <a:defRPr sz="950" b="0">
                <a:solidFill>
                  <a:srgbClr val="4A4F6A"/>
                </a:solidFill>
                <a:latin typeface="Calibri"/>
                <a:ea typeface="Calibri"/>
                <a:cs typeface="Calibri"/>
              </a:defRPr>
            </a:lvl6pPr>
            <a:lvl7pPr algn="l">
              <a:defRPr sz="950" b="0">
                <a:solidFill>
                  <a:srgbClr val="4A4F6A"/>
                </a:solidFill>
                <a:latin typeface="Calibri"/>
                <a:ea typeface="Calibri"/>
                <a:cs typeface="Calibri"/>
              </a:defRPr>
            </a:lvl7pPr>
            <a:lvl8pPr algn="l">
              <a:defRPr sz="950" b="0">
                <a:solidFill>
                  <a:srgbClr val="4A4F6A"/>
                </a:solidFill>
                <a:latin typeface="Calibri"/>
                <a:ea typeface="Calibri"/>
                <a:cs typeface="Calibri"/>
              </a:defRPr>
            </a:lvl8pPr>
            <a:lvl9pPr algn="l">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5  Cost and blocking policy</a:t>
            </a:r>
          </a:p>
        </p:txBody>
      </p:sp>
      <p:sp>
        <p:nvSpPr>
          <p:cNvPr id="4" name="Rectangle 3">
            <a:extLst>
              <a:ext uri="{FF2B5EF4-FFF2-40B4-BE49-F238E27FC236}">
                <a16:creationId xmlns:a16="http://schemas.microsoft.com/office/drawing/2014/main" id="{11203C51-8CB3-4E7F-AAD3-95B8E4F80197}"/>
              </a:ext>
            </a:extLst>
          </p:cNvPr>
          <p:cNvSpPr>
            <a:spLocks noGrp="1"/>
          </p:cNvSpPr>
          <p:nvPr/>
        </p:nvSpPr>
        <p:spPr>
          <a:xfrm>
            <a:off x="10953750" y="6229350"/>
            <a:ext cx="619125" cy="266700"/>
          </a:xfrm>
          <a:prstGeom prst="rect">
            <a:avLst/>
          </a:prstGeom>
          <a:noFill/>
          <a:ln w="0">
            <a:noFill/>
            <a:prstDash val="solid"/>
          </a:ln>
        </p:spPr>
        <p:txBody>
          <a:bodyPr wrap="square" lIns="0" tIns="0" rIns="0" bIns="0" anchor="ctr">
            <a:noAutofit/>
          </a:bodyPr>
          <a:lstStyle>
            <a:defPPr algn="r">
              <a:defRPr sz="950" b="0">
                <a:solidFill>
                  <a:srgbClr val="4A4F6A"/>
                </a:solidFill>
                <a:latin typeface="Calibri"/>
                <a:ea typeface="Calibri"/>
                <a:cs typeface="Calibri"/>
              </a:defRPr>
            </a:defPPr>
            <a:lvl1pPr algn="r">
              <a:defRPr sz="950" b="0">
                <a:solidFill>
                  <a:srgbClr val="4A4F6A"/>
                </a:solidFill>
                <a:latin typeface="Calibri"/>
                <a:ea typeface="Calibri"/>
                <a:cs typeface="Calibri"/>
              </a:defRPr>
            </a:lvl1pPr>
            <a:lvl2pPr algn="r">
              <a:defRPr sz="950" b="0">
                <a:solidFill>
                  <a:srgbClr val="4A4F6A"/>
                </a:solidFill>
                <a:latin typeface="Calibri"/>
                <a:ea typeface="Calibri"/>
                <a:cs typeface="Calibri"/>
              </a:defRPr>
            </a:lvl2pPr>
            <a:lvl3pPr algn="r">
              <a:defRPr sz="950" b="0">
                <a:solidFill>
                  <a:srgbClr val="4A4F6A"/>
                </a:solidFill>
                <a:latin typeface="Calibri"/>
                <a:ea typeface="Calibri"/>
                <a:cs typeface="Calibri"/>
              </a:defRPr>
            </a:lvl3pPr>
            <a:lvl4pPr algn="r">
              <a:defRPr sz="950" b="0">
                <a:solidFill>
                  <a:srgbClr val="4A4F6A"/>
                </a:solidFill>
                <a:latin typeface="Calibri"/>
                <a:ea typeface="Calibri"/>
                <a:cs typeface="Calibri"/>
              </a:defRPr>
            </a:lvl4pPr>
            <a:lvl5pPr algn="r">
              <a:defRPr sz="950" b="0">
                <a:solidFill>
                  <a:srgbClr val="4A4F6A"/>
                </a:solidFill>
                <a:latin typeface="Calibri"/>
                <a:ea typeface="Calibri"/>
                <a:cs typeface="Calibri"/>
              </a:defRPr>
            </a:lvl5pPr>
            <a:lvl6pPr algn="r">
              <a:defRPr sz="950" b="0">
                <a:solidFill>
                  <a:srgbClr val="4A4F6A"/>
                </a:solidFill>
                <a:latin typeface="Calibri"/>
                <a:ea typeface="Calibri"/>
                <a:cs typeface="Calibri"/>
              </a:defRPr>
            </a:lvl6pPr>
            <a:lvl7pPr algn="r">
              <a:defRPr sz="950" b="0">
                <a:solidFill>
                  <a:srgbClr val="4A4F6A"/>
                </a:solidFill>
                <a:latin typeface="Calibri"/>
                <a:ea typeface="Calibri"/>
                <a:cs typeface="Calibri"/>
              </a:defRPr>
            </a:lvl7pPr>
            <a:lvl8pPr algn="r">
              <a:defRPr sz="950" b="0">
                <a:solidFill>
                  <a:srgbClr val="4A4F6A"/>
                </a:solidFill>
                <a:latin typeface="Calibri"/>
                <a:ea typeface="Calibri"/>
                <a:cs typeface="Calibri"/>
              </a:defRPr>
            </a:lvl8pPr>
            <a:lvl9pPr algn="r">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09</a:t>
            </a:r>
          </a:p>
        </p:txBody>
      </p:sp>
      <p:sp>
        <p:nvSpPr>
          <p:cNvPr id="5" name="Rectangle 4">
            <a:extLst>
              <a:ext uri="{FF2B5EF4-FFF2-40B4-BE49-F238E27FC236}">
                <a16:creationId xmlns:a16="http://schemas.microsoft.com/office/drawing/2014/main" id="{DFFBDF33-F879-4F28-9670-BC14C5A8510F}"/>
              </a:ext>
            </a:extLst>
          </p:cNvPr>
          <p:cNvSpPr>
            <a:spLocks noGrp="1"/>
          </p:cNvSpPr>
          <p:nvPr/>
        </p:nvSpPr>
        <p:spPr>
          <a:xfrm>
            <a:off x="714376" y="2286001"/>
            <a:ext cx="733425" cy="7334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6" name="Rectangle 5">
            <a:extLst>
              <a:ext uri="{FF2B5EF4-FFF2-40B4-BE49-F238E27FC236}">
                <a16:creationId xmlns:a16="http://schemas.microsoft.com/office/drawing/2014/main" id="{ADA49179-3F7C-44E1-8713-6E849FEA262F}"/>
              </a:ext>
            </a:extLst>
          </p:cNvPr>
          <p:cNvSpPr>
            <a:spLocks noGrp="1"/>
          </p:cNvSpPr>
          <p:nvPr/>
        </p:nvSpPr>
        <p:spPr>
          <a:xfrm>
            <a:off x="1476376" y="2286001"/>
            <a:ext cx="733425" cy="7334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7" name="Rectangle 6">
            <a:extLst>
              <a:ext uri="{FF2B5EF4-FFF2-40B4-BE49-F238E27FC236}">
                <a16:creationId xmlns:a16="http://schemas.microsoft.com/office/drawing/2014/main" id="{4A8CC474-5AB3-4E13-B58C-7A68A6E73692}"/>
              </a:ext>
            </a:extLst>
          </p:cNvPr>
          <p:cNvSpPr>
            <a:spLocks noGrp="1"/>
          </p:cNvSpPr>
          <p:nvPr/>
        </p:nvSpPr>
        <p:spPr>
          <a:xfrm>
            <a:off x="2238376" y="2286001"/>
            <a:ext cx="733425" cy="7334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8" name="Rectangle 7">
            <a:extLst>
              <a:ext uri="{FF2B5EF4-FFF2-40B4-BE49-F238E27FC236}">
                <a16:creationId xmlns:a16="http://schemas.microsoft.com/office/drawing/2014/main" id="{7E62C86B-E1B3-46B7-8D35-696978E1BEFB}"/>
              </a:ext>
            </a:extLst>
          </p:cNvPr>
          <p:cNvSpPr>
            <a:spLocks noGrp="1"/>
          </p:cNvSpPr>
          <p:nvPr/>
        </p:nvSpPr>
        <p:spPr>
          <a:xfrm>
            <a:off x="3000376" y="2286001"/>
            <a:ext cx="733425" cy="7334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9" name="Rectangle 8">
            <a:extLst>
              <a:ext uri="{FF2B5EF4-FFF2-40B4-BE49-F238E27FC236}">
                <a16:creationId xmlns:a16="http://schemas.microsoft.com/office/drawing/2014/main" id="{D23CD950-5E86-4FF0-AEA2-4CEA9B753BF3}"/>
              </a:ext>
            </a:extLst>
          </p:cNvPr>
          <p:cNvSpPr>
            <a:spLocks noGrp="1"/>
          </p:cNvSpPr>
          <p:nvPr/>
        </p:nvSpPr>
        <p:spPr>
          <a:xfrm>
            <a:off x="3762376" y="2286001"/>
            <a:ext cx="733425" cy="7334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0" name="Rectangle 9">
            <a:extLst>
              <a:ext uri="{FF2B5EF4-FFF2-40B4-BE49-F238E27FC236}">
                <a16:creationId xmlns:a16="http://schemas.microsoft.com/office/drawing/2014/main" id="{A3D9B361-3BC1-4054-B5F6-0C92101D2E7B}"/>
              </a:ext>
            </a:extLst>
          </p:cNvPr>
          <p:cNvSpPr>
            <a:spLocks noGrp="1"/>
          </p:cNvSpPr>
          <p:nvPr/>
        </p:nvSpPr>
        <p:spPr>
          <a:xfrm>
            <a:off x="714376" y="3048001"/>
            <a:ext cx="733425" cy="7334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1" name="Rectangle 10">
            <a:extLst>
              <a:ext uri="{FF2B5EF4-FFF2-40B4-BE49-F238E27FC236}">
                <a16:creationId xmlns:a16="http://schemas.microsoft.com/office/drawing/2014/main" id="{F39CC8F7-E72E-4F9E-B642-DD0BFAEDF30E}"/>
              </a:ext>
            </a:extLst>
          </p:cNvPr>
          <p:cNvSpPr>
            <a:spLocks noGrp="1"/>
          </p:cNvSpPr>
          <p:nvPr/>
        </p:nvSpPr>
        <p:spPr>
          <a:xfrm>
            <a:off x="1476376" y="3048001"/>
            <a:ext cx="733425" cy="733425"/>
          </a:xfrm>
          <a:prstGeom prst="rect">
            <a:avLst/>
          </a:prstGeom>
          <a:solidFill>
            <a:srgbClr val="F8D19C"/>
          </a:solidFill>
          <a:ln w="7144">
            <a:solidFill>
              <a:srgbClr val="FFFFFF"/>
            </a:solidFill>
            <a:prstDash val="solid"/>
          </a:ln>
        </p:spPr>
        <p:txBody>
          <a:bodyPr/>
          <a:lstStyle/>
          <a:p>
            <a:pPr defTabSz="1219170"/>
            <a:endParaRPr sz="2400">
              <a:solidFill>
                <a:srgbClr val="1B1F3B"/>
              </a:solidFill>
              <a:latin typeface="Calibri"/>
            </a:endParaRPr>
          </a:p>
        </p:txBody>
      </p:sp>
      <p:sp>
        <p:nvSpPr>
          <p:cNvPr id="12" name="Rectangle 11">
            <a:extLst>
              <a:ext uri="{FF2B5EF4-FFF2-40B4-BE49-F238E27FC236}">
                <a16:creationId xmlns:a16="http://schemas.microsoft.com/office/drawing/2014/main" id="{E2FE909C-B783-4DD9-91E9-B35A2258CE67}"/>
              </a:ext>
            </a:extLst>
          </p:cNvPr>
          <p:cNvSpPr>
            <a:spLocks noGrp="1"/>
          </p:cNvSpPr>
          <p:nvPr/>
        </p:nvSpPr>
        <p:spPr>
          <a:xfrm>
            <a:off x="2238376" y="3048001"/>
            <a:ext cx="733425" cy="733425"/>
          </a:xfrm>
          <a:prstGeom prst="rect">
            <a:avLst/>
          </a:prstGeom>
          <a:solidFill>
            <a:srgbClr val="F8D19C"/>
          </a:solidFill>
          <a:ln w="7144">
            <a:solidFill>
              <a:srgbClr val="FFFFFF"/>
            </a:solidFill>
            <a:prstDash val="solid"/>
          </a:ln>
        </p:spPr>
        <p:txBody>
          <a:bodyPr/>
          <a:lstStyle/>
          <a:p>
            <a:pPr defTabSz="1219170"/>
            <a:endParaRPr sz="2400">
              <a:solidFill>
                <a:srgbClr val="1B1F3B"/>
              </a:solidFill>
              <a:latin typeface="Calibri"/>
            </a:endParaRPr>
          </a:p>
        </p:txBody>
      </p:sp>
      <p:sp>
        <p:nvSpPr>
          <p:cNvPr id="13" name="Rectangle 12">
            <a:extLst>
              <a:ext uri="{FF2B5EF4-FFF2-40B4-BE49-F238E27FC236}">
                <a16:creationId xmlns:a16="http://schemas.microsoft.com/office/drawing/2014/main" id="{33D89F0E-3BFE-4A49-8673-FE21E5345547}"/>
              </a:ext>
            </a:extLst>
          </p:cNvPr>
          <p:cNvSpPr>
            <a:spLocks noGrp="1"/>
          </p:cNvSpPr>
          <p:nvPr/>
        </p:nvSpPr>
        <p:spPr>
          <a:xfrm>
            <a:off x="3000376" y="3048001"/>
            <a:ext cx="733425" cy="733425"/>
          </a:xfrm>
          <a:prstGeom prst="rect">
            <a:avLst/>
          </a:prstGeom>
          <a:solidFill>
            <a:srgbClr val="F8D19C"/>
          </a:solidFill>
          <a:ln w="7144">
            <a:solidFill>
              <a:srgbClr val="FFFFFF"/>
            </a:solidFill>
            <a:prstDash val="solid"/>
          </a:ln>
        </p:spPr>
        <p:txBody>
          <a:bodyPr/>
          <a:lstStyle/>
          <a:p>
            <a:pPr defTabSz="1219170"/>
            <a:endParaRPr sz="2400">
              <a:solidFill>
                <a:srgbClr val="1B1F3B"/>
              </a:solidFill>
              <a:latin typeface="Calibri"/>
            </a:endParaRPr>
          </a:p>
        </p:txBody>
      </p:sp>
      <p:sp>
        <p:nvSpPr>
          <p:cNvPr id="14" name="Rectangle 13">
            <a:extLst>
              <a:ext uri="{FF2B5EF4-FFF2-40B4-BE49-F238E27FC236}">
                <a16:creationId xmlns:a16="http://schemas.microsoft.com/office/drawing/2014/main" id="{6DD65BCC-A794-4578-8F07-9B71467F746D}"/>
              </a:ext>
            </a:extLst>
          </p:cNvPr>
          <p:cNvSpPr>
            <a:spLocks noGrp="1"/>
          </p:cNvSpPr>
          <p:nvPr/>
        </p:nvSpPr>
        <p:spPr>
          <a:xfrm>
            <a:off x="3762376" y="3048001"/>
            <a:ext cx="733425" cy="7334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5" name="Rectangle 14">
            <a:extLst>
              <a:ext uri="{FF2B5EF4-FFF2-40B4-BE49-F238E27FC236}">
                <a16:creationId xmlns:a16="http://schemas.microsoft.com/office/drawing/2014/main" id="{7E041F8D-2C5F-40FB-9650-CB019D80B0F9}"/>
              </a:ext>
            </a:extLst>
          </p:cNvPr>
          <p:cNvSpPr>
            <a:spLocks noGrp="1"/>
          </p:cNvSpPr>
          <p:nvPr/>
        </p:nvSpPr>
        <p:spPr>
          <a:xfrm>
            <a:off x="1071563" y="3405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16" name="Rectangle 15">
            <a:extLst>
              <a:ext uri="{FF2B5EF4-FFF2-40B4-BE49-F238E27FC236}">
                <a16:creationId xmlns:a16="http://schemas.microsoft.com/office/drawing/2014/main" id="{E7D7CA0A-DE76-4A5C-B6AD-9EECA1C27324}"/>
              </a:ext>
            </a:extLst>
          </p:cNvPr>
          <p:cNvSpPr>
            <a:spLocks noGrp="1"/>
          </p:cNvSpPr>
          <p:nvPr/>
        </p:nvSpPr>
        <p:spPr>
          <a:xfrm>
            <a:off x="1833563" y="3405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17" name="Straight Arrow Connector 16">
            <a:extLst>
              <a:ext uri="{FF2B5EF4-FFF2-40B4-BE49-F238E27FC236}">
                <a16:creationId xmlns:a16="http://schemas.microsoft.com/office/drawing/2014/main" id="{D5F7DA73-9C83-40F3-8E2E-C826948E6EF4}"/>
              </a:ext>
            </a:extLst>
          </p:cNvPr>
          <p:cNvCxnSpPr>
            <a:stCxn id="15" idx="3"/>
            <a:endCxn id="16" idx="1"/>
          </p:cNvCxnSpPr>
          <p:nvPr/>
        </p:nvCxnSpPr>
        <p:spPr>
          <a:xfrm>
            <a:off x="1090614" y="3414713"/>
            <a:ext cx="742949" cy="0"/>
          </a:xfrm>
          <a:prstGeom prst="straightConnector1">
            <a:avLst/>
          </a:prstGeom>
          <a:ln w="42862">
            <a:solidFill>
              <a:srgbClr val="2D3A8C"/>
            </a:solidFill>
            <a:prstDash val="dash"/>
          </a:ln>
        </p:spPr>
      </p:cxnSp>
      <p:sp>
        <p:nvSpPr>
          <p:cNvPr id="18" name="Rectangle 17">
            <a:extLst>
              <a:ext uri="{FF2B5EF4-FFF2-40B4-BE49-F238E27FC236}">
                <a16:creationId xmlns:a16="http://schemas.microsoft.com/office/drawing/2014/main" id="{81B2E376-089A-41BE-952D-473E630A0AC7}"/>
              </a:ext>
            </a:extLst>
          </p:cNvPr>
          <p:cNvSpPr>
            <a:spLocks noGrp="1"/>
          </p:cNvSpPr>
          <p:nvPr/>
        </p:nvSpPr>
        <p:spPr>
          <a:xfrm>
            <a:off x="1833563" y="3405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19" name="Rectangle 18">
            <a:extLst>
              <a:ext uri="{FF2B5EF4-FFF2-40B4-BE49-F238E27FC236}">
                <a16:creationId xmlns:a16="http://schemas.microsoft.com/office/drawing/2014/main" id="{9F7FAE4B-FCCE-488B-8633-1B3EA1130CBA}"/>
              </a:ext>
            </a:extLst>
          </p:cNvPr>
          <p:cNvSpPr>
            <a:spLocks noGrp="1"/>
          </p:cNvSpPr>
          <p:nvPr/>
        </p:nvSpPr>
        <p:spPr>
          <a:xfrm>
            <a:off x="2595563" y="3405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20" name="Straight Arrow Connector 19">
            <a:extLst>
              <a:ext uri="{FF2B5EF4-FFF2-40B4-BE49-F238E27FC236}">
                <a16:creationId xmlns:a16="http://schemas.microsoft.com/office/drawing/2014/main" id="{6E344A02-3E25-4579-8F28-F2F8BD28E37F}"/>
              </a:ext>
            </a:extLst>
          </p:cNvPr>
          <p:cNvCxnSpPr>
            <a:stCxn id="18" idx="3"/>
            <a:endCxn id="19" idx="1"/>
          </p:cNvCxnSpPr>
          <p:nvPr/>
        </p:nvCxnSpPr>
        <p:spPr>
          <a:xfrm>
            <a:off x="1852614" y="3414713"/>
            <a:ext cx="742949" cy="0"/>
          </a:xfrm>
          <a:prstGeom prst="straightConnector1">
            <a:avLst/>
          </a:prstGeom>
          <a:ln w="42862">
            <a:solidFill>
              <a:srgbClr val="2D3A8C"/>
            </a:solidFill>
            <a:prstDash val="dash"/>
          </a:ln>
        </p:spPr>
      </p:cxnSp>
      <p:sp>
        <p:nvSpPr>
          <p:cNvPr id="21" name="Rectangle 20">
            <a:extLst>
              <a:ext uri="{FF2B5EF4-FFF2-40B4-BE49-F238E27FC236}">
                <a16:creationId xmlns:a16="http://schemas.microsoft.com/office/drawing/2014/main" id="{7B3B9842-6943-421A-BFD2-767A0523AB0A}"/>
              </a:ext>
            </a:extLst>
          </p:cNvPr>
          <p:cNvSpPr>
            <a:spLocks noGrp="1"/>
          </p:cNvSpPr>
          <p:nvPr/>
        </p:nvSpPr>
        <p:spPr>
          <a:xfrm>
            <a:off x="2595563" y="3405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22" name="Rectangle 21">
            <a:extLst>
              <a:ext uri="{FF2B5EF4-FFF2-40B4-BE49-F238E27FC236}">
                <a16:creationId xmlns:a16="http://schemas.microsoft.com/office/drawing/2014/main" id="{7FED0910-7976-49AF-AB8D-25DEE84B48B5}"/>
              </a:ext>
            </a:extLst>
          </p:cNvPr>
          <p:cNvSpPr>
            <a:spLocks noGrp="1"/>
          </p:cNvSpPr>
          <p:nvPr/>
        </p:nvSpPr>
        <p:spPr>
          <a:xfrm>
            <a:off x="3357563" y="3405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23" name="Straight Arrow Connector 22">
            <a:extLst>
              <a:ext uri="{FF2B5EF4-FFF2-40B4-BE49-F238E27FC236}">
                <a16:creationId xmlns:a16="http://schemas.microsoft.com/office/drawing/2014/main" id="{277C388A-2F7C-4C84-8757-C01DD8112792}"/>
              </a:ext>
            </a:extLst>
          </p:cNvPr>
          <p:cNvCxnSpPr>
            <a:stCxn id="21" idx="3"/>
            <a:endCxn id="22" idx="1"/>
          </p:cNvCxnSpPr>
          <p:nvPr/>
        </p:nvCxnSpPr>
        <p:spPr>
          <a:xfrm>
            <a:off x="2614614" y="3414713"/>
            <a:ext cx="742949" cy="0"/>
          </a:xfrm>
          <a:prstGeom prst="straightConnector1">
            <a:avLst/>
          </a:prstGeom>
          <a:ln w="42862">
            <a:solidFill>
              <a:srgbClr val="2D3A8C"/>
            </a:solidFill>
            <a:prstDash val="dash"/>
          </a:ln>
        </p:spPr>
      </p:cxnSp>
      <p:sp>
        <p:nvSpPr>
          <p:cNvPr id="24" name="Rectangle 23">
            <a:extLst>
              <a:ext uri="{FF2B5EF4-FFF2-40B4-BE49-F238E27FC236}">
                <a16:creationId xmlns:a16="http://schemas.microsoft.com/office/drawing/2014/main" id="{C3A46CEA-CFCB-435B-A2E9-59D4C626575B}"/>
              </a:ext>
            </a:extLst>
          </p:cNvPr>
          <p:cNvSpPr>
            <a:spLocks noGrp="1"/>
          </p:cNvSpPr>
          <p:nvPr/>
        </p:nvSpPr>
        <p:spPr>
          <a:xfrm>
            <a:off x="3357563" y="3405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25" name="Rectangle 24">
            <a:extLst>
              <a:ext uri="{FF2B5EF4-FFF2-40B4-BE49-F238E27FC236}">
                <a16:creationId xmlns:a16="http://schemas.microsoft.com/office/drawing/2014/main" id="{431FE02A-CB23-452F-B65A-DFFE96FF7D1F}"/>
              </a:ext>
            </a:extLst>
          </p:cNvPr>
          <p:cNvSpPr>
            <a:spLocks noGrp="1"/>
          </p:cNvSpPr>
          <p:nvPr/>
        </p:nvSpPr>
        <p:spPr>
          <a:xfrm>
            <a:off x="4119563" y="3405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26" name="Straight Arrow Connector 25">
            <a:extLst>
              <a:ext uri="{FF2B5EF4-FFF2-40B4-BE49-F238E27FC236}">
                <a16:creationId xmlns:a16="http://schemas.microsoft.com/office/drawing/2014/main" id="{00FDF2AE-0FF5-403C-AA83-CBB7E49E4D65}"/>
              </a:ext>
            </a:extLst>
          </p:cNvPr>
          <p:cNvCxnSpPr>
            <a:stCxn id="24" idx="3"/>
            <a:endCxn id="25" idx="1"/>
          </p:cNvCxnSpPr>
          <p:nvPr/>
        </p:nvCxnSpPr>
        <p:spPr>
          <a:xfrm>
            <a:off x="3376614" y="3414713"/>
            <a:ext cx="742949" cy="0"/>
          </a:xfrm>
          <a:prstGeom prst="straightConnector1">
            <a:avLst/>
          </a:prstGeom>
          <a:ln w="42862">
            <a:solidFill>
              <a:srgbClr val="2D3A8C"/>
            </a:solidFill>
            <a:prstDash val="dash"/>
          </a:ln>
        </p:spPr>
      </p:cxnSp>
      <p:sp>
        <p:nvSpPr>
          <p:cNvPr id="27" name="Rectangle 26">
            <a:extLst>
              <a:ext uri="{FF2B5EF4-FFF2-40B4-BE49-F238E27FC236}">
                <a16:creationId xmlns:a16="http://schemas.microsoft.com/office/drawing/2014/main" id="{5AE11D4D-FBDE-41FA-8E96-5759495C2642}"/>
              </a:ext>
            </a:extLst>
          </p:cNvPr>
          <p:cNvSpPr>
            <a:spLocks noGrp="1"/>
          </p:cNvSpPr>
          <p:nvPr/>
        </p:nvSpPr>
        <p:spPr>
          <a:xfrm>
            <a:off x="1071563" y="3405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28" name="Rectangle 27">
            <a:extLst>
              <a:ext uri="{FF2B5EF4-FFF2-40B4-BE49-F238E27FC236}">
                <a16:creationId xmlns:a16="http://schemas.microsoft.com/office/drawing/2014/main" id="{0633934C-BF47-41C5-B5F5-7C2AAEB55DB5}"/>
              </a:ext>
            </a:extLst>
          </p:cNvPr>
          <p:cNvSpPr>
            <a:spLocks noGrp="1"/>
          </p:cNvSpPr>
          <p:nvPr/>
        </p:nvSpPr>
        <p:spPr>
          <a:xfrm>
            <a:off x="1071563" y="2643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29" name="Straight Arrow Connector 28">
            <a:extLst>
              <a:ext uri="{FF2B5EF4-FFF2-40B4-BE49-F238E27FC236}">
                <a16:creationId xmlns:a16="http://schemas.microsoft.com/office/drawing/2014/main" id="{DD5FF5EA-1CB4-43BD-85FF-1E07B6D75E8A}"/>
              </a:ext>
            </a:extLst>
          </p:cNvPr>
          <p:cNvCxnSpPr>
            <a:stCxn id="27" idx="0"/>
            <a:endCxn id="28" idx="2"/>
          </p:cNvCxnSpPr>
          <p:nvPr/>
        </p:nvCxnSpPr>
        <p:spPr>
          <a:xfrm flipV="1">
            <a:off x="1081088" y="2662238"/>
            <a:ext cx="0" cy="742949"/>
          </a:xfrm>
          <a:prstGeom prst="straightConnector1">
            <a:avLst/>
          </a:prstGeom>
          <a:ln w="42862">
            <a:solidFill>
              <a:srgbClr val="2D3A8C"/>
            </a:solidFill>
            <a:prstDash val="solid"/>
          </a:ln>
        </p:spPr>
      </p:cxnSp>
      <p:sp>
        <p:nvSpPr>
          <p:cNvPr id="30" name="Rectangle 29">
            <a:extLst>
              <a:ext uri="{FF2B5EF4-FFF2-40B4-BE49-F238E27FC236}">
                <a16:creationId xmlns:a16="http://schemas.microsoft.com/office/drawing/2014/main" id="{0AB3A5F6-A811-4689-9000-67F73B15DB26}"/>
              </a:ext>
            </a:extLst>
          </p:cNvPr>
          <p:cNvSpPr>
            <a:spLocks noGrp="1"/>
          </p:cNvSpPr>
          <p:nvPr/>
        </p:nvSpPr>
        <p:spPr>
          <a:xfrm>
            <a:off x="1071563" y="2643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31" name="Rectangle 30">
            <a:extLst>
              <a:ext uri="{FF2B5EF4-FFF2-40B4-BE49-F238E27FC236}">
                <a16:creationId xmlns:a16="http://schemas.microsoft.com/office/drawing/2014/main" id="{0C90175D-4D67-4BB5-8A6D-5BE020D7EC13}"/>
              </a:ext>
            </a:extLst>
          </p:cNvPr>
          <p:cNvSpPr>
            <a:spLocks noGrp="1"/>
          </p:cNvSpPr>
          <p:nvPr/>
        </p:nvSpPr>
        <p:spPr>
          <a:xfrm>
            <a:off x="1833563" y="2643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32" name="Straight Arrow Connector 31">
            <a:extLst>
              <a:ext uri="{FF2B5EF4-FFF2-40B4-BE49-F238E27FC236}">
                <a16:creationId xmlns:a16="http://schemas.microsoft.com/office/drawing/2014/main" id="{9AE456E0-2EA5-44B5-B284-9322FA317844}"/>
              </a:ext>
            </a:extLst>
          </p:cNvPr>
          <p:cNvCxnSpPr>
            <a:stCxn id="30" idx="3"/>
            <a:endCxn id="31" idx="1"/>
          </p:cNvCxnSpPr>
          <p:nvPr/>
        </p:nvCxnSpPr>
        <p:spPr>
          <a:xfrm>
            <a:off x="1090614" y="2652713"/>
            <a:ext cx="742949" cy="0"/>
          </a:xfrm>
          <a:prstGeom prst="straightConnector1">
            <a:avLst/>
          </a:prstGeom>
          <a:ln w="42862">
            <a:solidFill>
              <a:srgbClr val="2D3A8C"/>
            </a:solidFill>
            <a:prstDash val="solid"/>
          </a:ln>
        </p:spPr>
      </p:cxnSp>
      <p:sp>
        <p:nvSpPr>
          <p:cNvPr id="33" name="Rectangle 32">
            <a:extLst>
              <a:ext uri="{FF2B5EF4-FFF2-40B4-BE49-F238E27FC236}">
                <a16:creationId xmlns:a16="http://schemas.microsoft.com/office/drawing/2014/main" id="{0F8305FA-7181-4128-8034-87721B34C764}"/>
              </a:ext>
            </a:extLst>
          </p:cNvPr>
          <p:cNvSpPr>
            <a:spLocks noGrp="1"/>
          </p:cNvSpPr>
          <p:nvPr/>
        </p:nvSpPr>
        <p:spPr>
          <a:xfrm>
            <a:off x="1833563" y="2643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34" name="Rectangle 33">
            <a:extLst>
              <a:ext uri="{FF2B5EF4-FFF2-40B4-BE49-F238E27FC236}">
                <a16:creationId xmlns:a16="http://schemas.microsoft.com/office/drawing/2014/main" id="{07D30D22-4A11-4C5C-9797-D422BC81E4BE}"/>
              </a:ext>
            </a:extLst>
          </p:cNvPr>
          <p:cNvSpPr>
            <a:spLocks noGrp="1"/>
          </p:cNvSpPr>
          <p:nvPr/>
        </p:nvSpPr>
        <p:spPr>
          <a:xfrm>
            <a:off x="2595563" y="2643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35" name="Straight Arrow Connector 34">
            <a:extLst>
              <a:ext uri="{FF2B5EF4-FFF2-40B4-BE49-F238E27FC236}">
                <a16:creationId xmlns:a16="http://schemas.microsoft.com/office/drawing/2014/main" id="{F9FE672A-F54C-474B-B94C-01BEC18811D5}"/>
              </a:ext>
            </a:extLst>
          </p:cNvPr>
          <p:cNvCxnSpPr>
            <a:stCxn id="33" idx="3"/>
            <a:endCxn id="34" idx="1"/>
          </p:cNvCxnSpPr>
          <p:nvPr/>
        </p:nvCxnSpPr>
        <p:spPr>
          <a:xfrm>
            <a:off x="1852614" y="2652713"/>
            <a:ext cx="742949" cy="0"/>
          </a:xfrm>
          <a:prstGeom prst="straightConnector1">
            <a:avLst/>
          </a:prstGeom>
          <a:ln w="42862">
            <a:solidFill>
              <a:srgbClr val="2D3A8C"/>
            </a:solidFill>
            <a:prstDash val="solid"/>
          </a:ln>
        </p:spPr>
      </p:cxnSp>
      <p:sp>
        <p:nvSpPr>
          <p:cNvPr id="36" name="Rectangle 35">
            <a:extLst>
              <a:ext uri="{FF2B5EF4-FFF2-40B4-BE49-F238E27FC236}">
                <a16:creationId xmlns:a16="http://schemas.microsoft.com/office/drawing/2014/main" id="{D94B1A2D-1142-4C0C-A257-E5B6DBAB55BD}"/>
              </a:ext>
            </a:extLst>
          </p:cNvPr>
          <p:cNvSpPr>
            <a:spLocks noGrp="1"/>
          </p:cNvSpPr>
          <p:nvPr/>
        </p:nvSpPr>
        <p:spPr>
          <a:xfrm>
            <a:off x="2595563" y="2643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37" name="Rectangle 36">
            <a:extLst>
              <a:ext uri="{FF2B5EF4-FFF2-40B4-BE49-F238E27FC236}">
                <a16:creationId xmlns:a16="http://schemas.microsoft.com/office/drawing/2014/main" id="{F356B8C3-2093-464F-8DBB-90D5D6402D38}"/>
              </a:ext>
            </a:extLst>
          </p:cNvPr>
          <p:cNvSpPr>
            <a:spLocks noGrp="1"/>
          </p:cNvSpPr>
          <p:nvPr/>
        </p:nvSpPr>
        <p:spPr>
          <a:xfrm>
            <a:off x="3357563" y="2643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38" name="Straight Arrow Connector 37">
            <a:extLst>
              <a:ext uri="{FF2B5EF4-FFF2-40B4-BE49-F238E27FC236}">
                <a16:creationId xmlns:a16="http://schemas.microsoft.com/office/drawing/2014/main" id="{F9490A77-985A-45F6-BB1C-9E54E662093B}"/>
              </a:ext>
            </a:extLst>
          </p:cNvPr>
          <p:cNvCxnSpPr>
            <a:stCxn id="36" idx="3"/>
            <a:endCxn id="37" idx="1"/>
          </p:cNvCxnSpPr>
          <p:nvPr/>
        </p:nvCxnSpPr>
        <p:spPr>
          <a:xfrm>
            <a:off x="2614614" y="2652713"/>
            <a:ext cx="742949" cy="0"/>
          </a:xfrm>
          <a:prstGeom prst="straightConnector1">
            <a:avLst/>
          </a:prstGeom>
          <a:ln w="42862">
            <a:solidFill>
              <a:srgbClr val="2D3A8C"/>
            </a:solidFill>
            <a:prstDash val="solid"/>
          </a:ln>
        </p:spPr>
      </p:cxnSp>
      <p:sp>
        <p:nvSpPr>
          <p:cNvPr id="39" name="Rectangle 38">
            <a:extLst>
              <a:ext uri="{FF2B5EF4-FFF2-40B4-BE49-F238E27FC236}">
                <a16:creationId xmlns:a16="http://schemas.microsoft.com/office/drawing/2014/main" id="{DD57F9F3-B21C-4936-B869-D652DF5A8D3B}"/>
              </a:ext>
            </a:extLst>
          </p:cNvPr>
          <p:cNvSpPr>
            <a:spLocks noGrp="1"/>
          </p:cNvSpPr>
          <p:nvPr/>
        </p:nvSpPr>
        <p:spPr>
          <a:xfrm>
            <a:off x="3357563" y="2643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40" name="Rectangle 39">
            <a:extLst>
              <a:ext uri="{FF2B5EF4-FFF2-40B4-BE49-F238E27FC236}">
                <a16:creationId xmlns:a16="http://schemas.microsoft.com/office/drawing/2014/main" id="{57A1EF93-0B0B-4EF4-B95B-2DC79C0F05B8}"/>
              </a:ext>
            </a:extLst>
          </p:cNvPr>
          <p:cNvSpPr>
            <a:spLocks noGrp="1"/>
          </p:cNvSpPr>
          <p:nvPr/>
        </p:nvSpPr>
        <p:spPr>
          <a:xfrm>
            <a:off x="4119563" y="2643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41" name="Straight Arrow Connector 40">
            <a:extLst>
              <a:ext uri="{FF2B5EF4-FFF2-40B4-BE49-F238E27FC236}">
                <a16:creationId xmlns:a16="http://schemas.microsoft.com/office/drawing/2014/main" id="{4DB69AB8-A7BF-43C9-BFE4-18394AA990E2}"/>
              </a:ext>
            </a:extLst>
          </p:cNvPr>
          <p:cNvCxnSpPr>
            <a:stCxn id="39" idx="3"/>
            <a:endCxn id="40" idx="1"/>
          </p:cNvCxnSpPr>
          <p:nvPr/>
        </p:nvCxnSpPr>
        <p:spPr>
          <a:xfrm>
            <a:off x="3376614" y="2652713"/>
            <a:ext cx="742949" cy="0"/>
          </a:xfrm>
          <a:prstGeom prst="straightConnector1">
            <a:avLst/>
          </a:prstGeom>
          <a:ln w="42862">
            <a:solidFill>
              <a:srgbClr val="2D3A8C"/>
            </a:solidFill>
            <a:prstDash val="solid"/>
          </a:ln>
        </p:spPr>
      </p:cxnSp>
      <p:sp>
        <p:nvSpPr>
          <p:cNvPr id="42" name="Rectangle 41">
            <a:extLst>
              <a:ext uri="{FF2B5EF4-FFF2-40B4-BE49-F238E27FC236}">
                <a16:creationId xmlns:a16="http://schemas.microsoft.com/office/drawing/2014/main" id="{B635CC5B-9DC3-41B6-942A-417AD78AE232}"/>
              </a:ext>
            </a:extLst>
          </p:cNvPr>
          <p:cNvSpPr>
            <a:spLocks noGrp="1"/>
          </p:cNvSpPr>
          <p:nvPr/>
        </p:nvSpPr>
        <p:spPr>
          <a:xfrm>
            <a:off x="4119563" y="2643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43" name="Rectangle 42">
            <a:extLst>
              <a:ext uri="{FF2B5EF4-FFF2-40B4-BE49-F238E27FC236}">
                <a16:creationId xmlns:a16="http://schemas.microsoft.com/office/drawing/2014/main" id="{FCEF5479-92AA-4C8B-8B71-C8286F98DC7B}"/>
              </a:ext>
            </a:extLst>
          </p:cNvPr>
          <p:cNvSpPr>
            <a:spLocks noGrp="1"/>
          </p:cNvSpPr>
          <p:nvPr/>
        </p:nvSpPr>
        <p:spPr>
          <a:xfrm>
            <a:off x="4119563" y="3405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44" name="Straight Arrow Connector 43">
            <a:extLst>
              <a:ext uri="{FF2B5EF4-FFF2-40B4-BE49-F238E27FC236}">
                <a16:creationId xmlns:a16="http://schemas.microsoft.com/office/drawing/2014/main" id="{4EBE4F20-D7F8-4116-A9E3-9800FFDC05F7}"/>
              </a:ext>
            </a:extLst>
          </p:cNvPr>
          <p:cNvCxnSpPr>
            <a:stCxn id="42" idx="2"/>
            <a:endCxn id="43" idx="0"/>
          </p:cNvCxnSpPr>
          <p:nvPr/>
        </p:nvCxnSpPr>
        <p:spPr>
          <a:xfrm>
            <a:off x="4129088" y="2662238"/>
            <a:ext cx="0" cy="742949"/>
          </a:xfrm>
          <a:prstGeom prst="straightConnector1">
            <a:avLst/>
          </a:prstGeom>
          <a:ln w="42862">
            <a:solidFill>
              <a:srgbClr val="2D3A8C"/>
            </a:solidFill>
            <a:prstDash val="solid"/>
          </a:ln>
        </p:spPr>
      </p:cxnSp>
      <p:sp>
        <p:nvSpPr>
          <p:cNvPr id="45" name="Oval 44">
            <a:extLst>
              <a:ext uri="{FF2B5EF4-FFF2-40B4-BE49-F238E27FC236}">
                <a16:creationId xmlns:a16="http://schemas.microsoft.com/office/drawing/2014/main" id="{CA428857-63FD-4412-8928-32EC4287ABB7}"/>
              </a:ext>
            </a:extLst>
          </p:cNvPr>
          <p:cNvSpPr>
            <a:spLocks noGrp="1"/>
          </p:cNvSpPr>
          <p:nvPr/>
        </p:nvSpPr>
        <p:spPr>
          <a:xfrm>
            <a:off x="890588" y="3224213"/>
            <a:ext cx="381000" cy="381000"/>
          </a:xfrm>
          <a:prstGeom prst="ellipse">
            <a:avLst/>
          </a:prstGeom>
          <a:solidFill>
            <a:srgbClr val="2D3A8C"/>
          </a:solidFill>
          <a:ln w="21431">
            <a:solidFill>
              <a:srgbClr val="FFFFFF"/>
            </a:solidFill>
            <a:prstDash val="solid"/>
          </a:ln>
        </p:spPr>
        <p:txBody>
          <a:bodyPr/>
          <a:lstStyle/>
          <a:p>
            <a:pPr defTabSz="1219170"/>
            <a:endParaRPr sz="2400">
              <a:solidFill>
                <a:srgbClr val="1B1F3B"/>
              </a:solidFill>
              <a:latin typeface="Calibri"/>
            </a:endParaRPr>
          </a:p>
        </p:txBody>
      </p:sp>
      <p:sp>
        <p:nvSpPr>
          <p:cNvPr id="46" name="Rectangle 45">
            <a:extLst>
              <a:ext uri="{FF2B5EF4-FFF2-40B4-BE49-F238E27FC236}">
                <a16:creationId xmlns:a16="http://schemas.microsoft.com/office/drawing/2014/main" id="{13C989F4-FD09-4095-B26E-0FC447055646}"/>
              </a:ext>
            </a:extLst>
          </p:cNvPr>
          <p:cNvSpPr>
            <a:spLocks noGrp="1"/>
          </p:cNvSpPr>
          <p:nvPr/>
        </p:nvSpPr>
        <p:spPr>
          <a:xfrm>
            <a:off x="890588" y="3214688"/>
            <a:ext cx="381000" cy="381000"/>
          </a:xfrm>
          <a:prstGeom prst="rect">
            <a:avLst/>
          </a:prstGeom>
          <a:noFill/>
          <a:ln w="0">
            <a:noFill/>
            <a:prstDash val="solid"/>
          </a:ln>
        </p:spPr>
        <p:txBody>
          <a:bodyPr wrap="square" lIns="0" tIns="0" rIns="0" bIns="0" anchor="ctr">
            <a:noAutofit/>
          </a:bodyPr>
          <a:lstStyle>
            <a:defPPr algn="ctr">
              <a:defRPr sz="1300" b="1">
                <a:solidFill>
                  <a:srgbClr val="FFFFFF"/>
                </a:solidFill>
                <a:latin typeface="Calibri"/>
                <a:ea typeface="Calibri"/>
                <a:cs typeface="Calibri"/>
              </a:defRPr>
            </a:defPPr>
            <a:lvl1pPr algn="ctr">
              <a:defRPr sz="1300" b="1">
                <a:solidFill>
                  <a:srgbClr val="FFFFFF"/>
                </a:solidFill>
                <a:latin typeface="Calibri"/>
                <a:ea typeface="Calibri"/>
                <a:cs typeface="Calibri"/>
              </a:defRPr>
            </a:lvl1pPr>
            <a:lvl2pPr algn="ctr">
              <a:defRPr sz="1300" b="1">
                <a:solidFill>
                  <a:srgbClr val="FFFFFF"/>
                </a:solidFill>
                <a:latin typeface="Calibri"/>
                <a:ea typeface="Calibri"/>
                <a:cs typeface="Calibri"/>
              </a:defRPr>
            </a:lvl2pPr>
            <a:lvl3pPr algn="ctr">
              <a:defRPr sz="1300" b="1">
                <a:solidFill>
                  <a:srgbClr val="FFFFFF"/>
                </a:solidFill>
                <a:latin typeface="Calibri"/>
                <a:ea typeface="Calibri"/>
                <a:cs typeface="Calibri"/>
              </a:defRPr>
            </a:lvl3pPr>
            <a:lvl4pPr algn="ctr">
              <a:defRPr sz="1300" b="1">
                <a:solidFill>
                  <a:srgbClr val="FFFFFF"/>
                </a:solidFill>
                <a:latin typeface="Calibri"/>
                <a:ea typeface="Calibri"/>
                <a:cs typeface="Calibri"/>
              </a:defRPr>
            </a:lvl4pPr>
            <a:lvl5pPr algn="ctr">
              <a:defRPr sz="1300" b="1">
                <a:solidFill>
                  <a:srgbClr val="FFFFFF"/>
                </a:solidFill>
                <a:latin typeface="Calibri"/>
                <a:ea typeface="Calibri"/>
                <a:cs typeface="Calibri"/>
              </a:defRPr>
            </a:lvl5pPr>
            <a:lvl6pPr algn="ctr">
              <a:defRPr sz="1300" b="1">
                <a:solidFill>
                  <a:srgbClr val="FFFFFF"/>
                </a:solidFill>
                <a:latin typeface="Calibri"/>
                <a:ea typeface="Calibri"/>
                <a:cs typeface="Calibri"/>
              </a:defRPr>
            </a:lvl6pPr>
            <a:lvl7pPr algn="ctr">
              <a:defRPr sz="1300" b="1">
                <a:solidFill>
                  <a:srgbClr val="FFFFFF"/>
                </a:solidFill>
                <a:latin typeface="Calibri"/>
                <a:ea typeface="Calibri"/>
                <a:cs typeface="Calibri"/>
              </a:defRPr>
            </a:lvl7pPr>
            <a:lvl8pPr algn="ctr">
              <a:defRPr sz="1300" b="1">
                <a:solidFill>
                  <a:srgbClr val="FFFFFF"/>
                </a:solidFill>
                <a:latin typeface="Calibri"/>
                <a:ea typeface="Calibri"/>
                <a:cs typeface="Calibri"/>
              </a:defRPr>
            </a:lvl8pPr>
            <a:lvl9pPr algn="ctr">
              <a:defRPr sz="1300" b="1">
                <a:solidFill>
                  <a:srgbClr val="FFFFFF"/>
                </a:solidFill>
                <a:latin typeface="Calibri"/>
                <a:ea typeface="Calibri"/>
                <a:cs typeface="Calibri"/>
              </a:defRPr>
            </a:lvl9pPr>
          </a:lstStyle>
          <a:p>
            <a:pPr defTabSz="1219170">
              <a:defRPr sz="1300" b="1">
                <a:solidFill>
                  <a:srgbClr val="FFFFFF"/>
                </a:solidFill>
                <a:latin typeface="Calibri"/>
                <a:ea typeface="Calibri"/>
                <a:cs typeface="Calibri"/>
              </a:defRPr>
            </a:pPr>
            <a:r>
              <a:rPr sz="1733"/>
              <a:t>S</a:t>
            </a:r>
          </a:p>
        </p:txBody>
      </p:sp>
      <p:sp>
        <p:nvSpPr>
          <p:cNvPr id="47" name="Oval 46">
            <a:extLst>
              <a:ext uri="{FF2B5EF4-FFF2-40B4-BE49-F238E27FC236}">
                <a16:creationId xmlns:a16="http://schemas.microsoft.com/office/drawing/2014/main" id="{5A14DB17-DF4C-4A76-B8DB-853AA3E3599B}"/>
              </a:ext>
            </a:extLst>
          </p:cNvPr>
          <p:cNvSpPr>
            <a:spLocks noGrp="1"/>
          </p:cNvSpPr>
          <p:nvPr/>
        </p:nvSpPr>
        <p:spPr>
          <a:xfrm>
            <a:off x="3938588" y="3224213"/>
            <a:ext cx="381000" cy="381000"/>
          </a:xfrm>
          <a:prstGeom prst="ellipse">
            <a:avLst/>
          </a:prstGeom>
          <a:solidFill>
            <a:srgbClr val="1B1F3B"/>
          </a:solidFill>
          <a:ln w="21431">
            <a:solidFill>
              <a:srgbClr val="FFFFFF"/>
            </a:solidFill>
            <a:prstDash val="solid"/>
          </a:ln>
        </p:spPr>
        <p:txBody>
          <a:bodyPr/>
          <a:lstStyle/>
          <a:p>
            <a:pPr defTabSz="1219170"/>
            <a:endParaRPr sz="2400">
              <a:solidFill>
                <a:srgbClr val="1B1F3B"/>
              </a:solidFill>
              <a:latin typeface="Calibri"/>
            </a:endParaRPr>
          </a:p>
        </p:txBody>
      </p:sp>
      <p:sp>
        <p:nvSpPr>
          <p:cNvPr id="48" name="Rectangle 47">
            <a:extLst>
              <a:ext uri="{FF2B5EF4-FFF2-40B4-BE49-F238E27FC236}">
                <a16:creationId xmlns:a16="http://schemas.microsoft.com/office/drawing/2014/main" id="{39828E2F-CDEF-457A-A588-6980FE6A33F9}"/>
              </a:ext>
            </a:extLst>
          </p:cNvPr>
          <p:cNvSpPr>
            <a:spLocks noGrp="1"/>
          </p:cNvSpPr>
          <p:nvPr/>
        </p:nvSpPr>
        <p:spPr>
          <a:xfrm>
            <a:off x="3938588" y="3214688"/>
            <a:ext cx="381000" cy="381000"/>
          </a:xfrm>
          <a:prstGeom prst="rect">
            <a:avLst/>
          </a:prstGeom>
          <a:noFill/>
          <a:ln w="0">
            <a:noFill/>
            <a:prstDash val="solid"/>
          </a:ln>
        </p:spPr>
        <p:txBody>
          <a:bodyPr wrap="square" lIns="0" tIns="0" rIns="0" bIns="0" anchor="ctr">
            <a:noAutofit/>
          </a:bodyPr>
          <a:lstStyle>
            <a:defPPr algn="ctr">
              <a:defRPr sz="1300" b="1">
                <a:solidFill>
                  <a:srgbClr val="FFFFFF"/>
                </a:solidFill>
                <a:latin typeface="Calibri"/>
                <a:ea typeface="Calibri"/>
                <a:cs typeface="Calibri"/>
              </a:defRPr>
            </a:defPPr>
            <a:lvl1pPr algn="ctr">
              <a:defRPr sz="1300" b="1">
                <a:solidFill>
                  <a:srgbClr val="FFFFFF"/>
                </a:solidFill>
                <a:latin typeface="Calibri"/>
                <a:ea typeface="Calibri"/>
                <a:cs typeface="Calibri"/>
              </a:defRPr>
            </a:lvl1pPr>
            <a:lvl2pPr algn="ctr">
              <a:defRPr sz="1300" b="1">
                <a:solidFill>
                  <a:srgbClr val="FFFFFF"/>
                </a:solidFill>
                <a:latin typeface="Calibri"/>
                <a:ea typeface="Calibri"/>
                <a:cs typeface="Calibri"/>
              </a:defRPr>
            </a:lvl2pPr>
            <a:lvl3pPr algn="ctr">
              <a:defRPr sz="1300" b="1">
                <a:solidFill>
                  <a:srgbClr val="FFFFFF"/>
                </a:solidFill>
                <a:latin typeface="Calibri"/>
                <a:ea typeface="Calibri"/>
                <a:cs typeface="Calibri"/>
              </a:defRPr>
            </a:lvl3pPr>
            <a:lvl4pPr algn="ctr">
              <a:defRPr sz="1300" b="1">
                <a:solidFill>
                  <a:srgbClr val="FFFFFF"/>
                </a:solidFill>
                <a:latin typeface="Calibri"/>
                <a:ea typeface="Calibri"/>
                <a:cs typeface="Calibri"/>
              </a:defRPr>
            </a:lvl4pPr>
            <a:lvl5pPr algn="ctr">
              <a:defRPr sz="1300" b="1">
                <a:solidFill>
                  <a:srgbClr val="FFFFFF"/>
                </a:solidFill>
                <a:latin typeface="Calibri"/>
                <a:ea typeface="Calibri"/>
                <a:cs typeface="Calibri"/>
              </a:defRPr>
            </a:lvl5pPr>
            <a:lvl6pPr algn="ctr">
              <a:defRPr sz="1300" b="1">
                <a:solidFill>
                  <a:srgbClr val="FFFFFF"/>
                </a:solidFill>
                <a:latin typeface="Calibri"/>
                <a:ea typeface="Calibri"/>
                <a:cs typeface="Calibri"/>
              </a:defRPr>
            </a:lvl6pPr>
            <a:lvl7pPr algn="ctr">
              <a:defRPr sz="1300" b="1">
                <a:solidFill>
                  <a:srgbClr val="FFFFFF"/>
                </a:solidFill>
                <a:latin typeface="Calibri"/>
                <a:ea typeface="Calibri"/>
                <a:cs typeface="Calibri"/>
              </a:defRPr>
            </a:lvl7pPr>
            <a:lvl8pPr algn="ctr">
              <a:defRPr sz="1300" b="1">
                <a:solidFill>
                  <a:srgbClr val="FFFFFF"/>
                </a:solidFill>
                <a:latin typeface="Calibri"/>
                <a:ea typeface="Calibri"/>
                <a:cs typeface="Calibri"/>
              </a:defRPr>
            </a:lvl8pPr>
            <a:lvl9pPr algn="ctr">
              <a:defRPr sz="1300" b="1">
                <a:solidFill>
                  <a:srgbClr val="FFFFFF"/>
                </a:solidFill>
                <a:latin typeface="Calibri"/>
                <a:ea typeface="Calibri"/>
                <a:cs typeface="Calibri"/>
              </a:defRPr>
            </a:lvl9pPr>
          </a:lstStyle>
          <a:p>
            <a:pPr defTabSz="1219170">
              <a:defRPr sz="1300" b="1">
                <a:solidFill>
                  <a:srgbClr val="FFFFFF"/>
                </a:solidFill>
                <a:latin typeface="Calibri"/>
                <a:ea typeface="Calibri"/>
                <a:cs typeface="Calibri"/>
              </a:defRPr>
            </a:pPr>
            <a:r>
              <a:rPr sz="1733"/>
              <a:t>G</a:t>
            </a:r>
          </a:p>
        </p:txBody>
      </p:sp>
      <p:graphicFrame>
        <p:nvGraphicFramePr>
          <p:cNvPr id="49" name="Table 48">
            <a:extLst>
              <a:ext uri="{FF2B5EF4-FFF2-40B4-BE49-F238E27FC236}">
                <a16:creationId xmlns:a16="http://schemas.microsoft.com/office/drawing/2014/main" id="{0C8769A4-4A34-41AF-A076-7E4AA660D080}"/>
              </a:ext>
            </a:extLst>
          </p:cNvPr>
          <p:cNvGraphicFramePr/>
          <p:nvPr/>
        </p:nvGraphicFramePr>
        <p:xfrm>
          <a:off x="5238749" y="2095500"/>
          <a:ext cx="6191251" cy="2286000"/>
        </p:xfrm>
        <a:graphic>
          <a:graphicData uri="http://schemas.openxmlformats.org/drawingml/2006/table">
            <a:tbl>
              <a:tblPr/>
              <a:tblGrid>
                <a:gridCol w="2381251">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tblGrid>
              <a:tr h="762000">
                <a:tc>
                  <a:txBody>
                    <a:bodyPr/>
                    <a:lstStyle/>
                    <a:p>
                      <a:r>
                        <a:rPr sz="1700" b="1">
                          <a:solidFill>
                            <a:srgbClr val="FFFFFF"/>
                          </a:solidFill>
                          <a:latin typeface="Calibri"/>
                          <a:ea typeface="Calibri"/>
                          <a:cs typeface="Calibri"/>
                        </a:rPr>
                        <a:t>Congested score</a:t>
                      </a:r>
                    </a:p>
                  </a:txBody>
                  <a:tcPr anchor="ctr">
                    <a:lnL w="7144">
                      <a:solidFill>
                        <a:srgbClr val="C9CEF2"/>
                      </a:solidFill>
                      <a:prstDash val="solid"/>
                    </a:lnL>
                    <a:lnR w="7144">
                      <a:solidFill>
                        <a:srgbClr val="C9CEF2"/>
                      </a:solidFill>
                      <a:prstDash val="solid"/>
                    </a:lnR>
                    <a:lnT w="7144">
                      <a:solidFill>
                        <a:srgbClr val="C9CEF2"/>
                      </a:solidFill>
                      <a:prstDash val="solid"/>
                    </a:lnT>
                    <a:lnB w="7144">
                      <a:solidFill>
                        <a:srgbClr val="C9CEF2"/>
                      </a:solidFill>
                      <a:prstDash val="solid"/>
                    </a:lnB>
                    <a:solidFill>
                      <a:srgbClr val="1B1F3B"/>
                    </a:solidFill>
                  </a:tcPr>
                </a:tc>
                <a:tc>
                  <a:txBody>
                    <a:bodyPr/>
                    <a:lstStyle/>
                    <a:p>
                      <a:r>
                        <a:rPr sz="1700" b="1">
                          <a:solidFill>
                            <a:srgbClr val="FFFFFF"/>
                          </a:solidFill>
                          <a:latin typeface="Calibri"/>
                          <a:ea typeface="Calibri"/>
                          <a:cs typeface="Calibri"/>
                        </a:rPr>
                        <a:t>Route A cost</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a:solidFill>
                        <a:srgbClr val="C9CEF2"/>
                      </a:solidFill>
                      <a:prstDash val="solid"/>
                    </a:lnT>
                    <a:lnB w="7144">
                      <a:solidFill>
                        <a:srgbClr val="C9CEF2"/>
                      </a:solidFill>
                      <a:prstDash val="solid"/>
                    </a:lnB>
                    <a:solidFill>
                      <a:srgbClr val="1B1F3B"/>
                    </a:solidFill>
                  </a:tcPr>
                </a:tc>
                <a:tc>
                  <a:txBody>
                    <a:bodyPr/>
                    <a:lstStyle/>
                    <a:p>
                      <a:r>
                        <a:rPr sz="1700" b="1">
                          <a:solidFill>
                            <a:srgbClr val="FFFFFF"/>
                          </a:solidFill>
                          <a:latin typeface="Calibri"/>
                          <a:ea typeface="Calibri"/>
                          <a:cs typeface="Calibri"/>
                        </a:rPr>
                        <a:t>Route B cost</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a:solidFill>
                        <a:srgbClr val="C9CEF2"/>
                      </a:solidFill>
                      <a:prstDash val="solid"/>
                    </a:lnT>
                    <a:lnB w="7144">
                      <a:solidFill>
                        <a:srgbClr val="C9CEF2"/>
                      </a:solidFill>
                      <a:prstDash val="solid"/>
                    </a:lnB>
                    <a:solidFill>
                      <a:srgbClr val="1B1F3B"/>
                    </a:solidFill>
                  </a:tcPr>
                </a:tc>
                <a:extLst>
                  <a:ext uri="{0D108BD9-81ED-4DB2-BD59-A6C34878D82A}">
                    <a16:rowId xmlns:a16="http://schemas.microsoft.com/office/drawing/2014/main" val="10000"/>
                  </a:ext>
                </a:extLst>
              </a:tr>
              <a:tr h="762000">
                <a:tc>
                  <a:txBody>
                    <a:bodyPr/>
                    <a:lstStyle/>
                    <a:p>
                      <a:r>
                        <a:rPr sz="1700" b="0">
                          <a:solidFill>
                            <a:srgbClr val="1B1F3B"/>
                          </a:solidFill>
                          <a:latin typeface="Calibri"/>
                          <a:ea typeface="Calibri"/>
                          <a:cs typeface="Calibri"/>
                        </a:rPr>
                        <a:t>1.5</a:t>
                      </a:r>
                    </a:p>
                  </a:txBody>
                  <a:tcPr anchor="ctr">
                    <a:lnL w="7144">
                      <a:solidFill>
                        <a:srgbClr val="C9CEF2"/>
                      </a:solidFill>
                      <a:prstDash val="soli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FFFFFF"/>
                    </a:solidFill>
                  </a:tcPr>
                </a:tc>
                <a:tc>
                  <a:txBody>
                    <a:bodyPr/>
                    <a:lstStyle/>
                    <a:p>
                      <a:r>
                        <a:rPr sz="1700" b="0">
                          <a:solidFill>
                            <a:srgbClr val="1B1F3B"/>
                          </a:solidFill>
                          <a:latin typeface="Calibri"/>
                          <a:ea typeface="Calibri"/>
                          <a:cs typeface="Calibri"/>
                        </a:rPr>
                        <a:t>5.5</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E0F1ED"/>
                    </a:solidFill>
                  </a:tcPr>
                </a:tc>
                <a:tc>
                  <a:txBody>
                    <a:bodyPr/>
                    <a:lstStyle/>
                    <a:p>
                      <a:r>
                        <a:rPr sz="1700" b="0">
                          <a:solidFill>
                            <a:srgbClr val="1B1F3B"/>
                          </a:solidFill>
                          <a:latin typeface="Calibri"/>
                          <a:ea typeface="Calibri"/>
                          <a:cs typeface="Calibri"/>
                        </a:rPr>
                        <a:t>6</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FFFFFF"/>
                    </a:solidFill>
                  </a:tcPr>
                </a:tc>
                <a:extLst>
                  <a:ext uri="{0D108BD9-81ED-4DB2-BD59-A6C34878D82A}">
                    <a16:rowId xmlns:a16="http://schemas.microsoft.com/office/drawing/2014/main" val="10001"/>
                  </a:ext>
                </a:extLst>
              </a:tr>
              <a:tr h="762000">
                <a:tc>
                  <a:txBody>
                    <a:bodyPr/>
                    <a:lstStyle/>
                    <a:p>
                      <a:r>
                        <a:rPr sz="1700" b="0">
                          <a:solidFill>
                            <a:srgbClr val="1B1F3B"/>
                          </a:solidFill>
                          <a:latin typeface="Calibri"/>
                          <a:ea typeface="Calibri"/>
                          <a:cs typeface="Calibri"/>
                        </a:rPr>
                        <a:t>3.5</a:t>
                      </a:r>
                    </a:p>
                  </a:txBody>
                  <a:tcPr anchor="ctr">
                    <a:lnL w="7144">
                      <a:solidFill>
                        <a:srgbClr val="C9CEF2"/>
                      </a:solidFill>
                      <a:prstDash val="soli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DDDFED"/>
                    </a:solidFill>
                  </a:tcPr>
                </a:tc>
                <a:tc>
                  <a:txBody>
                    <a:bodyPr/>
                    <a:lstStyle/>
                    <a:p>
                      <a:r>
                        <a:rPr sz="1700" b="0">
                          <a:solidFill>
                            <a:srgbClr val="1B1F3B"/>
                          </a:solidFill>
                          <a:latin typeface="Calibri"/>
                          <a:ea typeface="Calibri"/>
                          <a:cs typeface="Calibri"/>
                        </a:rPr>
                        <a:t>11.5</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DDDFED"/>
                    </a:solidFill>
                  </a:tcPr>
                </a:tc>
                <a:tc>
                  <a:txBody>
                    <a:bodyPr/>
                    <a:lstStyle/>
                    <a:p>
                      <a:r>
                        <a:rPr sz="1700" b="0">
                          <a:solidFill>
                            <a:srgbClr val="1B1F3B"/>
                          </a:solidFill>
                          <a:latin typeface="Calibri"/>
                          <a:ea typeface="Calibri"/>
                          <a:cs typeface="Calibri"/>
                        </a:rPr>
                        <a:t>6</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E0F1ED"/>
                    </a:solidFill>
                  </a:tcPr>
                </a:tc>
                <a:extLst>
                  <a:ext uri="{0D108BD9-81ED-4DB2-BD59-A6C34878D82A}">
                    <a16:rowId xmlns:a16="http://schemas.microsoft.com/office/drawing/2014/main" val="10002"/>
                  </a:ext>
                </a:extLst>
              </a:tr>
            </a:tbl>
          </a:graphicData>
        </a:graphic>
      </p:graphicFrame>
      <p:sp>
        <p:nvSpPr>
          <p:cNvPr id="50" name="Rectangle 49">
            <a:extLst>
              <a:ext uri="{FF2B5EF4-FFF2-40B4-BE49-F238E27FC236}">
                <a16:creationId xmlns:a16="http://schemas.microsoft.com/office/drawing/2014/main" id="{C13971A8-A05F-4D73-9D60-B3F058F65CF9}"/>
              </a:ext>
            </a:extLst>
          </p:cNvPr>
          <p:cNvSpPr>
            <a:spLocks noGrp="1"/>
          </p:cNvSpPr>
          <p:nvPr/>
        </p:nvSpPr>
        <p:spPr>
          <a:xfrm>
            <a:off x="704851" y="4591051"/>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51" name="Rectangle 50">
            <a:extLst>
              <a:ext uri="{FF2B5EF4-FFF2-40B4-BE49-F238E27FC236}">
                <a16:creationId xmlns:a16="http://schemas.microsoft.com/office/drawing/2014/main" id="{9B84ACE6-F09E-4B1B-8C47-E0340B24065A}"/>
              </a:ext>
            </a:extLst>
          </p:cNvPr>
          <p:cNvSpPr>
            <a:spLocks noGrp="1"/>
          </p:cNvSpPr>
          <p:nvPr/>
        </p:nvSpPr>
        <p:spPr>
          <a:xfrm>
            <a:off x="1228725" y="4591051"/>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52" name="Straight Arrow Connector 51">
            <a:extLst>
              <a:ext uri="{FF2B5EF4-FFF2-40B4-BE49-F238E27FC236}">
                <a16:creationId xmlns:a16="http://schemas.microsoft.com/office/drawing/2014/main" id="{38791045-8D96-4E61-9D5F-8388D4002555}"/>
              </a:ext>
            </a:extLst>
          </p:cNvPr>
          <p:cNvCxnSpPr>
            <a:stCxn id="50" idx="3"/>
            <a:endCxn id="51" idx="1"/>
          </p:cNvCxnSpPr>
          <p:nvPr/>
        </p:nvCxnSpPr>
        <p:spPr>
          <a:xfrm>
            <a:off x="723901" y="4600575"/>
            <a:ext cx="504825" cy="0"/>
          </a:xfrm>
          <a:prstGeom prst="straightConnector1">
            <a:avLst/>
          </a:prstGeom>
          <a:ln w="42862">
            <a:solidFill>
              <a:srgbClr val="2D3A8C"/>
            </a:solidFill>
            <a:prstDash val="dash"/>
          </a:ln>
        </p:spPr>
      </p:cxnSp>
      <p:sp>
        <p:nvSpPr>
          <p:cNvPr id="53" name="Rectangle 52">
            <a:extLst>
              <a:ext uri="{FF2B5EF4-FFF2-40B4-BE49-F238E27FC236}">
                <a16:creationId xmlns:a16="http://schemas.microsoft.com/office/drawing/2014/main" id="{F2107E59-2310-4514-A22E-445BA2087786}"/>
              </a:ext>
            </a:extLst>
          </p:cNvPr>
          <p:cNvSpPr>
            <a:spLocks noGrp="1"/>
          </p:cNvSpPr>
          <p:nvPr/>
        </p:nvSpPr>
        <p:spPr>
          <a:xfrm>
            <a:off x="1381125" y="4429126"/>
            <a:ext cx="4286251" cy="428625"/>
          </a:xfrm>
          <a:prstGeom prst="rect">
            <a:avLst/>
          </a:prstGeom>
          <a:noFill/>
          <a:ln w="0">
            <a:noFill/>
            <a:prstDash val="solid"/>
          </a:ln>
        </p:spPr>
        <p:txBody>
          <a:bodyPr wrap="square" lIns="0" tIns="0" rIns="0" bIns="0" anchor="ctr">
            <a:noAutofit/>
          </a:bodyPr>
          <a:lstStyle>
            <a:defPPr algn="l">
              <a:defRPr sz="1400" b="1">
                <a:solidFill>
                  <a:srgbClr val="2D3A8C"/>
                </a:solidFill>
                <a:latin typeface="Calibri"/>
                <a:ea typeface="Calibri"/>
                <a:cs typeface="Calibri"/>
              </a:defRPr>
            </a:defPPr>
            <a:lvl1pPr algn="l">
              <a:defRPr sz="1400" b="1">
                <a:solidFill>
                  <a:srgbClr val="2D3A8C"/>
                </a:solidFill>
                <a:latin typeface="Calibri"/>
                <a:ea typeface="Calibri"/>
                <a:cs typeface="Calibri"/>
              </a:defRPr>
            </a:lvl1pPr>
            <a:lvl2pPr algn="l">
              <a:defRPr sz="1400" b="1">
                <a:solidFill>
                  <a:srgbClr val="2D3A8C"/>
                </a:solidFill>
                <a:latin typeface="Calibri"/>
                <a:ea typeface="Calibri"/>
                <a:cs typeface="Calibri"/>
              </a:defRPr>
            </a:lvl2pPr>
            <a:lvl3pPr algn="l">
              <a:defRPr sz="1400" b="1">
                <a:solidFill>
                  <a:srgbClr val="2D3A8C"/>
                </a:solidFill>
                <a:latin typeface="Calibri"/>
                <a:ea typeface="Calibri"/>
                <a:cs typeface="Calibri"/>
              </a:defRPr>
            </a:lvl3pPr>
            <a:lvl4pPr algn="l">
              <a:defRPr sz="1400" b="1">
                <a:solidFill>
                  <a:srgbClr val="2D3A8C"/>
                </a:solidFill>
                <a:latin typeface="Calibri"/>
                <a:ea typeface="Calibri"/>
                <a:cs typeface="Calibri"/>
              </a:defRPr>
            </a:lvl4pPr>
            <a:lvl5pPr algn="l">
              <a:defRPr sz="1400" b="1">
                <a:solidFill>
                  <a:srgbClr val="2D3A8C"/>
                </a:solidFill>
                <a:latin typeface="Calibri"/>
                <a:ea typeface="Calibri"/>
                <a:cs typeface="Calibri"/>
              </a:defRPr>
            </a:lvl5pPr>
            <a:lvl6pPr algn="l">
              <a:defRPr sz="1400" b="1">
                <a:solidFill>
                  <a:srgbClr val="2D3A8C"/>
                </a:solidFill>
                <a:latin typeface="Calibri"/>
                <a:ea typeface="Calibri"/>
                <a:cs typeface="Calibri"/>
              </a:defRPr>
            </a:lvl6pPr>
            <a:lvl7pPr algn="l">
              <a:defRPr sz="1400" b="1">
                <a:solidFill>
                  <a:srgbClr val="2D3A8C"/>
                </a:solidFill>
                <a:latin typeface="Calibri"/>
                <a:ea typeface="Calibri"/>
                <a:cs typeface="Calibri"/>
              </a:defRPr>
            </a:lvl7pPr>
            <a:lvl8pPr algn="l">
              <a:defRPr sz="1400" b="1">
                <a:solidFill>
                  <a:srgbClr val="2D3A8C"/>
                </a:solidFill>
                <a:latin typeface="Calibri"/>
                <a:ea typeface="Calibri"/>
                <a:cs typeface="Calibri"/>
              </a:defRPr>
            </a:lvl8pPr>
            <a:lvl9pPr algn="l">
              <a:defRPr sz="1400" b="1">
                <a:solidFill>
                  <a:srgbClr val="2D3A8C"/>
                </a:solidFill>
                <a:latin typeface="Calibri"/>
                <a:ea typeface="Calibri"/>
                <a:cs typeface="Calibri"/>
              </a:defRPr>
            </a:lvl9pPr>
          </a:lstStyle>
          <a:p>
            <a:pPr defTabSz="1219170">
              <a:defRPr sz="1400" b="1">
                <a:solidFill>
                  <a:srgbClr val="2D3A8C"/>
                </a:solidFill>
                <a:latin typeface="Calibri"/>
                <a:ea typeface="Calibri"/>
                <a:cs typeface="Calibri"/>
              </a:defRPr>
            </a:pPr>
            <a:r>
              <a:rPr sz="1867"/>
              <a:t>A: direct candidate</a:t>
            </a:r>
          </a:p>
        </p:txBody>
      </p:sp>
      <p:sp>
        <p:nvSpPr>
          <p:cNvPr id="54" name="Rectangle 53">
            <a:extLst>
              <a:ext uri="{FF2B5EF4-FFF2-40B4-BE49-F238E27FC236}">
                <a16:creationId xmlns:a16="http://schemas.microsoft.com/office/drawing/2014/main" id="{09429C28-E7CB-44F7-A7D5-1F69A43F7C9D}"/>
              </a:ext>
            </a:extLst>
          </p:cNvPr>
          <p:cNvSpPr>
            <a:spLocks noGrp="1"/>
          </p:cNvSpPr>
          <p:nvPr/>
        </p:nvSpPr>
        <p:spPr>
          <a:xfrm>
            <a:off x="704851" y="511492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55" name="Rectangle 54">
            <a:extLst>
              <a:ext uri="{FF2B5EF4-FFF2-40B4-BE49-F238E27FC236}">
                <a16:creationId xmlns:a16="http://schemas.microsoft.com/office/drawing/2014/main" id="{EE907ABA-4A77-4B04-B477-1030FB0D2AC8}"/>
              </a:ext>
            </a:extLst>
          </p:cNvPr>
          <p:cNvSpPr>
            <a:spLocks noGrp="1"/>
          </p:cNvSpPr>
          <p:nvPr/>
        </p:nvSpPr>
        <p:spPr>
          <a:xfrm>
            <a:off x="1228725" y="51149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56" name="Straight Arrow Connector 55">
            <a:extLst>
              <a:ext uri="{FF2B5EF4-FFF2-40B4-BE49-F238E27FC236}">
                <a16:creationId xmlns:a16="http://schemas.microsoft.com/office/drawing/2014/main" id="{AB0AC897-E0AB-4973-BAA1-CEEB477C7ACE}"/>
              </a:ext>
            </a:extLst>
          </p:cNvPr>
          <p:cNvCxnSpPr>
            <a:stCxn id="54" idx="3"/>
            <a:endCxn id="55" idx="1"/>
          </p:cNvCxnSpPr>
          <p:nvPr/>
        </p:nvCxnSpPr>
        <p:spPr>
          <a:xfrm>
            <a:off x="723901" y="5124451"/>
            <a:ext cx="504825" cy="0"/>
          </a:xfrm>
          <a:prstGeom prst="straightConnector1">
            <a:avLst/>
          </a:prstGeom>
          <a:ln w="42862">
            <a:solidFill>
              <a:srgbClr val="2D3A8C"/>
            </a:solidFill>
            <a:prstDash val="solid"/>
          </a:ln>
        </p:spPr>
      </p:cxnSp>
      <p:sp>
        <p:nvSpPr>
          <p:cNvPr id="57" name="Rectangle 56">
            <a:extLst>
              <a:ext uri="{FF2B5EF4-FFF2-40B4-BE49-F238E27FC236}">
                <a16:creationId xmlns:a16="http://schemas.microsoft.com/office/drawing/2014/main" id="{57717CA4-2E3D-4847-AB73-F1E17D12C78D}"/>
              </a:ext>
            </a:extLst>
          </p:cNvPr>
          <p:cNvSpPr>
            <a:spLocks noGrp="1"/>
          </p:cNvSpPr>
          <p:nvPr/>
        </p:nvSpPr>
        <p:spPr>
          <a:xfrm>
            <a:off x="1381125" y="4953001"/>
            <a:ext cx="4286251" cy="428625"/>
          </a:xfrm>
          <a:prstGeom prst="rect">
            <a:avLst/>
          </a:prstGeom>
          <a:noFill/>
          <a:ln w="0">
            <a:noFill/>
            <a:prstDash val="solid"/>
          </a:ln>
        </p:spPr>
        <p:txBody>
          <a:bodyPr wrap="square" lIns="0" tIns="0" rIns="0" bIns="0" anchor="ctr">
            <a:noAutofit/>
          </a:bodyPr>
          <a:lstStyle>
            <a:defPPr algn="l">
              <a:defRPr sz="1400" b="1">
                <a:solidFill>
                  <a:srgbClr val="2D3A8C"/>
                </a:solidFill>
                <a:latin typeface="Calibri"/>
                <a:ea typeface="Calibri"/>
                <a:cs typeface="Calibri"/>
              </a:defRPr>
            </a:defPPr>
            <a:lvl1pPr algn="l">
              <a:defRPr sz="1400" b="1">
                <a:solidFill>
                  <a:srgbClr val="2D3A8C"/>
                </a:solidFill>
                <a:latin typeface="Calibri"/>
                <a:ea typeface="Calibri"/>
                <a:cs typeface="Calibri"/>
              </a:defRPr>
            </a:lvl1pPr>
            <a:lvl2pPr algn="l">
              <a:defRPr sz="1400" b="1">
                <a:solidFill>
                  <a:srgbClr val="2D3A8C"/>
                </a:solidFill>
                <a:latin typeface="Calibri"/>
                <a:ea typeface="Calibri"/>
                <a:cs typeface="Calibri"/>
              </a:defRPr>
            </a:lvl2pPr>
            <a:lvl3pPr algn="l">
              <a:defRPr sz="1400" b="1">
                <a:solidFill>
                  <a:srgbClr val="2D3A8C"/>
                </a:solidFill>
                <a:latin typeface="Calibri"/>
                <a:ea typeface="Calibri"/>
                <a:cs typeface="Calibri"/>
              </a:defRPr>
            </a:lvl3pPr>
            <a:lvl4pPr algn="l">
              <a:defRPr sz="1400" b="1">
                <a:solidFill>
                  <a:srgbClr val="2D3A8C"/>
                </a:solidFill>
                <a:latin typeface="Calibri"/>
                <a:ea typeface="Calibri"/>
                <a:cs typeface="Calibri"/>
              </a:defRPr>
            </a:lvl4pPr>
            <a:lvl5pPr algn="l">
              <a:defRPr sz="1400" b="1">
                <a:solidFill>
                  <a:srgbClr val="2D3A8C"/>
                </a:solidFill>
                <a:latin typeface="Calibri"/>
                <a:ea typeface="Calibri"/>
                <a:cs typeface="Calibri"/>
              </a:defRPr>
            </a:lvl5pPr>
            <a:lvl6pPr algn="l">
              <a:defRPr sz="1400" b="1">
                <a:solidFill>
                  <a:srgbClr val="2D3A8C"/>
                </a:solidFill>
                <a:latin typeface="Calibri"/>
                <a:ea typeface="Calibri"/>
                <a:cs typeface="Calibri"/>
              </a:defRPr>
            </a:lvl6pPr>
            <a:lvl7pPr algn="l">
              <a:defRPr sz="1400" b="1">
                <a:solidFill>
                  <a:srgbClr val="2D3A8C"/>
                </a:solidFill>
                <a:latin typeface="Calibri"/>
                <a:ea typeface="Calibri"/>
                <a:cs typeface="Calibri"/>
              </a:defRPr>
            </a:lvl7pPr>
            <a:lvl8pPr algn="l">
              <a:defRPr sz="1400" b="1">
                <a:solidFill>
                  <a:srgbClr val="2D3A8C"/>
                </a:solidFill>
                <a:latin typeface="Calibri"/>
                <a:ea typeface="Calibri"/>
                <a:cs typeface="Calibri"/>
              </a:defRPr>
            </a:lvl8pPr>
            <a:lvl9pPr algn="l">
              <a:defRPr sz="1400" b="1">
                <a:solidFill>
                  <a:srgbClr val="2D3A8C"/>
                </a:solidFill>
                <a:latin typeface="Calibri"/>
                <a:ea typeface="Calibri"/>
                <a:cs typeface="Calibri"/>
              </a:defRPr>
            </a:lvl9pPr>
          </a:lstStyle>
          <a:p>
            <a:pPr defTabSz="1219170">
              <a:defRPr sz="1400" b="1">
                <a:solidFill>
                  <a:srgbClr val="2D3A8C"/>
                </a:solidFill>
                <a:latin typeface="Calibri"/>
                <a:ea typeface="Calibri"/>
                <a:cs typeface="Calibri"/>
              </a:defRPr>
            </a:pPr>
            <a:r>
              <a:rPr sz="1867"/>
              <a:t>B: detour candidate</a:t>
            </a:r>
          </a:p>
        </p:txBody>
      </p:sp>
      <p:sp>
        <p:nvSpPr>
          <p:cNvPr id="58" name="Rectangle 57">
            <a:extLst>
              <a:ext uri="{FF2B5EF4-FFF2-40B4-BE49-F238E27FC236}">
                <a16:creationId xmlns:a16="http://schemas.microsoft.com/office/drawing/2014/main" id="{60E1FB29-EA40-429D-AEC6-1EF9B1788B42}"/>
              </a:ext>
            </a:extLst>
          </p:cNvPr>
          <p:cNvSpPr>
            <a:spLocks noGrp="1"/>
          </p:cNvSpPr>
          <p:nvPr/>
        </p:nvSpPr>
        <p:spPr>
          <a:xfrm>
            <a:off x="609600" y="5619749"/>
            <a:ext cx="10972800" cy="457200"/>
          </a:xfrm>
          <a:prstGeom prst="rect">
            <a:avLst/>
          </a:prstGeom>
          <a:noFill/>
          <a:ln w="0">
            <a:noFill/>
            <a:prstDash val="solid"/>
          </a:ln>
        </p:spPr>
        <p:txBody>
          <a:bodyPr wrap="square" lIns="0" tIns="0" rIns="0" bIns="0" anchor="ctr">
            <a:noAutofit/>
          </a:bodyPr>
          <a:lstStyle>
            <a:defPPr algn="l">
              <a:defRPr sz="1300" b="0">
                <a:solidFill>
                  <a:srgbClr val="4A4F6A"/>
                </a:solidFill>
                <a:latin typeface="Calibri"/>
                <a:ea typeface="Calibri"/>
                <a:cs typeface="Calibri"/>
              </a:defRPr>
            </a:defPPr>
            <a:lvl1pPr algn="l">
              <a:defRPr sz="1300" b="0">
                <a:solidFill>
                  <a:srgbClr val="4A4F6A"/>
                </a:solidFill>
                <a:latin typeface="Calibri"/>
                <a:ea typeface="Calibri"/>
                <a:cs typeface="Calibri"/>
              </a:defRPr>
            </a:lvl1pPr>
            <a:lvl2pPr algn="l">
              <a:defRPr sz="1300" b="0">
                <a:solidFill>
                  <a:srgbClr val="4A4F6A"/>
                </a:solidFill>
                <a:latin typeface="Calibri"/>
                <a:ea typeface="Calibri"/>
                <a:cs typeface="Calibri"/>
              </a:defRPr>
            </a:lvl2pPr>
            <a:lvl3pPr algn="l">
              <a:defRPr sz="1300" b="0">
                <a:solidFill>
                  <a:srgbClr val="4A4F6A"/>
                </a:solidFill>
                <a:latin typeface="Calibri"/>
                <a:ea typeface="Calibri"/>
                <a:cs typeface="Calibri"/>
              </a:defRPr>
            </a:lvl3pPr>
            <a:lvl4pPr algn="l">
              <a:defRPr sz="1300" b="0">
                <a:solidFill>
                  <a:srgbClr val="4A4F6A"/>
                </a:solidFill>
                <a:latin typeface="Calibri"/>
                <a:ea typeface="Calibri"/>
                <a:cs typeface="Calibri"/>
              </a:defRPr>
            </a:lvl4pPr>
            <a:lvl5pPr algn="l">
              <a:defRPr sz="1300" b="0">
                <a:solidFill>
                  <a:srgbClr val="4A4F6A"/>
                </a:solidFill>
                <a:latin typeface="Calibri"/>
                <a:ea typeface="Calibri"/>
                <a:cs typeface="Calibri"/>
              </a:defRPr>
            </a:lvl5pPr>
            <a:lvl6pPr algn="l">
              <a:defRPr sz="1300" b="0">
                <a:solidFill>
                  <a:srgbClr val="4A4F6A"/>
                </a:solidFill>
                <a:latin typeface="Calibri"/>
                <a:ea typeface="Calibri"/>
                <a:cs typeface="Calibri"/>
              </a:defRPr>
            </a:lvl6pPr>
            <a:lvl7pPr algn="l">
              <a:defRPr sz="1300" b="0">
                <a:solidFill>
                  <a:srgbClr val="4A4F6A"/>
                </a:solidFill>
                <a:latin typeface="Calibri"/>
                <a:ea typeface="Calibri"/>
                <a:cs typeface="Calibri"/>
              </a:defRPr>
            </a:lvl7pPr>
            <a:lvl8pPr algn="l">
              <a:defRPr sz="1300" b="0">
                <a:solidFill>
                  <a:srgbClr val="4A4F6A"/>
                </a:solidFill>
                <a:latin typeface="Calibri"/>
                <a:ea typeface="Calibri"/>
                <a:cs typeface="Calibri"/>
              </a:defRPr>
            </a:lvl8pPr>
            <a:lvl9pPr algn="l">
              <a:defRPr sz="1300" b="0">
                <a:solidFill>
                  <a:srgbClr val="4A4F6A"/>
                </a:solidFill>
                <a:latin typeface="Calibri"/>
                <a:ea typeface="Calibri"/>
                <a:cs typeface="Calibri"/>
              </a:defRPr>
            </a:lvl9pPr>
          </a:lstStyle>
          <a:p>
            <a:pPr defTabSz="1219170">
              <a:defRPr sz="1300" b="0">
                <a:solidFill>
                  <a:srgbClr val="4A4F6A"/>
                </a:solidFill>
                <a:latin typeface="Calibri"/>
                <a:ea typeface="Calibri"/>
                <a:cs typeface="Calibri"/>
              </a:defRPr>
            </a:pPr>
            <a:r>
              <a:rPr sz="1733"/>
              <a:t>A useful result should survive reasonable changes in your assumptions.</a:t>
            </a:r>
          </a:p>
        </p:txBody>
      </p:sp>
    </p:spTree>
    <p:extLst>
      <p:ext uri="{BB962C8B-B14F-4D97-AF65-F5344CB8AC3E}">
        <p14:creationId xmlns:p14="http://schemas.microsoft.com/office/powerpoint/2010/main" val="125867165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sz="2400">
              <a:solidFill>
                <a:srgbClr val="FFFFFF"/>
              </a:solidFill>
              <a:latin typeface="Calibri"/>
            </a:endParaRPr>
          </a:p>
        </p:txBody>
      </p:sp>
      <p:sp>
        <p:nvSpPr>
          <p:cNvPr id="2" name="Rectangle 1">
            <a:extLst>
              <a:ext uri="{FF2B5EF4-FFF2-40B4-BE49-F238E27FC236}">
                <a16:creationId xmlns:a16="http://schemas.microsoft.com/office/drawing/2014/main" id="{CDE8B4D2-1A18-4DBC-BB81-4D740E1AB6FF}"/>
              </a:ext>
            </a:extLst>
          </p:cNvPr>
          <p:cNvSpPr>
            <a:spLocks noGrp="1"/>
          </p:cNvSpPr>
          <p:nvPr/>
        </p:nvSpPr>
        <p:spPr>
          <a:xfrm>
            <a:off x="731520" y="365760"/>
            <a:ext cx="10728960" cy="853440"/>
          </a:xfrm>
          <a:prstGeom prst="rect">
            <a:avLst/>
          </a:prstGeom>
          <a:noFill/>
          <a:ln w="0">
            <a:noFill/>
            <a:prstDash val="solid"/>
          </a:ln>
        </p:spPr>
        <p:txBody>
          <a:bodyPr wrap="square" lIns="0" tIns="0" rIns="0" bIns="0" anchor="ctr">
            <a:noAutofit/>
          </a:bodyPr>
          <a:lstStyle>
            <a:defPPr algn="l">
              <a:defRPr sz="2350" b="1">
                <a:solidFill>
                  <a:srgbClr val="1B1F3B"/>
                </a:solidFill>
                <a:latin typeface="Calibri"/>
                <a:ea typeface="Calibri"/>
                <a:cs typeface="Calibri"/>
              </a:defRPr>
            </a:defPPr>
            <a:lvl1pPr algn="l">
              <a:defRPr sz="2350" b="1">
                <a:solidFill>
                  <a:srgbClr val="1B1F3B"/>
                </a:solidFill>
                <a:latin typeface="Calibri"/>
                <a:ea typeface="Calibri"/>
                <a:cs typeface="Calibri"/>
              </a:defRPr>
            </a:lvl1pPr>
            <a:lvl2pPr algn="l">
              <a:defRPr sz="2350" b="1">
                <a:solidFill>
                  <a:srgbClr val="1B1F3B"/>
                </a:solidFill>
                <a:latin typeface="Calibri"/>
                <a:ea typeface="Calibri"/>
                <a:cs typeface="Calibri"/>
              </a:defRPr>
            </a:lvl2pPr>
            <a:lvl3pPr algn="l">
              <a:defRPr sz="2350" b="1">
                <a:solidFill>
                  <a:srgbClr val="1B1F3B"/>
                </a:solidFill>
                <a:latin typeface="Calibri"/>
                <a:ea typeface="Calibri"/>
                <a:cs typeface="Calibri"/>
              </a:defRPr>
            </a:lvl3pPr>
            <a:lvl4pPr algn="l">
              <a:defRPr sz="2350" b="1">
                <a:solidFill>
                  <a:srgbClr val="1B1F3B"/>
                </a:solidFill>
                <a:latin typeface="Calibri"/>
                <a:ea typeface="Calibri"/>
                <a:cs typeface="Calibri"/>
              </a:defRPr>
            </a:lvl4pPr>
            <a:lvl5pPr algn="l">
              <a:defRPr sz="2350" b="1">
                <a:solidFill>
                  <a:srgbClr val="1B1F3B"/>
                </a:solidFill>
                <a:latin typeface="Calibri"/>
                <a:ea typeface="Calibri"/>
                <a:cs typeface="Calibri"/>
              </a:defRPr>
            </a:lvl5pPr>
            <a:lvl6pPr algn="l">
              <a:defRPr sz="2350" b="1">
                <a:solidFill>
                  <a:srgbClr val="1B1F3B"/>
                </a:solidFill>
                <a:latin typeface="Calibri"/>
                <a:ea typeface="Calibri"/>
                <a:cs typeface="Calibri"/>
              </a:defRPr>
            </a:lvl6pPr>
            <a:lvl7pPr algn="l">
              <a:defRPr sz="2350" b="1">
                <a:solidFill>
                  <a:srgbClr val="1B1F3B"/>
                </a:solidFill>
                <a:latin typeface="Calibri"/>
                <a:ea typeface="Calibri"/>
                <a:cs typeface="Calibri"/>
              </a:defRPr>
            </a:lvl7pPr>
            <a:lvl8pPr algn="l">
              <a:defRPr sz="2350" b="1">
                <a:solidFill>
                  <a:srgbClr val="1B1F3B"/>
                </a:solidFill>
                <a:latin typeface="Calibri"/>
                <a:ea typeface="Calibri"/>
                <a:cs typeface="Calibri"/>
              </a:defRPr>
            </a:lvl8pPr>
            <a:lvl9pPr algn="l">
              <a:defRPr sz="2350" b="1">
                <a:solidFill>
                  <a:srgbClr val="1B1F3B"/>
                </a:solidFill>
                <a:latin typeface="Calibri"/>
                <a:ea typeface="Calibri"/>
                <a:cs typeface="Calibri"/>
              </a:defRPr>
            </a:lvl9pPr>
          </a:lstStyle>
          <a:p>
            <a:pPr defTabSz="1219170">
              <a:defRPr sz="2350" b="1">
                <a:solidFill>
                  <a:srgbClr val="1B1F3B"/>
                </a:solidFill>
                <a:latin typeface="Calibri"/>
                <a:ea typeface="Calibri"/>
                <a:cs typeface="Calibri"/>
              </a:defRPr>
            </a:pPr>
            <a:r>
              <a:rPr sz="3733"/>
              <a:t>A policy needs an explanation</a:t>
            </a:r>
          </a:p>
        </p:txBody>
      </p:sp>
      <p:sp>
        <p:nvSpPr>
          <p:cNvPr id="3" name="Rectangle 2">
            <a:extLst>
              <a:ext uri="{FF2B5EF4-FFF2-40B4-BE49-F238E27FC236}">
                <a16:creationId xmlns:a16="http://schemas.microsoft.com/office/drawing/2014/main" id="{7684FEAE-6EFB-4AB6-845D-CDBA49D461CA}"/>
              </a:ext>
            </a:extLst>
          </p:cNvPr>
          <p:cNvSpPr>
            <a:spLocks noGrp="1"/>
          </p:cNvSpPr>
          <p:nvPr/>
        </p:nvSpPr>
        <p:spPr>
          <a:xfrm>
            <a:off x="609601" y="6229350"/>
            <a:ext cx="9334500" cy="266700"/>
          </a:xfrm>
          <a:prstGeom prst="rect">
            <a:avLst/>
          </a:prstGeom>
          <a:noFill/>
          <a:ln w="0">
            <a:noFill/>
            <a:prstDash val="solid"/>
          </a:ln>
        </p:spPr>
        <p:txBody>
          <a:bodyPr wrap="square" lIns="0" tIns="0" rIns="0" bIns="0" anchor="ctr">
            <a:noAutofit/>
          </a:bodyPr>
          <a:lstStyle>
            <a:defPPr algn="l">
              <a:defRPr sz="950" b="0">
                <a:solidFill>
                  <a:srgbClr val="4A4F6A"/>
                </a:solidFill>
                <a:latin typeface="Calibri"/>
                <a:ea typeface="Calibri"/>
                <a:cs typeface="Calibri"/>
              </a:defRPr>
            </a:defPPr>
            <a:lvl1pPr algn="l">
              <a:defRPr sz="950" b="0">
                <a:solidFill>
                  <a:srgbClr val="4A4F6A"/>
                </a:solidFill>
                <a:latin typeface="Calibri"/>
                <a:ea typeface="Calibri"/>
                <a:cs typeface="Calibri"/>
              </a:defRPr>
            </a:lvl1pPr>
            <a:lvl2pPr algn="l">
              <a:defRPr sz="950" b="0">
                <a:solidFill>
                  <a:srgbClr val="4A4F6A"/>
                </a:solidFill>
                <a:latin typeface="Calibri"/>
                <a:ea typeface="Calibri"/>
                <a:cs typeface="Calibri"/>
              </a:defRPr>
            </a:lvl2pPr>
            <a:lvl3pPr algn="l">
              <a:defRPr sz="950" b="0">
                <a:solidFill>
                  <a:srgbClr val="4A4F6A"/>
                </a:solidFill>
                <a:latin typeface="Calibri"/>
                <a:ea typeface="Calibri"/>
                <a:cs typeface="Calibri"/>
              </a:defRPr>
            </a:lvl3pPr>
            <a:lvl4pPr algn="l">
              <a:defRPr sz="950" b="0">
                <a:solidFill>
                  <a:srgbClr val="4A4F6A"/>
                </a:solidFill>
                <a:latin typeface="Calibri"/>
                <a:ea typeface="Calibri"/>
                <a:cs typeface="Calibri"/>
              </a:defRPr>
            </a:lvl4pPr>
            <a:lvl5pPr algn="l">
              <a:defRPr sz="950" b="0">
                <a:solidFill>
                  <a:srgbClr val="4A4F6A"/>
                </a:solidFill>
                <a:latin typeface="Calibri"/>
                <a:ea typeface="Calibri"/>
                <a:cs typeface="Calibri"/>
              </a:defRPr>
            </a:lvl5pPr>
            <a:lvl6pPr algn="l">
              <a:defRPr sz="950" b="0">
                <a:solidFill>
                  <a:srgbClr val="4A4F6A"/>
                </a:solidFill>
                <a:latin typeface="Calibri"/>
                <a:ea typeface="Calibri"/>
                <a:cs typeface="Calibri"/>
              </a:defRPr>
            </a:lvl6pPr>
            <a:lvl7pPr algn="l">
              <a:defRPr sz="950" b="0">
                <a:solidFill>
                  <a:srgbClr val="4A4F6A"/>
                </a:solidFill>
                <a:latin typeface="Calibri"/>
                <a:ea typeface="Calibri"/>
                <a:cs typeface="Calibri"/>
              </a:defRPr>
            </a:lvl7pPr>
            <a:lvl8pPr algn="l">
              <a:defRPr sz="950" b="0">
                <a:solidFill>
                  <a:srgbClr val="4A4F6A"/>
                </a:solidFill>
                <a:latin typeface="Calibri"/>
                <a:ea typeface="Calibri"/>
                <a:cs typeface="Calibri"/>
              </a:defRPr>
            </a:lvl8pPr>
            <a:lvl9pPr algn="l">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5  Cost and blocking policy</a:t>
            </a:r>
          </a:p>
        </p:txBody>
      </p:sp>
      <p:sp>
        <p:nvSpPr>
          <p:cNvPr id="4" name="Rectangle 3">
            <a:extLst>
              <a:ext uri="{FF2B5EF4-FFF2-40B4-BE49-F238E27FC236}">
                <a16:creationId xmlns:a16="http://schemas.microsoft.com/office/drawing/2014/main" id="{7ADC000A-36C2-4485-97D1-4442081B2D11}"/>
              </a:ext>
            </a:extLst>
          </p:cNvPr>
          <p:cNvSpPr>
            <a:spLocks noGrp="1"/>
          </p:cNvSpPr>
          <p:nvPr/>
        </p:nvSpPr>
        <p:spPr>
          <a:xfrm>
            <a:off x="10953750" y="6229350"/>
            <a:ext cx="619125" cy="266700"/>
          </a:xfrm>
          <a:prstGeom prst="rect">
            <a:avLst/>
          </a:prstGeom>
          <a:noFill/>
          <a:ln w="0">
            <a:noFill/>
            <a:prstDash val="solid"/>
          </a:ln>
        </p:spPr>
        <p:txBody>
          <a:bodyPr wrap="square" lIns="0" tIns="0" rIns="0" bIns="0" anchor="ctr">
            <a:noAutofit/>
          </a:bodyPr>
          <a:lstStyle>
            <a:defPPr algn="r">
              <a:defRPr sz="950" b="0">
                <a:solidFill>
                  <a:srgbClr val="4A4F6A"/>
                </a:solidFill>
                <a:latin typeface="Calibri"/>
                <a:ea typeface="Calibri"/>
                <a:cs typeface="Calibri"/>
              </a:defRPr>
            </a:defPPr>
            <a:lvl1pPr algn="r">
              <a:defRPr sz="950" b="0">
                <a:solidFill>
                  <a:srgbClr val="4A4F6A"/>
                </a:solidFill>
                <a:latin typeface="Calibri"/>
                <a:ea typeface="Calibri"/>
                <a:cs typeface="Calibri"/>
              </a:defRPr>
            </a:lvl1pPr>
            <a:lvl2pPr algn="r">
              <a:defRPr sz="950" b="0">
                <a:solidFill>
                  <a:srgbClr val="4A4F6A"/>
                </a:solidFill>
                <a:latin typeface="Calibri"/>
                <a:ea typeface="Calibri"/>
                <a:cs typeface="Calibri"/>
              </a:defRPr>
            </a:lvl2pPr>
            <a:lvl3pPr algn="r">
              <a:defRPr sz="950" b="0">
                <a:solidFill>
                  <a:srgbClr val="4A4F6A"/>
                </a:solidFill>
                <a:latin typeface="Calibri"/>
                <a:ea typeface="Calibri"/>
                <a:cs typeface="Calibri"/>
              </a:defRPr>
            </a:lvl3pPr>
            <a:lvl4pPr algn="r">
              <a:defRPr sz="950" b="0">
                <a:solidFill>
                  <a:srgbClr val="4A4F6A"/>
                </a:solidFill>
                <a:latin typeface="Calibri"/>
                <a:ea typeface="Calibri"/>
                <a:cs typeface="Calibri"/>
              </a:defRPr>
            </a:lvl4pPr>
            <a:lvl5pPr algn="r">
              <a:defRPr sz="950" b="0">
                <a:solidFill>
                  <a:srgbClr val="4A4F6A"/>
                </a:solidFill>
                <a:latin typeface="Calibri"/>
                <a:ea typeface="Calibri"/>
                <a:cs typeface="Calibri"/>
              </a:defRPr>
            </a:lvl5pPr>
            <a:lvl6pPr algn="r">
              <a:defRPr sz="950" b="0">
                <a:solidFill>
                  <a:srgbClr val="4A4F6A"/>
                </a:solidFill>
                <a:latin typeface="Calibri"/>
                <a:ea typeface="Calibri"/>
                <a:cs typeface="Calibri"/>
              </a:defRPr>
            </a:lvl6pPr>
            <a:lvl7pPr algn="r">
              <a:defRPr sz="950" b="0">
                <a:solidFill>
                  <a:srgbClr val="4A4F6A"/>
                </a:solidFill>
                <a:latin typeface="Calibri"/>
                <a:ea typeface="Calibri"/>
                <a:cs typeface="Calibri"/>
              </a:defRPr>
            </a:lvl7pPr>
            <a:lvl8pPr algn="r">
              <a:defRPr sz="950" b="0">
                <a:solidFill>
                  <a:srgbClr val="4A4F6A"/>
                </a:solidFill>
                <a:latin typeface="Calibri"/>
                <a:ea typeface="Calibri"/>
                <a:cs typeface="Calibri"/>
              </a:defRPr>
            </a:lvl8pPr>
            <a:lvl9pPr algn="r">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10</a:t>
            </a:r>
          </a:p>
        </p:txBody>
      </p:sp>
      <p:sp>
        <p:nvSpPr>
          <p:cNvPr id="5" name="Rectangle 4">
            <a:extLst>
              <a:ext uri="{FF2B5EF4-FFF2-40B4-BE49-F238E27FC236}">
                <a16:creationId xmlns:a16="http://schemas.microsoft.com/office/drawing/2014/main" id="{BCC436B3-C11A-4F22-84C6-8D6ECC3FD92B}"/>
              </a:ext>
            </a:extLst>
          </p:cNvPr>
          <p:cNvSpPr>
            <a:spLocks noGrp="1"/>
          </p:cNvSpPr>
          <p:nvPr/>
        </p:nvSpPr>
        <p:spPr>
          <a:xfrm>
            <a:off x="904875" y="1905001"/>
            <a:ext cx="10287000" cy="714375"/>
          </a:xfrm>
          <a:prstGeom prst="rect">
            <a:avLst/>
          </a:prstGeom>
          <a:noFill/>
          <a:ln w="0">
            <a:noFill/>
            <a:prstDash val="solid"/>
          </a:ln>
        </p:spPr>
        <p:txBody>
          <a:bodyPr wrap="square" lIns="0" tIns="0" rIns="0" bIns="0" anchor="ctr">
            <a:noAutofit/>
          </a:bodyPr>
          <a:lstStyle>
            <a:defPPr algn="l">
              <a:defRPr sz="2000" b="1">
                <a:solidFill>
                  <a:srgbClr val="2D3A8C"/>
                </a:solidFill>
                <a:latin typeface="Calibri"/>
                <a:ea typeface="Calibri"/>
                <a:cs typeface="Calibri"/>
              </a:defRPr>
            </a:defPPr>
            <a:lvl1pPr algn="l">
              <a:defRPr sz="2000" b="1">
                <a:solidFill>
                  <a:srgbClr val="2D3A8C"/>
                </a:solidFill>
                <a:latin typeface="Calibri"/>
                <a:ea typeface="Calibri"/>
                <a:cs typeface="Calibri"/>
              </a:defRPr>
            </a:lvl1pPr>
            <a:lvl2pPr algn="l">
              <a:defRPr sz="2000" b="1">
                <a:solidFill>
                  <a:srgbClr val="2D3A8C"/>
                </a:solidFill>
                <a:latin typeface="Calibri"/>
                <a:ea typeface="Calibri"/>
                <a:cs typeface="Calibri"/>
              </a:defRPr>
            </a:lvl2pPr>
            <a:lvl3pPr algn="l">
              <a:defRPr sz="2000" b="1">
                <a:solidFill>
                  <a:srgbClr val="2D3A8C"/>
                </a:solidFill>
                <a:latin typeface="Calibri"/>
                <a:ea typeface="Calibri"/>
                <a:cs typeface="Calibri"/>
              </a:defRPr>
            </a:lvl3pPr>
            <a:lvl4pPr algn="l">
              <a:defRPr sz="2000" b="1">
                <a:solidFill>
                  <a:srgbClr val="2D3A8C"/>
                </a:solidFill>
                <a:latin typeface="Calibri"/>
                <a:ea typeface="Calibri"/>
                <a:cs typeface="Calibri"/>
              </a:defRPr>
            </a:lvl4pPr>
            <a:lvl5pPr algn="l">
              <a:defRPr sz="2000" b="1">
                <a:solidFill>
                  <a:srgbClr val="2D3A8C"/>
                </a:solidFill>
                <a:latin typeface="Calibri"/>
                <a:ea typeface="Calibri"/>
                <a:cs typeface="Calibri"/>
              </a:defRPr>
            </a:lvl5pPr>
            <a:lvl6pPr algn="l">
              <a:defRPr sz="2000" b="1">
                <a:solidFill>
                  <a:srgbClr val="2D3A8C"/>
                </a:solidFill>
                <a:latin typeface="Calibri"/>
                <a:ea typeface="Calibri"/>
                <a:cs typeface="Calibri"/>
              </a:defRPr>
            </a:lvl6pPr>
            <a:lvl7pPr algn="l">
              <a:defRPr sz="2000" b="1">
                <a:solidFill>
                  <a:srgbClr val="2D3A8C"/>
                </a:solidFill>
                <a:latin typeface="Calibri"/>
                <a:ea typeface="Calibri"/>
                <a:cs typeface="Calibri"/>
              </a:defRPr>
            </a:lvl7pPr>
            <a:lvl8pPr algn="l">
              <a:defRPr sz="2000" b="1">
                <a:solidFill>
                  <a:srgbClr val="2D3A8C"/>
                </a:solidFill>
                <a:latin typeface="Calibri"/>
                <a:ea typeface="Calibri"/>
                <a:cs typeface="Calibri"/>
              </a:defRPr>
            </a:lvl8pPr>
            <a:lvl9pPr algn="l">
              <a:defRPr sz="2000" b="1">
                <a:solidFill>
                  <a:srgbClr val="2D3A8C"/>
                </a:solidFill>
                <a:latin typeface="Calibri"/>
                <a:ea typeface="Calibri"/>
                <a:cs typeface="Calibri"/>
              </a:defRPr>
            </a:lvl9pPr>
          </a:lstStyle>
          <a:p>
            <a:pPr defTabSz="1219170">
              <a:defRPr sz="2000" b="1">
                <a:solidFill>
                  <a:srgbClr val="2D3A8C"/>
                </a:solidFill>
                <a:latin typeface="Calibri"/>
                <a:ea typeface="Calibri"/>
                <a:cs typeface="Calibri"/>
              </a:defRPr>
            </a:pPr>
            <a:r>
              <a:rPr sz="2667"/>
              <a:t>Which cells should cost more?</a:t>
            </a:r>
          </a:p>
        </p:txBody>
      </p:sp>
      <p:sp>
        <p:nvSpPr>
          <p:cNvPr id="6" name="Rectangle 5">
            <a:extLst>
              <a:ext uri="{FF2B5EF4-FFF2-40B4-BE49-F238E27FC236}">
                <a16:creationId xmlns:a16="http://schemas.microsoft.com/office/drawing/2014/main" id="{446B4BB4-7A8C-4CA2-B25E-62D4ED4E8931}"/>
              </a:ext>
            </a:extLst>
          </p:cNvPr>
          <p:cNvSpPr>
            <a:spLocks noGrp="1"/>
          </p:cNvSpPr>
          <p:nvPr/>
        </p:nvSpPr>
        <p:spPr>
          <a:xfrm>
            <a:off x="904875" y="3048001"/>
            <a:ext cx="10287000" cy="714375"/>
          </a:xfrm>
          <a:prstGeom prst="rect">
            <a:avLst/>
          </a:prstGeom>
          <a:noFill/>
          <a:ln w="0">
            <a:noFill/>
            <a:prstDash val="solid"/>
          </a:ln>
        </p:spPr>
        <p:txBody>
          <a:bodyPr wrap="square" lIns="0" tIns="0" rIns="0" bIns="0" anchor="ctr">
            <a:noAutofit/>
          </a:bodyPr>
          <a:lstStyle>
            <a:defPPr algn="l">
              <a:defRPr sz="2000" b="1">
                <a:solidFill>
                  <a:srgbClr val="2D3A8C"/>
                </a:solidFill>
                <a:latin typeface="Calibri"/>
                <a:ea typeface="Calibri"/>
                <a:cs typeface="Calibri"/>
              </a:defRPr>
            </a:defPPr>
            <a:lvl1pPr algn="l">
              <a:defRPr sz="2000" b="1">
                <a:solidFill>
                  <a:srgbClr val="2D3A8C"/>
                </a:solidFill>
                <a:latin typeface="Calibri"/>
                <a:ea typeface="Calibri"/>
                <a:cs typeface="Calibri"/>
              </a:defRPr>
            </a:lvl1pPr>
            <a:lvl2pPr algn="l">
              <a:defRPr sz="2000" b="1">
                <a:solidFill>
                  <a:srgbClr val="2D3A8C"/>
                </a:solidFill>
                <a:latin typeface="Calibri"/>
                <a:ea typeface="Calibri"/>
                <a:cs typeface="Calibri"/>
              </a:defRPr>
            </a:lvl2pPr>
            <a:lvl3pPr algn="l">
              <a:defRPr sz="2000" b="1">
                <a:solidFill>
                  <a:srgbClr val="2D3A8C"/>
                </a:solidFill>
                <a:latin typeface="Calibri"/>
                <a:ea typeface="Calibri"/>
                <a:cs typeface="Calibri"/>
              </a:defRPr>
            </a:lvl3pPr>
            <a:lvl4pPr algn="l">
              <a:defRPr sz="2000" b="1">
                <a:solidFill>
                  <a:srgbClr val="2D3A8C"/>
                </a:solidFill>
                <a:latin typeface="Calibri"/>
                <a:ea typeface="Calibri"/>
                <a:cs typeface="Calibri"/>
              </a:defRPr>
            </a:lvl4pPr>
            <a:lvl5pPr algn="l">
              <a:defRPr sz="2000" b="1">
                <a:solidFill>
                  <a:srgbClr val="2D3A8C"/>
                </a:solidFill>
                <a:latin typeface="Calibri"/>
                <a:ea typeface="Calibri"/>
                <a:cs typeface="Calibri"/>
              </a:defRPr>
            </a:lvl5pPr>
            <a:lvl6pPr algn="l">
              <a:defRPr sz="2000" b="1">
                <a:solidFill>
                  <a:srgbClr val="2D3A8C"/>
                </a:solidFill>
                <a:latin typeface="Calibri"/>
                <a:ea typeface="Calibri"/>
                <a:cs typeface="Calibri"/>
              </a:defRPr>
            </a:lvl6pPr>
            <a:lvl7pPr algn="l">
              <a:defRPr sz="2000" b="1">
                <a:solidFill>
                  <a:srgbClr val="2D3A8C"/>
                </a:solidFill>
                <a:latin typeface="Calibri"/>
                <a:ea typeface="Calibri"/>
                <a:cs typeface="Calibri"/>
              </a:defRPr>
            </a:lvl7pPr>
            <a:lvl8pPr algn="l">
              <a:defRPr sz="2000" b="1">
                <a:solidFill>
                  <a:srgbClr val="2D3A8C"/>
                </a:solidFill>
                <a:latin typeface="Calibri"/>
                <a:ea typeface="Calibri"/>
                <a:cs typeface="Calibri"/>
              </a:defRPr>
            </a:lvl8pPr>
            <a:lvl9pPr algn="l">
              <a:defRPr sz="2000" b="1">
                <a:solidFill>
                  <a:srgbClr val="2D3A8C"/>
                </a:solidFill>
                <a:latin typeface="Calibri"/>
                <a:ea typeface="Calibri"/>
                <a:cs typeface="Calibri"/>
              </a:defRPr>
            </a:lvl9pPr>
          </a:lstStyle>
          <a:p>
            <a:pPr defTabSz="1219170">
              <a:defRPr sz="2000" b="1">
                <a:solidFill>
                  <a:srgbClr val="2D3A8C"/>
                </a:solidFill>
                <a:latin typeface="Calibri"/>
                <a:ea typeface="Calibri"/>
                <a:cs typeface="Calibri"/>
              </a:defRPr>
            </a:pPr>
            <a:r>
              <a:rPr sz="2667"/>
              <a:t>Which cells should be forbidden?</a:t>
            </a:r>
          </a:p>
        </p:txBody>
      </p:sp>
      <p:sp>
        <p:nvSpPr>
          <p:cNvPr id="7" name="Rectangle 6">
            <a:extLst>
              <a:ext uri="{FF2B5EF4-FFF2-40B4-BE49-F238E27FC236}">
                <a16:creationId xmlns:a16="http://schemas.microsoft.com/office/drawing/2014/main" id="{129D4551-E806-4811-AA32-7F84210AFB38}"/>
              </a:ext>
            </a:extLst>
          </p:cNvPr>
          <p:cNvSpPr>
            <a:spLocks noGrp="1"/>
          </p:cNvSpPr>
          <p:nvPr/>
        </p:nvSpPr>
        <p:spPr>
          <a:xfrm>
            <a:off x="904875" y="4191000"/>
            <a:ext cx="10287000" cy="904875"/>
          </a:xfrm>
          <a:prstGeom prst="rect">
            <a:avLst/>
          </a:prstGeom>
          <a:noFill/>
          <a:ln w="0">
            <a:noFill/>
            <a:prstDash val="solid"/>
          </a:ln>
        </p:spPr>
        <p:txBody>
          <a:bodyPr wrap="square" lIns="0" tIns="0" rIns="0" bIns="0" anchor="ctr">
            <a:noAutofit/>
          </a:bodyPr>
          <a:lstStyle>
            <a:defPPr algn="l">
              <a:defRPr sz="2000" b="1">
                <a:solidFill>
                  <a:srgbClr val="1B1F3B"/>
                </a:solidFill>
                <a:latin typeface="Calibri"/>
                <a:ea typeface="Calibri"/>
                <a:cs typeface="Calibri"/>
              </a:defRPr>
            </a:defPPr>
            <a:lvl1pPr algn="l">
              <a:defRPr sz="2000" b="1">
                <a:solidFill>
                  <a:srgbClr val="1B1F3B"/>
                </a:solidFill>
                <a:latin typeface="Calibri"/>
                <a:ea typeface="Calibri"/>
                <a:cs typeface="Calibri"/>
              </a:defRPr>
            </a:lvl1pPr>
            <a:lvl2pPr algn="l">
              <a:defRPr sz="2000" b="1">
                <a:solidFill>
                  <a:srgbClr val="1B1F3B"/>
                </a:solidFill>
                <a:latin typeface="Calibri"/>
                <a:ea typeface="Calibri"/>
                <a:cs typeface="Calibri"/>
              </a:defRPr>
            </a:lvl2pPr>
            <a:lvl3pPr algn="l">
              <a:defRPr sz="2000" b="1">
                <a:solidFill>
                  <a:srgbClr val="1B1F3B"/>
                </a:solidFill>
                <a:latin typeface="Calibri"/>
                <a:ea typeface="Calibri"/>
                <a:cs typeface="Calibri"/>
              </a:defRPr>
            </a:lvl3pPr>
            <a:lvl4pPr algn="l">
              <a:defRPr sz="2000" b="1">
                <a:solidFill>
                  <a:srgbClr val="1B1F3B"/>
                </a:solidFill>
                <a:latin typeface="Calibri"/>
                <a:ea typeface="Calibri"/>
                <a:cs typeface="Calibri"/>
              </a:defRPr>
            </a:lvl4pPr>
            <a:lvl5pPr algn="l">
              <a:defRPr sz="2000" b="1">
                <a:solidFill>
                  <a:srgbClr val="1B1F3B"/>
                </a:solidFill>
                <a:latin typeface="Calibri"/>
                <a:ea typeface="Calibri"/>
                <a:cs typeface="Calibri"/>
              </a:defRPr>
            </a:lvl5pPr>
            <a:lvl6pPr algn="l">
              <a:defRPr sz="2000" b="1">
                <a:solidFill>
                  <a:srgbClr val="1B1F3B"/>
                </a:solidFill>
                <a:latin typeface="Calibri"/>
                <a:ea typeface="Calibri"/>
                <a:cs typeface="Calibri"/>
              </a:defRPr>
            </a:lvl6pPr>
            <a:lvl7pPr algn="l">
              <a:defRPr sz="2000" b="1">
                <a:solidFill>
                  <a:srgbClr val="1B1F3B"/>
                </a:solidFill>
                <a:latin typeface="Calibri"/>
                <a:ea typeface="Calibri"/>
                <a:cs typeface="Calibri"/>
              </a:defRPr>
            </a:lvl7pPr>
            <a:lvl8pPr algn="l">
              <a:defRPr sz="2000" b="1">
                <a:solidFill>
                  <a:srgbClr val="1B1F3B"/>
                </a:solidFill>
                <a:latin typeface="Calibri"/>
                <a:ea typeface="Calibri"/>
                <a:cs typeface="Calibri"/>
              </a:defRPr>
            </a:lvl8pPr>
            <a:lvl9pPr algn="l">
              <a:defRPr sz="2000" b="1">
                <a:solidFill>
                  <a:srgbClr val="1B1F3B"/>
                </a:solidFill>
                <a:latin typeface="Calibri"/>
                <a:ea typeface="Calibri"/>
                <a:cs typeface="Calibri"/>
              </a:defRPr>
            </a:lvl9pPr>
          </a:lstStyle>
          <a:p>
            <a:pPr defTabSz="1219170">
              <a:defRPr sz="2000" b="1">
                <a:solidFill>
                  <a:srgbClr val="1B1F3B"/>
                </a:solidFill>
                <a:latin typeface="Calibri"/>
                <a:ea typeface="Calibri"/>
                <a:cs typeface="Calibri"/>
              </a:defRPr>
            </a:pPr>
            <a:r>
              <a:rPr sz="2667"/>
              <a:t>What evidence supports those choices?</a:t>
            </a:r>
          </a:p>
        </p:txBody>
      </p:sp>
      <p:sp>
        <p:nvSpPr>
          <p:cNvPr id="8" name="Rectangle 7">
            <a:extLst>
              <a:ext uri="{FF2B5EF4-FFF2-40B4-BE49-F238E27FC236}">
                <a16:creationId xmlns:a16="http://schemas.microsoft.com/office/drawing/2014/main" id="{28513CA3-5AAA-4677-8659-42A092EA8380}"/>
              </a:ext>
            </a:extLst>
          </p:cNvPr>
          <p:cNvSpPr>
            <a:spLocks noGrp="1"/>
          </p:cNvSpPr>
          <p:nvPr/>
        </p:nvSpPr>
        <p:spPr>
          <a:xfrm>
            <a:off x="609600" y="5619749"/>
            <a:ext cx="10972800" cy="457200"/>
          </a:xfrm>
          <a:prstGeom prst="rect">
            <a:avLst/>
          </a:prstGeom>
          <a:noFill/>
          <a:ln w="0">
            <a:noFill/>
            <a:prstDash val="solid"/>
          </a:ln>
        </p:spPr>
        <p:txBody>
          <a:bodyPr wrap="square" lIns="0" tIns="0" rIns="0" bIns="0" anchor="ctr">
            <a:noAutofit/>
          </a:bodyPr>
          <a:lstStyle>
            <a:defPPr algn="l">
              <a:defRPr sz="1300" b="0">
                <a:solidFill>
                  <a:srgbClr val="4A4F6A"/>
                </a:solidFill>
                <a:latin typeface="Calibri"/>
                <a:ea typeface="Calibri"/>
                <a:cs typeface="Calibri"/>
              </a:defRPr>
            </a:defPPr>
            <a:lvl1pPr algn="l">
              <a:defRPr sz="1300" b="0">
                <a:solidFill>
                  <a:srgbClr val="4A4F6A"/>
                </a:solidFill>
                <a:latin typeface="Calibri"/>
                <a:ea typeface="Calibri"/>
                <a:cs typeface="Calibri"/>
              </a:defRPr>
            </a:lvl1pPr>
            <a:lvl2pPr algn="l">
              <a:defRPr sz="1300" b="0">
                <a:solidFill>
                  <a:srgbClr val="4A4F6A"/>
                </a:solidFill>
                <a:latin typeface="Calibri"/>
                <a:ea typeface="Calibri"/>
                <a:cs typeface="Calibri"/>
              </a:defRPr>
            </a:lvl2pPr>
            <a:lvl3pPr algn="l">
              <a:defRPr sz="1300" b="0">
                <a:solidFill>
                  <a:srgbClr val="4A4F6A"/>
                </a:solidFill>
                <a:latin typeface="Calibri"/>
                <a:ea typeface="Calibri"/>
                <a:cs typeface="Calibri"/>
              </a:defRPr>
            </a:lvl3pPr>
            <a:lvl4pPr algn="l">
              <a:defRPr sz="1300" b="0">
                <a:solidFill>
                  <a:srgbClr val="4A4F6A"/>
                </a:solidFill>
                <a:latin typeface="Calibri"/>
                <a:ea typeface="Calibri"/>
                <a:cs typeface="Calibri"/>
              </a:defRPr>
            </a:lvl4pPr>
            <a:lvl5pPr algn="l">
              <a:defRPr sz="1300" b="0">
                <a:solidFill>
                  <a:srgbClr val="4A4F6A"/>
                </a:solidFill>
                <a:latin typeface="Calibri"/>
                <a:ea typeface="Calibri"/>
                <a:cs typeface="Calibri"/>
              </a:defRPr>
            </a:lvl5pPr>
            <a:lvl6pPr algn="l">
              <a:defRPr sz="1300" b="0">
                <a:solidFill>
                  <a:srgbClr val="4A4F6A"/>
                </a:solidFill>
                <a:latin typeface="Calibri"/>
                <a:ea typeface="Calibri"/>
                <a:cs typeface="Calibri"/>
              </a:defRPr>
            </a:lvl6pPr>
            <a:lvl7pPr algn="l">
              <a:defRPr sz="1300" b="0">
                <a:solidFill>
                  <a:srgbClr val="4A4F6A"/>
                </a:solidFill>
                <a:latin typeface="Calibri"/>
                <a:ea typeface="Calibri"/>
                <a:cs typeface="Calibri"/>
              </a:defRPr>
            </a:lvl7pPr>
            <a:lvl8pPr algn="l">
              <a:defRPr sz="1300" b="0">
                <a:solidFill>
                  <a:srgbClr val="4A4F6A"/>
                </a:solidFill>
                <a:latin typeface="Calibri"/>
                <a:ea typeface="Calibri"/>
                <a:cs typeface="Calibri"/>
              </a:defRPr>
            </a:lvl8pPr>
            <a:lvl9pPr algn="l">
              <a:defRPr sz="1300" b="0">
                <a:solidFill>
                  <a:srgbClr val="4A4F6A"/>
                </a:solidFill>
                <a:latin typeface="Calibri"/>
                <a:ea typeface="Calibri"/>
                <a:cs typeface="Calibri"/>
              </a:defRPr>
            </a:lvl9pPr>
          </a:lstStyle>
          <a:p>
            <a:pPr defTabSz="1219170">
              <a:defRPr sz="1300" b="0">
                <a:solidFill>
                  <a:srgbClr val="4A4F6A"/>
                </a:solidFill>
                <a:latin typeface="Calibri"/>
                <a:ea typeface="Calibri"/>
                <a:cs typeface="Calibri"/>
              </a:defRPr>
            </a:pPr>
            <a:r>
              <a:rPr sz="1733"/>
              <a:t>Brief discussion: a rule, a reason, and a check.</a:t>
            </a:r>
          </a:p>
        </p:txBody>
      </p:sp>
    </p:spTree>
    <p:extLst>
      <p:ext uri="{BB962C8B-B14F-4D97-AF65-F5344CB8AC3E}">
        <p14:creationId xmlns:p14="http://schemas.microsoft.com/office/powerpoint/2010/main" val="129379333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 name="Rectangle 44"/>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sz="2400">
              <a:solidFill>
                <a:srgbClr val="FFFFFF"/>
              </a:solidFill>
              <a:latin typeface="Calibri"/>
            </a:endParaRPr>
          </a:p>
        </p:txBody>
      </p:sp>
      <p:sp>
        <p:nvSpPr>
          <p:cNvPr id="2" name="Rectangle 1">
            <a:extLst>
              <a:ext uri="{FF2B5EF4-FFF2-40B4-BE49-F238E27FC236}">
                <a16:creationId xmlns:a16="http://schemas.microsoft.com/office/drawing/2014/main" id="{EB5F4BB8-6C0F-49F3-AD78-D02DF61193C5}"/>
              </a:ext>
            </a:extLst>
          </p:cNvPr>
          <p:cNvSpPr>
            <a:spLocks noGrp="1"/>
          </p:cNvSpPr>
          <p:nvPr/>
        </p:nvSpPr>
        <p:spPr>
          <a:xfrm>
            <a:off x="731520" y="365760"/>
            <a:ext cx="10728960" cy="853440"/>
          </a:xfrm>
          <a:prstGeom prst="rect">
            <a:avLst/>
          </a:prstGeom>
          <a:noFill/>
          <a:ln w="0">
            <a:noFill/>
            <a:prstDash val="solid"/>
          </a:ln>
        </p:spPr>
        <p:txBody>
          <a:bodyPr wrap="square" lIns="0" tIns="0" rIns="0" bIns="0" anchor="ctr">
            <a:noAutofit/>
          </a:bodyPr>
          <a:lstStyle>
            <a:defPPr algn="l">
              <a:defRPr sz="2350" b="1">
                <a:solidFill>
                  <a:srgbClr val="1B1F3B"/>
                </a:solidFill>
                <a:latin typeface="Calibri"/>
                <a:ea typeface="Calibri"/>
                <a:cs typeface="Calibri"/>
              </a:defRPr>
            </a:defPPr>
            <a:lvl1pPr algn="l">
              <a:defRPr sz="2350" b="1">
                <a:solidFill>
                  <a:srgbClr val="1B1F3B"/>
                </a:solidFill>
                <a:latin typeface="Calibri"/>
                <a:ea typeface="Calibri"/>
                <a:cs typeface="Calibri"/>
              </a:defRPr>
            </a:lvl1pPr>
            <a:lvl2pPr algn="l">
              <a:defRPr sz="2350" b="1">
                <a:solidFill>
                  <a:srgbClr val="1B1F3B"/>
                </a:solidFill>
                <a:latin typeface="Calibri"/>
                <a:ea typeface="Calibri"/>
                <a:cs typeface="Calibri"/>
              </a:defRPr>
            </a:lvl2pPr>
            <a:lvl3pPr algn="l">
              <a:defRPr sz="2350" b="1">
                <a:solidFill>
                  <a:srgbClr val="1B1F3B"/>
                </a:solidFill>
                <a:latin typeface="Calibri"/>
                <a:ea typeface="Calibri"/>
                <a:cs typeface="Calibri"/>
              </a:defRPr>
            </a:lvl3pPr>
            <a:lvl4pPr algn="l">
              <a:defRPr sz="2350" b="1">
                <a:solidFill>
                  <a:srgbClr val="1B1F3B"/>
                </a:solidFill>
                <a:latin typeface="Calibri"/>
                <a:ea typeface="Calibri"/>
                <a:cs typeface="Calibri"/>
              </a:defRPr>
            </a:lvl4pPr>
            <a:lvl5pPr algn="l">
              <a:defRPr sz="2350" b="1">
                <a:solidFill>
                  <a:srgbClr val="1B1F3B"/>
                </a:solidFill>
                <a:latin typeface="Calibri"/>
                <a:ea typeface="Calibri"/>
                <a:cs typeface="Calibri"/>
              </a:defRPr>
            </a:lvl5pPr>
            <a:lvl6pPr algn="l">
              <a:defRPr sz="2350" b="1">
                <a:solidFill>
                  <a:srgbClr val="1B1F3B"/>
                </a:solidFill>
                <a:latin typeface="Calibri"/>
                <a:ea typeface="Calibri"/>
                <a:cs typeface="Calibri"/>
              </a:defRPr>
            </a:lvl6pPr>
            <a:lvl7pPr algn="l">
              <a:defRPr sz="2350" b="1">
                <a:solidFill>
                  <a:srgbClr val="1B1F3B"/>
                </a:solidFill>
                <a:latin typeface="Calibri"/>
                <a:ea typeface="Calibri"/>
                <a:cs typeface="Calibri"/>
              </a:defRPr>
            </a:lvl7pPr>
            <a:lvl8pPr algn="l">
              <a:defRPr sz="2350" b="1">
                <a:solidFill>
                  <a:srgbClr val="1B1F3B"/>
                </a:solidFill>
                <a:latin typeface="Calibri"/>
                <a:ea typeface="Calibri"/>
                <a:cs typeface="Calibri"/>
              </a:defRPr>
            </a:lvl8pPr>
            <a:lvl9pPr algn="l">
              <a:defRPr sz="2350" b="1">
                <a:solidFill>
                  <a:srgbClr val="1B1F3B"/>
                </a:solidFill>
                <a:latin typeface="Calibri"/>
                <a:ea typeface="Calibri"/>
                <a:cs typeface="Calibri"/>
              </a:defRPr>
            </a:lvl9pPr>
          </a:lstStyle>
          <a:p>
            <a:pPr defTabSz="1219170">
              <a:defRPr sz="2350" b="1">
                <a:solidFill>
                  <a:srgbClr val="1B1F3B"/>
                </a:solidFill>
                <a:latin typeface="Calibri"/>
                <a:ea typeface="Calibri"/>
                <a:cs typeface="Calibri"/>
              </a:defRPr>
            </a:pPr>
            <a:r>
              <a:rPr sz="3200"/>
              <a:t>A grid becomes a network of allowed moves</a:t>
            </a:r>
          </a:p>
        </p:txBody>
      </p:sp>
      <p:sp>
        <p:nvSpPr>
          <p:cNvPr id="3" name="Rectangle 2">
            <a:extLst>
              <a:ext uri="{FF2B5EF4-FFF2-40B4-BE49-F238E27FC236}">
                <a16:creationId xmlns:a16="http://schemas.microsoft.com/office/drawing/2014/main" id="{B25AF1B3-8FF0-4BE0-AAEA-A615CDF8281F}"/>
              </a:ext>
            </a:extLst>
          </p:cNvPr>
          <p:cNvSpPr>
            <a:spLocks noGrp="1"/>
          </p:cNvSpPr>
          <p:nvPr/>
        </p:nvSpPr>
        <p:spPr>
          <a:xfrm>
            <a:off x="609601" y="6229350"/>
            <a:ext cx="9334500" cy="266700"/>
          </a:xfrm>
          <a:prstGeom prst="rect">
            <a:avLst/>
          </a:prstGeom>
          <a:noFill/>
          <a:ln w="0">
            <a:noFill/>
            <a:prstDash val="solid"/>
          </a:ln>
        </p:spPr>
        <p:txBody>
          <a:bodyPr wrap="square" lIns="0" tIns="0" rIns="0" bIns="0" anchor="ctr">
            <a:noAutofit/>
          </a:bodyPr>
          <a:lstStyle>
            <a:defPPr algn="l">
              <a:defRPr sz="950" b="0">
                <a:solidFill>
                  <a:srgbClr val="4A4F6A"/>
                </a:solidFill>
                <a:latin typeface="Calibri"/>
                <a:ea typeface="Calibri"/>
                <a:cs typeface="Calibri"/>
              </a:defRPr>
            </a:defPPr>
            <a:lvl1pPr algn="l">
              <a:defRPr sz="950" b="0">
                <a:solidFill>
                  <a:srgbClr val="4A4F6A"/>
                </a:solidFill>
                <a:latin typeface="Calibri"/>
                <a:ea typeface="Calibri"/>
                <a:cs typeface="Calibri"/>
              </a:defRPr>
            </a:lvl1pPr>
            <a:lvl2pPr algn="l">
              <a:defRPr sz="950" b="0">
                <a:solidFill>
                  <a:srgbClr val="4A4F6A"/>
                </a:solidFill>
                <a:latin typeface="Calibri"/>
                <a:ea typeface="Calibri"/>
                <a:cs typeface="Calibri"/>
              </a:defRPr>
            </a:lvl2pPr>
            <a:lvl3pPr algn="l">
              <a:defRPr sz="950" b="0">
                <a:solidFill>
                  <a:srgbClr val="4A4F6A"/>
                </a:solidFill>
                <a:latin typeface="Calibri"/>
                <a:ea typeface="Calibri"/>
                <a:cs typeface="Calibri"/>
              </a:defRPr>
            </a:lvl3pPr>
            <a:lvl4pPr algn="l">
              <a:defRPr sz="950" b="0">
                <a:solidFill>
                  <a:srgbClr val="4A4F6A"/>
                </a:solidFill>
                <a:latin typeface="Calibri"/>
                <a:ea typeface="Calibri"/>
                <a:cs typeface="Calibri"/>
              </a:defRPr>
            </a:lvl4pPr>
            <a:lvl5pPr algn="l">
              <a:defRPr sz="950" b="0">
                <a:solidFill>
                  <a:srgbClr val="4A4F6A"/>
                </a:solidFill>
                <a:latin typeface="Calibri"/>
                <a:ea typeface="Calibri"/>
                <a:cs typeface="Calibri"/>
              </a:defRPr>
            </a:lvl5pPr>
            <a:lvl6pPr algn="l">
              <a:defRPr sz="950" b="0">
                <a:solidFill>
                  <a:srgbClr val="4A4F6A"/>
                </a:solidFill>
                <a:latin typeface="Calibri"/>
                <a:ea typeface="Calibri"/>
                <a:cs typeface="Calibri"/>
              </a:defRPr>
            </a:lvl6pPr>
            <a:lvl7pPr algn="l">
              <a:defRPr sz="950" b="0">
                <a:solidFill>
                  <a:srgbClr val="4A4F6A"/>
                </a:solidFill>
                <a:latin typeface="Calibri"/>
                <a:ea typeface="Calibri"/>
                <a:cs typeface="Calibri"/>
              </a:defRPr>
            </a:lvl7pPr>
            <a:lvl8pPr algn="l">
              <a:defRPr sz="950" b="0">
                <a:solidFill>
                  <a:srgbClr val="4A4F6A"/>
                </a:solidFill>
                <a:latin typeface="Calibri"/>
                <a:ea typeface="Calibri"/>
                <a:cs typeface="Calibri"/>
              </a:defRPr>
            </a:lvl8pPr>
            <a:lvl9pPr algn="l">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6  Planning</a:t>
            </a:r>
          </a:p>
        </p:txBody>
      </p:sp>
      <p:sp>
        <p:nvSpPr>
          <p:cNvPr id="4" name="Rectangle 3">
            <a:extLst>
              <a:ext uri="{FF2B5EF4-FFF2-40B4-BE49-F238E27FC236}">
                <a16:creationId xmlns:a16="http://schemas.microsoft.com/office/drawing/2014/main" id="{23FD1726-C6A5-49E7-B414-DED9B7580257}"/>
              </a:ext>
            </a:extLst>
          </p:cNvPr>
          <p:cNvSpPr>
            <a:spLocks noGrp="1"/>
          </p:cNvSpPr>
          <p:nvPr/>
        </p:nvSpPr>
        <p:spPr>
          <a:xfrm>
            <a:off x="10953750" y="6229350"/>
            <a:ext cx="619125" cy="266700"/>
          </a:xfrm>
          <a:prstGeom prst="rect">
            <a:avLst/>
          </a:prstGeom>
          <a:noFill/>
          <a:ln w="0">
            <a:noFill/>
            <a:prstDash val="solid"/>
          </a:ln>
        </p:spPr>
        <p:txBody>
          <a:bodyPr wrap="square" lIns="0" tIns="0" rIns="0" bIns="0" anchor="ctr">
            <a:noAutofit/>
          </a:bodyPr>
          <a:lstStyle>
            <a:defPPr algn="r">
              <a:defRPr sz="950" b="0">
                <a:solidFill>
                  <a:srgbClr val="4A4F6A"/>
                </a:solidFill>
                <a:latin typeface="Calibri"/>
                <a:ea typeface="Calibri"/>
                <a:cs typeface="Calibri"/>
              </a:defRPr>
            </a:defPPr>
            <a:lvl1pPr algn="r">
              <a:defRPr sz="950" b="0">
                <a:solidFill>
                  <a:srgbClr val="4A4F6A"/>
                </a:solidFill>
                <a:latin typeface="Calibri"/>
                <a:ea typeface="Calibri"/>
                <a:cs typeface="Calibri"/>
              </a:defRPr>
            </a:lvl1pPr>
            <a:lvl2pPr algn="r">
              <a:defRPr sz="950" b="0">
                <a:solidFill>
                  <a:srgbClr val="4A4F6A"/>
                </a:solidFill>
                <a:latin typeface="Calibri"/>
                <a:ea typeface="Calibri"/>
                <a:cs typeface="Calibri"/>
              </a:defRPr>
            </a:lvl2pPr>
            <a:lvl3pPr algn="r">
              <a:defRPr sz="950" b="0">
                <a:solidFill>
                  <a:srgbClr val="4A4F6A"/>
                </a:solidFill>
                <a:latin typeface="Calibri"/>
                <a:ea typeface="Calibri"/>
                <a:cs typeface="Calibri"/>
              </a:defRPr>
            </a:lvl3pPr>
            <a:lvl4pPr algn="r">
              <a:defRPr sz="950" b="0">
                <a:solidFill>
                  <a:srgbClr val="4A4F6A"/>
                </a:solidFill>
                <a:latin typeface="Calibri"/>
                <a:ea typeface="Calibri"/>
                <a:cs typeface="Calibri"/>
              </a:defRPr>
            </a:lvl4pPr>
            <a:lvl5pPr algn="r">
              <a:defRPr sz="950" b="0">
                <a:solidFill>
                  <a:srgbClr val="4A4F6A"/>
                </a:solidFill>
                <a:latin typeface="Calibri"/>
                <a:ea typeface="Calibri"/>
                <a:cs typeface="Calibri"/>
              </a:defRPr>
            </a:lvl5pPr>
            <a:lvl6pPr algn="r">
              <a:defRPr sz="950" b="0">
                <a:solidFill>
                  <a:srgbClr val="4A4F6A"/>
                </a:solidFill>
                <a:latin typeface="Calibri"/>
                <a:ea typeface="Calibri"/>
                <a:cs typeface="Calibri"/>
              </a:defRPr>
            </a:lvl6pPr>
            <a:lvl7pPr algn="r">
              <a:defRPr sz="950" b="0">
                <a:solidFill>
                  <a:srgbClr val="4A4F6A"/>
                </a:solidFill>
                <a:latin typeface="Calibri"/>
                <a:ea typeface="Calibri"/>
                <a:cs typeface="Calibri"/>
              </a:defRPr>
            </a:lvl7pPr>
            <a:lvl8pPr algn="r">
              <a:defRPr sz="950" b="0">
                <a:solidFill>
                  <a:srgbClr val="4A4F6A"/>
                </a:solidFill>
                <a:latin typeface="Calibri"/>
                <a:ea typeface="Calibri"/>
                <a:cs typeface="Calibri"/>
              </a:defRPr>
            </a:lvl8pPr>
            <a:lvl9pPr algn="r">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11</a:t>
            </a:r>
          </a:p>
        </p:txBody>
      </p:sp>
      <p:sp>
        <p:nvSpPr>
          <p:cNvPr id="5" name="Rectangle 4">
            <a:extLst>
              <a:ext uri="{FF2B5EF4-FFF2-40B4-BE49-F238E27FC236}">
                <a16:creationId xmlns:a16="http://schemas.microsoft.com/office/drawing/2014/main" id="{DE74E244-C8E2-44EF-B9CF-3EA2F8CC4791}"/>
              </a:ext>
            </a:extLst>
          </p:cNvPr>
          <p:cNvSpPr>
            <a:spLocks noGrp="1"/>
          </p:cNvSpPr>
          <p:nvPr/>
        </p:nvSpPr>
        <p:spPr>
          <a:xfrm>
            <a:off x="1047750" y="1905000"/>
            <a:ext cx="971549" cy="971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6" name="Rectangle 5">
            <a:extLst>
              <a:ext uri="{FF2B5EF4-FFF2-40B4-BE49-F238E27FC236}">
                <a16:creationId xmlns:a16="http://schemas.microsoft.com/office/drawing/2014/main" id="{52C23F7F-DBAA-4A35-8C00-65421E3229C9}"/>
              </a:ext>
            </a:extLst>
          </p:cNvPr>
          <p:cNvSpPr>
            <a:spLocks noGrp="1"/>
          </p:cNvSpPr>
          <p:nvPr/>
        </p:nvSpPr>
        <p:spPr>
          <a:xfrm>
            <a:off x="2047875" y="1905000"/>
            <a:ext cx="971549" cy="971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7" name="Rectangle 6">
            <a:extLst>
              <a:ext uri="{FF2B5EF4-FFF2-40B4-BE49-F238E27FC236}">
                <a16:creationId xmlns:a16="http://schemas.microsoft.com/office/drawing/2014/main" id="{372B4C2F-ED10-48A0-AF25-7D7227D7A05C}"/>
              </a:ext>
            </a:extLst>
          </p:cNvPr>
          <p:cNvSpPr>
            <a:spLocks noGrp="1"/>
          </p:cNvSpPr>
          <p:nvPr/>
        </p:nvSpPr>
        <p:spPr>
          <a:xfrm>
            <a:off x="3048000" y="1905000"/>
            <a:ext cx="971549" cy="971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8" name="Rectangle 7">
            <a:extLst>
              <a:ext uri="{FF2B5EF4-FFF2-40B4-BE49-F238E27FC236}">
                <a16:creationId xmlns:a16="http://schemas.microsoft.com/office/drawing/2014/main" id="{61DBB638-388D-4101-B105-36FCC5F28FA7}"/>
              </a:ext>
            </a:extLst>
          </p:cNvPr>
          <p:cNvSpPr>
            <a:spLocks noGrp="1"/>
          </p:cNvSpPr>
          <p:nvPr/>
        </p:nvSpPr>
        <p:spPr>
          <a:xfrm>
            <a:off x="1047750" y="2905126"/>
            <a:ext cx="971549" cy="971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9" name="Rectangle 8">
            <a:extLst>
              <a:ext uri="{FF2B5EF4-FFF2-40B4-BE49-F238E27FC236}">
                <a16:creationId xmlns:a16="http://schemas.microsoft.com/office/drawing/2014/main" id="{6B91071D-B344-4472-BB31-4A8A0707FCBC}"/>
              </a:ext>
            </a:extLst>
          </p:cNvPr>
          <p:cNvSpPr>
            <a:spLocks noGrp="1"/>
          </p:cNvSpPr>
          <p:nvPr/>
        </p:nvSpPr>
        <p:spPr>
          <a:xfrm>
            <a:off x="2047875" y="2905126"/>
            <a:ext cx="971549" cy="971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0" name="Rectangle 9">
            <a:extLst>
              <a:ext uri="{FF2B5EF4-FFF2-40B4-BE49-F238E27FC236}">
                <a16:creationId xmlns:a16="http://schemas.microsoft.com/office/drawing/2014/main" id="{DDE00138-BA44-41ED-8B2D-DA98EE5BDCDA}"/>
              </a:ext>
            </a:extLst>
          </p:cNvPr>
          <p:cNvSpPr>
            <a:spLocks noGrp="1"/>
          </p:cNvSpPr>
          <p:nvPr/>
        </p:nvSpPr>
        <p:spPr>
          <a:xfrm>
            <a:off x="3048000" y="2905126"/>
            <a:ext cx="971549" cy="971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1" name="Rectangle 10">
            <a:extLst>
              <a:ext uri="{FF2B5EF4-FFF2-40B4-BE49-F238E27FC236}">
                <a16:creationId xmlns:a16="http://schemas.microsoft.com/office/drawing/2014/main" id="{B6A5D560-0DD6-4C9E-A6BE-E5D6353BCA94}"/>
              </a:ext>
            </a:extLst>
          </p:cNvPr>
          <p:cNvSpPr>
            <a:spLocks noGrp="1"/>
          </p:cNvSpPr>
          <p:nvPr/>
        </p:nvSpPr>
        <p:spPr>
          <a:xfrm>
            <a:off x="1047750" y="3905251"/>
            <a:ext cx="971549" cy="971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2" name="Rectangle 11">
            <a:extLst>
              <a:ext uri="{FF2B5EF4-FFF2-40B4-BE49-F238E27FC236}">
                <a16:creationId xmlns:a16="http://schemas.microsoft.com/office/drawing/2014/main" id="{EA2DA99A-6DD8-4E7E-B878-144DA448A0A1}"/>
              </a:ext>
            </a:extLst>
          </p:cNvPr>
          <p:cNvSpPr>
            <a:spLocks noGrp="1"/>
          </p:cNvSpPr>
          <p:nvPr/>
        </p:nvSpPr>
        <p:spPr>
          <a:xfrm>
            <a:off x="2047875" y="3905251"/>
            <a:ext cx="971549" cy="971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3" name="Rectangle 12">
            <a:extLst>
              <a:ext uri="{FF2B5EF4-FFF2-40B4-BE49-F238E27FC236}">
                <a16:creationId xmlns:a16="http://schemas.microsoft.com/office/drawing/2014/main" id="{C0F25590-093D-410C-B6B4-6193ABE535C8}"/>
              </a:ext>
            </a:extLst>
          </p:cNvPr>
          <p:cNvSpPr>
            <a:spLocks noGrp="1"/>
          </p:cNvSpPr>
          <p:nvPr/>
        </p:nvSpPr>
        <p:spPr>
          <a:xfrm>
            <a:off x="3048000" y="3905251"/>
            <a:ext cx="971549" cy="971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4" name="Rectangle 13">
            <a:extLst>
              <a:ext uri="{FF2B5EF4-FFF2-40B4-BE49-F238E27FC236}">
                <a16:creationId xmlns:a16="http://schemas.microsoft.com/office/drawing/2014/main" id="{AB736A63-BAB3-4D12-9D08-70239D85BA73}"/>
              </a:ext>
            </a:extLst>
          </p:cNvPr>
          <p:cNvSpPr>
            <a:spLocks noGrp="1"/>
          </p:cNvSpPr>
          <p:nvPr/>
        </p:nvSpPr>
        <p:spPr>
          <a:xfrm>
            <a:off x="2524125" y="338137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15" name="Rectangle 14">
            <a:extLst>
              <a:ext uri="{FF2B5EF4-FFF2-40B4-BE49-F238E27FC236}">
                <a16:creationId xmlns:a16="http://schemas.microsoft.com/office/drawing/2014/main" id="{8F8C2F1B-A223-41F1-BE51-5727956E0792}"/>
              </a:ext>
            </a:extLst>
          </p:cNvPr>
          <p:cNvSpPr>
            <a:spLocks noGrp="1"/>
          </p:cNvSpPr>
          <p:nvPr/>
        </p:nvSpPr>
        <p:spPr>
          <a:xfrm>
            <a:off x="1524000" y="2381251"/>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16" name="Straight Arrow Connector 15">
            <a:extLst>
              <a:ext uri="{FF2B5EF4-FFF2-40B4-BE49-F238E27FC236}">
                <a16:creationId xmlns:a16="http://schemas.microsoft.com/office/drawing/2014/main" id="{B7232679-494C-4F71-84E9-D3E1FD7E919A}"/>
              </a:ext>
            </a:extLst>
          </p:cNvPr>
          <p:cNvCxnSpPr>
            <a:stCxn id="14" idx="0"/>
            <a:endCxn id="15" idx="3"/>
          </p:cNvCxnSpPr>
          <p:nvPr/>
        </p:nvCxnSpPr>
        <p:spPr>
          <a:xfrm flipH="1" flipV="1">
            <a:off x="1543051" y="2390775"/>
            <a:ext cx="990600" cy="990600"/>
          </a:xfrm>
          <a:prstGeom prst="straightConnector1">
            <a:avLst/>
          </a:prstGeom>
          <a:ln w="21431">
            <a:solidFill>
              <a:srgbClr val="2D3A8C"/>
            </a:solidFill>
            <a:prstDash val="solid"/>
          </a:ln>
        </p:spPr>
      </p:cxnSp>
      <p:sp>
        <p:nvSpPr>
          <p:cNvPr id="17" name="Rectangle 16">
            <a:extLst>
              <a:ext uri="{FF2B5EF4-FFF2-40B4-BE49-F238E27FC236}">
                <a16:creationId xmlns:a16="http://schemas.microsoft.com/office/drawing/2014/main" id="{3C5EAA3E-7CE4-42EA-B403-1FEE49BBCBAB}"/>
              </a:ext>
            </a:extLst>
          </p:cNvPr>
          <p:cNvSpPr>
            <a:spLocks noGrp="1"/>
          </p:cNvSpPr>
          <p:nvPr/>
        </p:nvSpPr>
        <p:spPr>
          <a:xfrm>
            <a:off x="2524125" y="338137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18" name="Rectangle 17">
            <a:extLst>
              <a:ext uri="{FF2B5EF4-FFF2-40B4-BE49-F238E27FC236}">
                <a16:creationId xmlns:a16="http://schemas.microsoft.com/office/drawing/2014/main" id="{B4012C46-9A88-4F5B-BA29-9586C5F38A66}"/>
              </a:ext>
            </a:extLst>
          </p:cNvPr>
          <p:cNvSpPr>
            <a:spLocks noGrp="1"/>
          </p:cNvSpPr>
          <p:nvPr/>
        </p:nvSpPr>
        <p:spPr>
          <a:xfrm>
            <a:off x="2524125" y="2381251"/>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19" name="Straight Arrow Connector 18">
            <a:extLst>
              <a:ext uri="{FF2B5EF4-FFF2-40B4-BE49-F238E27FC236}">
                <a16:creationId xmlns:a16="http://schemas.microsoft.com/office/drawing/2014/main" id="{39E025E0-3F05-4F3C-800E-A9A375A2B51A}"/>
              </a:ext>
            </a:extLst>
          </p:cNvPr>
          <p:cNvCxnSpPr>
            <a:stCxn id="17" idx="0"/>
            <a:endCxn id="18" idx="2"/>
          </p:cNvCxnSpPr>
          <p:nvPr/>
        </p:nvCxnSpPr>
        <p:spPr>
          <a:xfrm flipV="1">
            <a:off x="2533651" y="2400300"/>
            <a:ext cx="0" cy="981075"/>
          </a:xfrm>
          <a:prstGeom prst="straightConnector1">
            <a:avLst/>
          </a:prstGeom>
          <a:ln w="21431">
            <a:solidFill>
              <a:srgbClr val="2D3A8C"/>
            </a:solidFill>
            <a:prstDash val="solid"/>
          </a:ln>
        </p:spPr>
      </p:cxnSp>
      <p:sp>
        <p:nvSpPr>
          <p:cNvPr id="20" name="Rectangle 19">
            <a:extLst>
              <a:ext uri="{FF2B5EF4-FFF2-40B4-BE49-F238E27FC236}">
                <a16:creationId xmlns:a16="http://schemas.microsoft.com/office/drawing/2014/main" id="{B47E4CB9-18BE-4464-AC1E-0942FA71A8D0}"/>
              </a:ext>
            </a:extLst>
          </p:cNvPr>
          <p:cNvSpPr>
            <a:spLocks noGrp="1"/>
          </p:cNvSpPr>
          <p:nvPr/>
        </p:nvSpPr>
        <p:spPr>
          <a:xfrm>
            <a:off x="2524125" y="338137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21" name="Rectangle 20">
            <a:extLst>
              <a:ext uri="{FF2B5EF4-FFF2-40B4-BE49-F238E27FC236}">
                <a16:creationId xmlns:a16="http://schemas.microsoft.com/office/drawing/2014/main" id="{13127C48-A50B-4BE8-A634-14AF103FFCB2}"/>
              </a:ext>
            </a:extLst>
          </p:cNvPr>
          <p:cNvSpPr>
            <a:spLocks noGrp="1"/>
          </p:cNvSpPr>
          <p:nvPr/>
        </p:nvSpPr>
        <p:spPr>
          <a:xfrm>
            <a:off x="3524251" y="2381251"/>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22" name="Straight Arrow Connector 21">
            <a:extLst>
              <a:ext uri="{FF2B5EF4-FFF2-40B4-BE49-F238E27FC236}">
                <a16:creationId xmlns:a16="http://schemas.microsoft.com/office/drawing/2014/main" id="{7E6B1C3C-3F5D-42BE-9777-34A605510CA5}"/>
              </a:ext>
            </a:extLst>
          </p:cNvPr>
          <p:cNvCxnSpPr>
            <a:stCxn id="20" idx="0"/>
            <a:endCxn id="21" idx="1"/>
          </p:cNvCxnSpPr>
          <p:nvPr/>
        </p:nvCxnSpPr>
        <p:spPr>
          <a:xfrm flipV="1">
            <a:off x="2533651" y="2390775"/>
            <a:ext cx="990600" cy="990600"/>
          </a:xfrm>
          <a:prstGeom prst="straightConnector1">
            <a:avLst/>
          </a:prstGeom>
          <a:ln w="21431">
            <a:solidFill>
              <a:srgbClr val="2D3A8C"/>
            </a:solidFill>
            <a:prstDash val="solid"/>
          </a:ln>
        </p:spPr>
      </p:cxnSp>
      <p:sp>
        <p:nvSpPr>
          <p:cNvPr id="23" name="Rectangle 22">
            <a:extLst>
              <a:ext uri="{FF2B5EF4-FFF2-40B4-BE49-F238E27FC236}">
                <a16:creationId xmlns:a16="http://schemas.microsoft.com/office/drawing/2014/main" id="{931FF0BB-3A31-44C6-B7BB-A4EE08A345AD}"/>
              </a:ext>
            </a:extLst>
          </p:cNvPr>
          <p:cNvSpPr>
            <a:spLocks noGrp="1"/>
          </p:cNvSpPr>
          <p:nvPr/>
        </p:nvSpPr>
        <p:spPr>
          <a:xfrm>
            <a:off x="2524125" y="338137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24" name="Rectangle 23">
            <a:extLst>
              <a:ext uri="{FF2B5EF4-FFF2-40B4-BE49-F238E27FC236}">
                <a16:creationId xmlns:a16="http://schemas.microsoft.com/office/drawing/2014/main" id="{6F4ABF61-7F89-42C8-B6E8-E4698251BB72}"/>
              </a:ext>
            </a:extLst>
          </p:cNvPr>
          <p:cNvSpPr>
            <a:spLocks noGrp="1"/>
          </p:cNvSpPr>
          <p:nvPr/>
        </p:nvSpPr>
        <p:spPr>
          <a:xfrm>
            <a:off x="1524000" y="338137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25" name="Straight Arrow Connector 24">
            <a:extLst>
              <a:ext uri="{FF2B5EF4-FFF2-40B4-BE49-F238E27FC236}">
                <a16:creationId xmlns:a16="http://schemas.microsoft.com/office/drawing/2014/main" id="{AECB6D5C-22B2-4E15-98F7-B37D32B60C2F}"/>
              </a:ext>
            </a:extLst>
          </p:cNvPr>
          <p:cNvCxnSpPr>
            <a:stCxn id="23" idx="1"/>
            <a:endCxn id="24" idx="3"/>
          </p:cNvCxnSpPr>
          <p:nvPr/>
        </p:nvCxnSpPr>
        <p:spPr>
          <a:xfrm flipH="1">
            <a:off x="1543051" y="3390900"/>
            <a:ext cx="981075" cy="0"/>
          </a:xfrm>
          <a:prstGeom prst="straightConnector1">
            <a:avLst/>
          </a:prstGeom>
          <a:ln w="21431">
            <a:solidFill>
              <a:srgbClr val="2D3A8C"/>
            </a:solidFill>
            <a:prstDash val="solid"/>
          </a:ln>
        </p:spPr>
      </p:cxnSp>
      <p:sp>
        <p:nvSpPr>
          <p:cNvPr id="26" name="Rectangle 25">
            <a:extLst>
              <a:ext uri="{FF2B5EF4-FFF2-40B4-BE49-F238E27FC236}">
                <a16:creationId xmlns:a16="http://schemas.microsoft.com/office/drawing/2014/main" id="{CFA20A35-9F98-4B0E-8E48-7F1FE91F5BBC}"/>
              </a:ext>
            </a:extLst>
          </p:cNvPr>
          <p:cNvSpPr>
            <a:spLocks noGrp="1"/>
          </p:cNvSpPr>
          <p:nvPr/>
        </p:nvSpPr>
        <p:spPr>
          <a:xfrm>
            <a:off x="2524125" y="338137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27" name="Rectangle 26">
            <a:extLst>
              <a:ext uri="{FF2B5EF4-FFF2-40B4-BE49-F238E27FC236}">
                <a16:creationId xmlns:a16="http://schemas.microsoft.com/office/drawing/2014/main" id="{DC09732D-245C-47FF-A315-8CBD4D1EDED5}"/>
              </a:ext>
            </a:extLst>
          </p:cNvPr>
          <p:cNvSpPr>
            <a:spLocks noGrp="1"/>
          </p:cNvSpPr>
          <p:nvPr/>
        </p:nvSpPr>
        <p:spPr>
          <a:xfrm>
            <a:off x="3524251" y="338137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28" name="Straight Arrow Connector 27">
            <a:extLst>
              <a:ext uri="{FF2B5EF4-FFF2-40B4-BE49-F238E27FC236}">
                <a16:creationId xmlns:a16="http://schemas.microsoft.com/office/drawing/2014/main" id="{2B3E967C-D3EE-415A-9F91-9A022DE4E437}"/>
              </a:ext>
            </a:extLst>
          </p:cNvPr>
          <p:cNvCxnSpPr>
            <a:stCxn id="26" idx="3"/>
            <a:endCxn id="27" idx="1"/>
          </p:cNvCxnSpPr>
          <p:nvPr/>
        </p:nvCxnSpPr>
        <p:spPr>
          <a:xfrm>
            <a:off x="2543175" y="3390900"/>
            <a:ext cx="981075" cy="0"/>
          </a:xfrm>
          <a:prstGeom prst="straightConnector1">
            <a:avLst/>
          </a:prstGeom>
          <a:ln w="21431">
            <a:solidFill>
              <a:srgbClr val="2D3A8C"/>
            </a:solidFill>
            <a:prstDash val="solid"/>
          </a:ln>
        </p:spPr>
      </p:cxnSp>
      <p:sp>
        <p:nvSpPr>
          <p:cNvPr id="29" name="Rectangle 28">
            <a:extLst>
              <a:ext uri="{FF2B5EF4-FFF2-40B4-BE49-F238E27FC236}">
                <a16:creationId xmlns:a16="http://schemas.microsoft.com/office/drawing/2014/main" id="{75EF12B7-08A2-4235-88FA-784494424027}"/>
              </a:ext>
            </a:extLst>
          </p:cNvPr>
          <p:cNvSpPr>
            <a:spLocks noGrp="1"/>
          </p:cNvSpPr>
          <p:nvPr/>
        </p:nvSpPr>
        <p:spPr>
          <a:xfrm>
            <a:off x="2524125" y="338137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30" name="Rectangle 29">
            <a:extLst>
              <a:ext uri="{FF2B5EF4-FFF2-40B4-BE49-F238E27FC236}">
                <a16:creationId xmlns:a16="http://schemas.microsoft.com/office/drawing/2014/main" id="{8357F5FF-415E-4332-A267-801FD0C4402C}"/>
              </a:ext>
            </a:extLst>
          </p:cNvPr>
          <p:cNvSpPr>
            <a:spLocks noGrp="1"/>
          </p:cNvSpPr>
          <p:nvPr/>
        </p:nvSpPr>
        <p:spPr>
          <a:xfrm>
            <a:off x="1524000" y="4381500"/>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31" name="Straight Arrow Connector 30">
            <a:extLst>
              <a:ext uri="{FF2B5EF4-FFF2-40B4-BE49-F238E27FC236}">
                <a16:creationId xmlns:a16="http://schemas.microsoft.com/office/drawing/2014/main" id="{137A453F-8D5E-451D-8658-F1A6A0E899D3}"/>
              </a:ext>
            </a:extLst>
          </p:cNvPr>
          <p:cNvCxnSpPr>
            <a:stCxn id="29" idx="1"/>
            <a:endCxn id="30" idx="0"/>
          </p:cNvCxnSpPr>
          <p:nvPr/>
        </p:nvCxnSpPr>
        <p:spPr>
          <a:xfrm flipH="1">
            <a:off x="1533525" y="3390900"/>
            <a:ext cx="990600" cy="990600"/>
          </a:xfrm>
          <a:prstGeom prst="straightConnector1">
            <a:avLst/>
          </a:prstGeom>
          <a:ln w="21431">
            <a:solidFill>
              <a:srgbClr val="2D3A8C"/>
            </a:solidFill>
            <a:prstDash val="solid"/>
          </a:ln>
        </p:spPr>
      </p:cxnSp>
      <p:sp>
        <p:nvSpPr>
          <p:cNvPr id="32" name="Rectangle 31">
            <a:extLst>
              <a:ext uri="{FF2B5EF4-FFF2-40B4-BE49-F238E27FC236}">
                <a16:creationId xmlns:a16="http://schemas.microsoft.com/office/drawing/2014/main" id="{D9D0D59C-32A3-4271-A842-50A4B4B86248}"/>
              </a:ext>
            </a:extLst>
          </p:cNvPr>
          <p:cNvSpPr>
            <a:spLocks noGrp="1"/>
          </p:cNvSpPr>
          <p:nvPr/>
        </p:nvSpPr>
        <p:spPr>
          <a:xfrm>
            <a:off x="2524125" y="338137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33" name="Rectangle 32">
            <a:extLst>
              <a:ext uri="{FF2B5EF4-FFF2-40B4-BE49-F238E27FC236}">
                <a16:creationId xmlns:a16="http://schemas.microsoft.com/office/drawing/2014/main" id="{628636E9-B9D0-41F7-A589-146F4A350EB0}"/>
              </a:ext>
            </a:extLst>
          </p:cNvPr>
          <p:cNvSpPr>
            <a:spLocks noGrp="1"/>
          </p:cNvSpPr>
          <p:nvPr/>
        </p:nvSpPr>
        <p:spPr>
          <a:xfrm>
            <a:off x="2524125" y="4381500"/>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34" name="Straight Arrow Connector 33">
            <a:extLst>
              <a:ext uri="{FF2B5EF4-FFF2-40B4-BE49-F238E27FC236}">
                <a16:creationId xmlns:a16="http://schemas.microsoft.com/office/drawing/2014/main" id="{A63236B9-8C9F-4637-8FE8-A3574FC6AC9C}"/>
              </a:ext>
            </a:extLst>
          </p:cNvPr>
          <p:cNvCxnSpPr>
            <a:stCxn id="32" idx="2"/>
            <a:endCxn id="33" idx="0"/>
          </p:cNvCxnSpPr>
          <p:nvPr/>
        </p:nvCxnSpPr>
        <p:spPr>
          <a:xfrm>
            <a:off x="2533651" y="3400425"/>
            <a:ext cx="0" cy="981075"/>
          </a:xfrm>
          <a:prstGeom prst="straightConnector1">
            <a:avLst/>
          </a:prstGeom>
          <a:ln w="21431">
            <a:solidFill>
              <a:srgbClr val="2D3A8C"/>
            </a:solidFill>
            <a:prstDash val="solid"/>
          </a:ln>
        </p:spPr>
      </p:cxnSp>
      <p:sp>
        <p:nvSpPr>
          <p:cNvPr id="35" name="Rectangle 34">
            <a:extLst>
              <a:ext uri="{FF2B5EF4-FFF2-40B4-BE49-F238E27FC236}">
                <a16:creationId xmlns:a16="http://schemas.microsoft.com/office/drawing/2014/main" id="{65FD0ECE-8850-44BB-8317-BCF14627A7C4}"/>
              </a:ext>
            </a:extLst>
          </p:cNvPr>
          <p:cNvSpPr>
            <a:spLocks noGrp="1"/>
          </p:cNvSpPr>
          <p:nvPr/>
        </p:nvSpPr>
        <p:spPr>
          <a:xfrm>
            <a:off x="2524125" y="338137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36" name="Rectangle 35">
            <a:extLst>
              <a:ext uri="{FF2B5EF4-FFF2-40B4-BE49-F238E27FC236}">
                <a16:creationId xmlns:a16="http://schemas.microsoft.com/office/drawing/2014/main" id="{099B6AB2-7E40-4FAA-8BCA-B16A1103ACE6}"/>
              </a:ext>
            </a:extLst>
          </p:cNvPr>
          <p:cNvSpPr>
            <a:spLocks noGrp="1"/>
          </p:cNvSpPr>
          <p:nvPr/>
        </p:nvSpPr>
        <p:spPr>
          <a:xfrm>
            <a:off x="3524251" y="4381500"/>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37" name="Straight Arrow Connector 36">
            <a:extLst>
              <a:ext uri="{FF2B5EF4-FFF2-40B4-BE49-F238E27FC236}">
                <a16:creationId xmlns:a16="http://schemas.microsoft.com/office/drawing/2014/main" id="{A6BDBDBE-F59C-4BB2-8C91-38A0FEA295C2}"/>
              </a:ext>
            </a:extLst>
          </p:cNvPr>
          <p:cNvCxnSpPr>
            <a:stCxn id="35" idx="2"/>
            <a:endCxn id="36" idx="1"/>
          </p:cNvCxnSpPr>
          <p:nvPr/>
        </p:nvCxnSpPr>
        <p:spPr>
          <a:xfrm>
            <a:off x="2533651" y="3400425"/>
            <a:ext cx="990600" cy="990600"/>
          </a:xfrm>
          <a:prstGeom prst="straightConnector1">
            <a:avLst/>
          </a:prstGeom>
          <a:ln w="21431">
            <a:solidFill>
              <a:srgbClr val="2D3A8C"/>
            </a:solidFill>
            <a:prstDash val="solid"/>
          </a:ln>
        </p:spPr>
      </p:cxnSp>
      <p:sp>
        <p:nvSpPr>
          <p:cNvPr id="38" name="Oval 37">
            <a:extLst>
              <a:ext uri="{FF2B5EF4-FFF2-40B4-BE49-F238E27FC236}">
                <a16:creationId xmlns:a16="http://schemas.microsoft.com/office/drawing/2014/main" id="{9C734E03-E63D-48A1-80F3-5599A18403B9}"/>
              </a:ext>
            </a:extLst>
          </p:cNvPr>
          <p:cNvSpPr>
            <a:spLocks noGrp="1"/>
          </p:cNvSpPr>
          <p:nvPr/>
        </p:nvSpPr>
        <p:spPr>
          <a:xfrm>
            <a:off x="2238375" y="3095626"/>
            <a:ext cx="590549" cy="590549"/>
          </a:xfrm>
          <a:prstGeom prst="ellipse">
            <a:avLst/>
          </a:prstGeom>
          <a:solidFill>
            <a:srgbClr val="2D3A8C"/>
          </a:solidFill>
          <a:ln w="0">
            <a:noFill/>
            <a:prstDash val="solid"/>
          </a:ln>
        </p:spPr>
        <p:txBody>
          <a:bodyPr/>
          <a:lstStyle/>
          <a:p>
            <a:pPr defTabSz="1219170"/>
            <a:endParaRPr sz="2400">
              <a:solidFill>
                <a:srgbClr val="1B1F3B"/>
              </a:solidFill>
              <a:latin typeface="Calibri"/>
            </a:endParaRPr>
          </a:p>
        </p:txBody>
      </p:sp>
      <p:sp>
        <p:nvSpPr>
          <p:cNvPr id="39" name="Rectangle 38">
            <a:extLst>
              <a:ext uri="{FF2B5EF4-FFF2-40B4-BE49-F238E27FC236}">
                <a16:creationId xmlns:a16="http://schemas.microsoft.com/office/drawing/2014/main" id="{F8D66DC9-C1B8-4F64-A4CF-871750D84542}"/>
              </a:ext>
            </a:extLst>
          </p:cNvPr>
          <p:cNvSpPr>
            <a:spLocks noGrp="1"/>
          </p:cNvSpPr>
          <p:nvPr/>
        </p:nvSpPr>
        <p:spPr>
          <a:xfrm>
            <a:off x="2143126" y="3162301"/>
            <a:ext cx="809625" cy="428625"/>
          </a:xfrm>
          <a:prstGeom prst="rect">
            <a:avLst/>
          </a:prstGeom>
          <a:noFill/>
          <a:ln w="0">
            <a:noFill/>
            <a:prstDash val="solid"/>
          </a:ln>
        </p:spPr>
        <p:txBody>
          <a:bodyPr wrap="square" lIns="0" tIns="0" rIns="0" bIns="0" anchor="ctr">
            <a:noAutofit/>
          </a:bodyPr>
          <a:lstStyle>
            <a:defPPr algn="ctr">
              <a:defRPr sz="1200" b="1">
                <a:solidFill>
                  <a:srgbClr val="FFFFFF"/>
                </a:solidFill>
                <a:latin typeface="Calibri"/>
                <a:ea typeface="Calibri"/>
                <a:cs typeface="Calibri"/>
              </a:defRPr>
            </a:defPPr>
            <a:lvl1pPr algn="ctr">
              <a:defRPr sz="1200" b="1">
                <a:solidFill>
                  <a:srgbClr val="FFFFFF"/>
                </a:solidFill>
                <a:latin typeface="Calibri"/>
                <a:ea typeface="Calibri"/>
                <a:cs typeface="Calibri"/>
              </a:defRPr>
            </a:lvl1pPr>
            <a:lvl2pPr algn="ctr">
              <a:defRPr sz="1200" b="1">
                <a:solidFill>
                  <a:srgbClr val="FFFFFF"/>
                </a:solidFill>
                <a:latin typeface="Calibri"/>
                <a:ea typeface="Calibri"/>
                <a:cs typeface="Calibri"/>
              </a:defRPr>
            </a:lvl2pPr>
            <a:lvl3pPr algn="ctr">
              <a:defRPr sz="1200" b="1">
                <a:solidFill>
                  <a:srgbClr val="FFFFFF"/>
                </a:solidFill>
                <a:latin typeface="Calibri"/>
                <a:ea typeface="Calibri"/>
                <a:cs typeface="Calibri"/>
              </a:defRPr>
            </a:lvl3pPr>
            <a:lvl4pPr algn="ctr">
              <a:defRPr sz="1200" b="1">
                <a:solidFill>
                  <a:srgbClr val="FFFFFF"/>
                </a:solidFill>
                <a:latin typeface="Calibri"/>
                <a:ea typeface="Calibri"/>
                <a:cs typeface="Calibri"/>
              </a:defRPr>
            </a:lvl4pPr>
            <a:lvl5pPr algn="ctr">
              <a:defRPr sz="1200" b="1">
                <a:solidFill>
                  <a:srgbClr val="FFFFFF"/>
                </a:solidFill>
                <a:latin typeface="Calibri"/>
                <a:ea typeface="Calibri"/>
                <a:cs typeface="Calibri"/>
              </a:defRPr>
            </a:lvl5pPr>
            <a:lvl6pPr algn="ctr">
              <a:defRPr sz="1200" b="1">
                <a:solidFill>
                  <a:srgbClr val="FFFFFF"/>
                </a:solidFill>
                <a:latin typeface="Calibri"/>
                <a:ea typeface="Calibri"/>
                <a:cs typeface="Calibri"/>
              </a:defRPr>
            </a:lvl6pPr>
            <a:lvl7pPr algn="ctr">
              <a:defRPr sz="1200" b="1">
                <a:solidFill>
                  <a:srgbClr val="FFFFFF"/>
                </a:solidFill>
                <a:latin typeface="Calibri"/>
                <a:ea typeface="Calibri"/>
                <a:cs typeface="Calibri"/>
              </a:defRPr>
            </a:lvl7pPr>
            <a:lvl8pPr algn="ctr">
              <a:defRPr sz="1200" b="1">
                <a:solidFill>
                  <a:srgbClr val="FFFFFF"/>
                </a:solidFill>
                <a:latin typeface="Calibri"/>
                <a:ea typeface="Calibri"/>
                <a:cs typeface="Calibri"/>
              </a:defRPr>
            </a:lvl8pPr>
            <a:lvl9pPr algn="ctr">
              <a:defRPr sz="1200" b="1">
                <a:solidFill>
                  <a:srgbClr val="FFFFFF"/>
                </a:solidFill>
                <a:latin typeface="Calibri"/>
                <a:ea typeface="Calibri"/>
                <a:cs typeface="Calibri"/>
              </a:defRPr>
            </a:lvl9pPr>
          </a:lstStyle>
          <a:p>
            <a:pPr defTabSz="1219170">
              <a:defRPr sz="1200" b="1">
                <a:solidFill>
                  <a:srgbClr val="FFFFFF"/>
                </a:solidFill>
                <a:latin typeface="Calibri"/>
                <a:ea typeface="Calibri"/>
                <a:cs typeface="Calibri"/>
              </a:defRPr>
            </a:pPr>
            <a:r>
              <a:rPr sz="1600"/>
              <a:t>Here</a:t>
            </a:r>
          </a:p>
        </p:txBody>
      </p:sp>
      <p:sp>
        <p:nvSpPr>
          <p:cNvPr id="40" name="Rectangle 39">
            <a:extLst>
              <a:ext uri="{FF2B5EF4-FFF2-40B4-BE49-F238E27FC236}">
                <a16:creationId xmlns:a16="http://schemas.microsoft.com/office/drawing/2014/main" id="{1F6D8F08-BBC4-4E3D-B5FE-21280175326C}"/>
              </a:ext>
            </a:extLst>
          </p:cNvPr>
          <p:cNvSpPr>
            <a:spLocks noGrp="1"/>
          </p:cNvSpPr>
          <p:nvPr/>
        </p:nvSpPr>
        <p:spPr>
          <a:xfrm>
            <a:off x="6191251" y="2047875"/>
            <a:ext cx="4762500" cy="523875"/>
          </a:xfrm>
          <a:prstGeom prst="rect">
            <a:avLst/>
          </a:prstGeom>
          <a:noFill/>
          <a:ln w="0">
            <a:noFill/>
            <a:prstDash val="solid"/>
          </a:ln>
        </p:spPr>
        <p:txBody>
          <a:bodyPr wrap="square" lIns="0" tIns="0" rIns="0" bIns="0" anchor="ctr">
            <a:noAutofit/>
          </a:bodyPr>
          <a:lstStyle>
            <a:defPPr algn="l">
              <a:defRPr sz="1800" b="1">
                <a:solidFill>
                  <a:srgbClr val="1B1F3B"/>
                </a:solidFill>
                <a:latin typeface="Calibri"/>
                <a:ea typeface="Calibri"/>
                <a:cs typeface="Calibri"/>
              </a:defRPr>
            </a:defPPr>
            <a:lvl1pPr algn="l">
              <a:defRPr sz="1800" b="1">
                <a:solidFill>
                  <a:srgbClr val="1B1F3B"/>
                </a:solidFill>
                <a:latin typeface="Calibri"/>
                <a:ea typeface="Calibri"/>
                <a:cs typeface="Calibri"/>
              </a:defRPr>
            </a:lvl1pPr>
            <a:lvl2pPr algn="l">
              <a:defRPr sz="1800" b="1">
                <a:solidFill>
                  <a:srgbClr val="1B1F3B"/>
                </a:solidFill>
                <a:latin typeface="Calibri"/>
                <a:ea typeface="Calibri"/>
                <a:cs typeface="Calibri"/>
              </a:defRPr>
            </a:lvl2pPr>
            <a:lvl3pPr algn="l">
              <a:defRPr sz="1800" b="1">
                <a:solidFill>
                  <a:srgbClr val="1B1F3B"/>
                </a:solidFill>
                <a:latin typeface="Calibri"/>
                <a:ea typeface="Calibri"/>
                <a:cs typeface="Calibri"/>
              </a:defRPr>
            </a:lvl3pPr>
            <a:lvl4pPr algn="l">
              <a:defRPr sz="1800" b="1">
                <a:solidFill>
                  <a:srgbClr val="1B1F3B"/>
                </a:solidFill>
                <a:latin typeface="Calibri"/>
                <a:ea typeface="Calibri"/>
                <a:cs typeface="Calibri"/>
              </a:defRPr>
            </a:lvl4pPr>
            <a:lvl5pPr algn="l">
              <a:defRPr sz="1800" b="1">
                <a:solidFill>
                  <a:srgbClr val="1B1F3B"/>
                </a:solidFill>
                <a:latin typeface="Calibri"/>
                <a:ea typeface="Calibri"/>
                <a:cs typeface="Calibri"/>
              </a:defRPr>
            </a:lvl5pPr>
            <a:lvl6pPr algn="l">
              <a:defRPr sz="1800" b="1">
                <a:solidFill>
                  <a:srgbClr val="1B1F3B"/>
                </a:solidFill>
                <a:latin typeface="Calibri"/>
                <a:ea typeface="Calibri"/>
                <a:cs typeface="Calibri"/>
              </a:defRPr>
            </a:lvl6pPr>
            <a:lvl7pPr algn="l">
              <a:defRPr sz="1800" b="1">
                <a:solidFill>
                  <a:srgbClr val="1B1F3B"/>
                </a:solidFill>
                <a:latin typeface="Calibri"/>
                <a:ea typeface="Calibri"/>
                <a:cs typeface="Calibri"/>
              </a:defRPr>
            </a:lvl7pPr>
            <a:lvl8pPr algn="l">
              <a:defRPr sz="1800" b="1">
                <a:solidFill>
                  <a:srgbClr val="1B1F3B"/>
                </a:solidFill>
                <a:latin typeface="Calibri"/>
                <a:ea typeface="Calibri"/>
                <a:cs typeface="Calibri"/>
              </a:defRPr>
            </a:lvl8pPr>
            <a:lvl9pPr algn="l">
              <a:defRPr sz="1800" b="1">
                <a:solidFill>
                  <a:srgbClr val="1B1F3B"/>
                </a:solidFill>
                <a:latin typeface="Calibri"/>
                <a:ea typeface="Calibri"/>
                <a:cs typeface="Calibri"/>
              </a:defRPr>
            </a:lvl9pPr>
          </a:lstStyle>
          <a:p>
            <a:pPr defTabSz="1219170">
              <a:defRPr sz="1800" b="1">
                <a:solidFill>
                  <a:srgbClr val="1B1F3B"/>
                </a:solidFill>
                <a:latin typeface="Calibri"/>
                <a:ea typeface="Calibri"/>
                <a:cs typeface="Calibri"/>
              </a:defRPr>
            </a:pPr>
            <a:r>
              <a:rPr sz="2400"/>
              <a:t>Straight move</a:t>
            </a:r>
          </a:p>
        </p:txBody>
      </p:sp>
      <p:sp>
        <p:nvSpPr>
          <p:cNvPr id="41" name="Rectangle 40">
            <a:extLst>
              <a:ext uri="{FF2B5EF4-FFF2-40B4-BE49-F238E27FC236}">
                <a16:creationId xmlns:a16="http://schemas.microsoft.com/office/drawing/2014/main" id="{803E9BB4-5E32-4D6E-A8F9-8844B1757582}"/>
              </a:ext>
            </a:extLst>
          </p:cNvPr>
          <p:cNvSpPr>
            <a:spLocks noGrp="1"/>
          </p:cNvSpPr>
          <p:nvPr/>
        </p:nvSpPr>
        <p:spPr>
          <a:xfrm>
            <a:off x="6191251" y="2619375"/>
            <a:ext cx="4762500" cy="666749"/>
          </a:xfrm>
          <a:prstGeom prst="rect">
            <a:avLst/>
          </a:prstGeom>
          <a:noFill/>
          <a:ln w="0">
            <a:noFill/>
            <a:prstDash val="solid"/>
          </a:ln>
        </p:spPr>
        <p:txBody>
          <a:bodyPr wrap="square" lIns="0" tIns="0" rIns="0" bIns="0" anchor="ctr">
            <a:noAutofit/>
          </a:bodyPr>
          <a:lstStyle>
            <a:defPPr algn="l">
              <a:defRPr sz="2200" b="1">
                <a:solidFill>
                  <a:srgbClr val="2D3A8C"/>
                </a:solidFill>
                <a:latin typeface="Calibri"/>
                <a:ea typeface="Calibri"/>
                <a:cs typeface="Calibri"/>
              </a:defRPr>
            </a:defPPr>
            <a:lvl1pPr algn="l">
              <a:defRPr sz="2200" b="1">
                <a:solidFill>
                  <a:srgbClr val="2D3A8C"/>
                </a:solidFill>
                <a:latin typeface="Calibri"/>
                <a:ea typeface="Calibri"/>
                <a:cs typeface="Calibri"/>
              </a:defRPr>
            </a:lvl1pPr>
            <a:lvl2pPr algn="l">
              <a:defRPr sz="2200" b="1">
                <a:solidFill>
                  <a:srgbClr val="2D3A8C"/>
                </a:solidFill>
                <a:latin typeface="Calibri"/>
                <a:ea typeface="Calibri"/>
                <a:cs typeface="Calibri"/>
              </a:defRPr>
            </a:lvl2pPr>
            <a:lvl3pPr algn="l">
              <a:defRPr sz="2200" b="1">
                <a:solidFill>
                  <a:srgbClr val="2D3A8C"/>
                </a:solidFill>
                <a:latin typeface="Calibri"/>
                <a:ea typeface="Calibri"/>
                <a:cs typeface="Calibri"/>
              </a:defRPr>
            </a:lvl3pPr>
            <a:lvl4pPr algn="l">
              <a:defRPr sz="2200" b="1">
                <a:solidFill>
                  <a:srgbClr val="2D3A8C"/>
                </a:solidFill>
                <a:latin typeface="Calibri"/>
                <a:ea typeface="Calibri"/>
                <a:cs typeface="Calibri"/>
              </a:defRPr>
            </a:lvl4pPr>
            <a:lvl5pPr algn="l">
              <a:defRPr sz="2200" b="1">
                <a:solidFill>
                  <a:srgbClr val="2D3A8C"/>
                </a:solidFill>
                <a:latin typeface="Calibri"/>
                <a:ea typeface="Calibri"/>
                <a:cs typeface="Calibri"/>
              </a:defRPr>
            </a:lvl5pPr>
            <a:lvl6pPr algn="l">
              <a:defRPr sz="2200" b="1">
                <a:solidFill>
                  <a:srgbClr val="2D3A8C"/>
                </a:solidFill>
                <a:latin typeface="Calibri"/>
                <a:ea typeface="Calibri"/>
                <a:cs typeface="Calibri"/>
              </a:defRPr>
            </a:lvl6pPr>
            <a:lvl7pPr algn="l">
              <a:defRPr sz="2200" b="1">
                <a:solidFill>
                  <a:srgbClr val="2D3A8C"/>
                </a:solidFill>
                <a:latin typeface="Calibri"/>
                <a:ea typeface="Calibri"/>
                <a:cs typeface="Calibri"/>
              </a:defRPr>
            </a:lvl7pPr>
            <a:lvl8pPr algn="l">
              <a:defRPr sz="2200" b="1">
                <a:solidFill>
                  <a:srgbClr val="2D3A8C"/>
                </a:solidFill>
                <a:latin typeface="Calibri"/>
                <a:ea typeface="Calibri"/>
                <a:cs typeface="Calibri"/>
              </a:defRPr>
            </a:lvl8pPr>
            <a:lvl9pPr algn="l">
              <a:defRPr sz="2200" b="1">
                <a:solidFill>
                  <a:srgbClr val="2D3A8C"/>
                </a:solidFill>
                <a:latin typeface="Calibri"/>
                <a:ea typeface="Calibri"/>
                <a:cs typeface="Calibri"/>
              </a:defRPr>
            </a:lvl9pPr>
          </a:lstStyle>
          <a:p>
            <a:pPr defTabSz="1219170">
              <a:defRPr sz="2200" b="1">
                <a:solidFill>
                  <a:srgbClr val="2D3A8C"/>
                </a:solidFill>
                <a:latin typeface="Calibri"/>
                <a:ea typeface="Calibri"/>
                <a:cs typeface="Calibri"/>
              </a:defRPr>
            </a:pPr>
            <a:r>
              <a:rPr sz="2933"/>
              <a:t>distance = 1</a:t>
            </a:r>
          </a:p>
        </p:txBody>
      </p:sp>
      <p:sp>
        <p:nvSpPr>
          <p:cNvPr id="42" name="Rectangle 41">
            <a:extLst>
              <a:ext uri="{FF2B5EF4-FFF2-40B4-BE49-F238E27FC236}">
                <a16:creationId xmlns:a16="http://schemas.microsoft.com/office/drawing/2014/main" id="{DA2BA8BA-D877-450E-AE5D-4880BC3EEDC3}"/>
              </a:ext>
            </a:extLst>
          </p:cNvPr>
          <p:cNvSpPr>
            <a:spLocks noGrp="1"/>
          </p:cNvSpPr>
          <p:nvPr/>
        </p:nvSpPr>
        <p:spPr>
          <a:xfrm>
            <a:off x="6191251" y="3810000"/>
            <a:ext cx="4762500" cy="523875"/>
          </a:xfrm>
          <a:prstGeom prst="rect">
            <a:avLst/>
          </a:prstGeom>
          <a:noFill/>
          <a:ln w="0">
            <a:noFill/>
            <a:prstDash val="solid"/>
          </a:ln>
        </p:spPr>
        <p:txBody>
          <a:bodyPr wrap="square" lIns="0" tIns="0" rIns="0" bIns="0" anchor="ctr">
            <a:noAutofit/>
          </a:bodyPr>
          <a:lstStyle>
            <a:defPPr algn="l">
              <a:defRPr sz="1800" b="1">
                <a:solidFill>
                  <a:srgbClr val="1B1F3B"/>
                </a:solidFill>
                <a:latin typeface="Calibri"/>
                <a:ea typeface="Calibri"/>
                <a:cs typeface="Calibri"/>
              </a:defRPr>
            </a:defPPr>
            <a:lvl1pPr algn="l">
              <a:defRPr sz="1800" b="1">
                <a:solidFill>
                  <a:srgbClr val="1B1F3B"/>
                </a:solidFill>
                <a:latin typeface="Calibri"/>
                <a:ea typeface="Calibri"/>
                <a:cs typeface="Calibri"/>
              </a:defRPr>
            </a:lvl1pPr>
            <a:lvl2pPr algn="l">
              <a:defRPr sz="1800" b="1">
                <a:solidFill>
                  <a:srgbClr val="1B1F3B"/>
                </a:solidFill>
                <a:latin typeface="Calibri"/>
                <a:ea typeface="Calibri"/>
                <a:cs typeface="Calibri"/>
              </a:defRPr>
            </a:lvl2pPr>
            <a:lvl3pPr algn="l">
              <a:defRPr sz="1800" b="1">
                <a:solidFill>
                  <a:srgbClr val="1B1F3B"/>
                </a:solidFill>
                <a:latin typeface="Calibri"/>
                <a:ea typeface="Calibri"/>
                <a:cs typeface="Calibri"/>
              </a:defRPr>
            </a:lvl3pPr>
            <a:lvl4pPr algn="l">
              <a:defRPr sz="1800" b="1">
                <a:solidFill>
                  <a:srgbClr val="1B1F3B"/>
                </a:solidFill>
                <a:latin typeface="Calibri"/>
                <a:ea typeface="Calibri"/>
                <a:cs typeface="Calibri"/>
              </a:defRPr>
            </a:lvl4pPr>
            <a:lvl5pPr algn="l">
              <a:defRPr sz="1800" b="1">
                <a:solidFill>
                  <a:srgbClr val="1B1F3B"/>
                </a:solidFill>
                <a:latin typeface="Calibri"/>
                <a:ea typeface="Calibri"/>
                <a:cs typeface="Calibri"/>
              </a:defRPr>
            </a:lvl5pPr>
            <a:lvl6pPr algn="l">
              <a:defRPr sz="1800" b="1">
                <a:solidFill>
                  <a:srgbClr val="1B1F3B"/>
                </a:solidFill>
                <a:latin typeface="Calibri"/>
                <a:ea typeface="Calibri"/>
                <a:cs typeface="Calibri"/>
              </a:defRPr>
            </a:lvl6pPr>
            <a:lvl7pPr algn="l">
              <a:defRPr sz="1800" b="1">
                <a:solidFill>
                  <a:srgbClr val="1B1F3B"/>
                </a:solidFill>
                <a:latin typeface="Calibri"/>
                <a:ea typeface="Calibri"/>
                <a:cs typeface="Calibri"/>
              </a:defRPr>
            </a:lvl7pPr>
            <a:lvl8pPr algn="l">
              <a:defRPr sz="1800" b="1">
                <a:solidFill>
                  <a:srgbClr val="1B1F3B"/>
                </a:solidFill>
                <a:latin typeface="Calibri"/>
                <a:ea typeface="Calibri"/>
                <a:cs typeface="Calibri"/>
              </a:defRPr>
            </a:lvl8pPr>
            <a:lvl9pPr algn="l">
              <a:defRPr sz="1800" b="1">
                <a:solidFill>
                  <a:srgbClr val="1B1F3B"/>
                </a:solidFill>
                <a:latin typeface="Calibri"/>
                <a:ea typeface="Calibri"/>
                <a:cs typeface="Calibri"/>
              </a:defRPr>
            </a:lvl9pPr>
          </a:lstStyle>
          <a:p>
            <a:pPr defTabSz="1219170">
              <a:defRPr sz="1800" b="1">
                <a:solidFill>
                  <a:srgbClr val="1B1F3B"/>
                </a:solidFill>
                <a:latin typeface="Calibri"/>
                <a:ea typeface="Calibri"/>
                <a:cs typeface="Calibri"/>
              </a:defRPr>
            </a:pPr>
            <a:r>
              <a:rPr sz="2400"/>
              <a:t>Diagonal move</a:t>
            </a:r>
          </a:p>
        </p:txBody>
      </p:sp>
      <p:sp>
        <p:nvSpPr>
          <p:cNvPr id="43" name="Rectangle 42">
            <a:extLst>
              <a:ext uri="{FF2B5EF4-FFF2-40B4-BE49-F238E27FC236}">
                <a16:creationId xmlns:a16="http://schemas.microsoft.com/office/drawing/2014/main" id="{14A62617-60D1-43F4-BCC7-26008FD116EC}"/>
              </a:ext>
            </a:extLst>
          </p:cNvPr>
          <p:cNvSpPr>
            <a:spLocks noGrp="1"/>
          </p:cNvSpPr>
          <p:nvPr/>
        </p:nvSpPr>
        <p:spPr>
          <a:xfrm>
            <a:off x="6191251" y="4381500"/>
            <a:ext cx="5143500" cy="619125"/>
          </a:xfrm>
          <a:prstGeom prst="rect">
            <a:avLst/>
          </a:prstGeom>
          <a:noFill/>
          <a:ln w="0">
            <a:noFill/>
            <a:prstDash val="solid"/>
          </a:ln>
        </p:spPr>
        <p:txBody>
          <a:bodyPr wrap="square" lIns="0" tIns="0" rIns="0" bIns="0" anchor="ctr">
            <a:noAutofit/>
          </a:bodyPr>
          <a:lstStyle>
            <a:defPPr algn="l">
              <a:defRPr sz="1950" b="1">
                <a:solidFill>
                  <a:srgbClr val="2D3A8C"/>
                </a:solidFill>
                <a:latin typeface="Calibri"/>
                <a:ea typeface="Calibri"/>
                <a:cs typeface="Calibri"/>
              </a:defRPr>
            </a:defPPr>
            <a:lvl1pPr algn="l">
              <a:defRPr sz="1950" b="1">
                <a:solidFill>
                  <a:srgbClr val="2D3A8C"/>
                </a:solidFill>
                <a:latin typeface="Calibri"/>
                <a:ea typeface="Calibri"/>
                <a:cs typeface="Calibri"/>
              </a:defRPr>
            </a:lvl1pPr>
            <a:lvl2pPr algn="l">
              <a:defRPr sz="1950" b="1">
                <a:solidFill>
                  <a:srgbClr val="2D3A8C"/>
                </a:solidFill>
                <a:latin typeface="Calibri"/>
                <a:ea typeface="Calibri"/>
                <a:cs typeface="Calibri"/>
              </a:defRPr>
            </a:lvl2pPr>
            <a:lvl3pPr algn="l">
              <a:defRPr sz="1950" b="1">
                <a:solidFill>
                  <a:srgbClr val="2D3A8C"/>
                </a:solidFill>
                <a:latin typeface="Calibri"/>
                <a:ea typeface="Calibri"/>
                <a:cs typeface="Calibri"/>
              </a:defRPr>
            </a:lvl3pPr>
            <a:lvl4pPr algn="l">
              <a:defRPr sz="1950" b="1">
                <a:solidFill>
                  <a:srgbClr val="2D3A8C"/>
                </a:solidFill>
                <a:latin typeface="Calibri"/>
                <a:ea typeface="Calibri"/>
                <a:cs typeface="Calibri"/>
              </a:defRPr>
            </a:lvl4pPr>
            <a:lvl5pPr algn="l">
              <a:defRPr sz="1950" b="1">
                <a:solidFill>
                  <a:srgbClr val="2D3A8C"/>
                </a:solidFill>
                <a:latin typeface="Calibri"/>
                <a:ea typeface="Calibri"/>
                <a:cs typeface="Calibri"/>
              </a:defRPr>
            </a:lvl5pPr>
            <a:lvl6pPr algn="l">
              <a:defRPr sz="1950" b="1">
                <a:solidFill>
                  <a:srgbClr val="2D3A8C"/>
                </a:solidFill>
                <a:latin typeface="Calibri"/>
                <a:ea typeface="Calibri"/>
                <a:cs typeface="Calibri"/>
              </a:defRPr>
            </a:lvl6pPr>
            <a:lvl7pPr algn="l">
              <a:defRPr sz="1950" b="1">
                <a:solidFill>
                  <a:srgbClr val="2D3A8C"/>
                </a:solidFill>
                <a:latin typeface="Calibri"/>
                <a:ea typeface="Calibri"/>
                <a:cs typeface="Calibri"/>
              </a:defRPr>
            </a:lvl7pPr>
            <a:lvl8pPr algn="l">
              <a:defRPr sz="1950" b="1">
                <a:solidFill>
                  <a:srgbClr val="2D3A8C"/>
                </a:solidFill>
                <a:latin typeface="Calibri"/>
                <a:ea typeface="Calibri"/>
                <a:cs typeface="Calibri"/>
              </a:defRPr>
            </a:lvl8pPr>
            <a:lvl9pPr algn="l">
              <a:defRPr sz="1950" b="1">
                <a:solidFill>
                  <a:srgbClr val="2D3A8C"/>
                </a:solidFill>
                <a:latin typeface="Calibri"/>
                <a:ea typeface="Calibri"/>
                <a:cs typeface="Calibri"/>
              </a:defRPr>
            </a:lvl9pPr>
          </a:lstStyle>
          <a:p>
            <a:pPr defTabSz="1219170">
              <a:defRPr sz="1950" b="1">
                <a:solidFill>
                  <a:srgbClr val="2D3A8C"/>
                </a:solidFill>
                <a:latin typeface="Calibri"/>
                <a:ea typeface="Calibri"/>
                <a:cs typeface="Calibri"/>
              </a:defRPr>
            </a:pPr>
            <a:r>
              <a:rPr sz="2600"/>
              <a:t>distance = √2 ≈ 1.41</a:t>
            </a:r>
          </a:p>
        </p:txBody>
      </p:sp>
      <p:sp>
        <p:nvSpPr>
          <p:cNvPr id="44" name="Rectangle 43">
            <a:extLst>
              <a:ext uri="{FF2B5EF4-FFF2-40B4-BE49-F238E27FC236}">
                <a16:creationId xmlns:a16="http://schemas.microsoft.com/office/drawing/2014/main" id="{BC632D10-A6EB-497F-A001-C9B730907684}"/>
              </a:ext>
            </a:extLst>
          </p:cNvPr>
          <p:cNvSpPr>
            <a:spLocks noGrp="1"/>
          </p:cNvSpPr>
          <p:nvPr/>
        </p:nvSpPr>
        <p:spPr>
          <a:xfrm>
            <a:off x="762000" y="5600701"/>
            <a:ext cx="10668000" cy="409575"/>
          </a:xfrm>
          <a:prstGeom prst="rect">
            <a:avLst/>
          </a:prstGeom>
          <a:noFill/>
          <a:ln w="0">
            <a:noFill/>
            <a:prstDash val="solid"/>
          </a:ln>
        </p:spPr>
        <p:txBody>
          <a:bodyPr wrap="square" lIns="0" tIns="0" rIns="0" bIns="0" anchor="ctr">
            <a:noAutofit/>
          </a:bodyPr>
          <a:lstStyle>
            <a:defPPr algn="l">
              <a:defRPr sz="1300" b="0">
                <a:solidFill>
                  <a:srgbClr val="4A4F6A"/>
                </a:solidFill>
                <a:latin typeface="Calibri"/>
                <a:ea typeface="Calibri"/>
                <a:cs typeface="Calibri"/>
              </a:defRPr>
            </a:defPPr>
            <a:lvl1pPr algn="l">
              <a:defRPr sz="1300" b="0">
                <a:solidFill>
                  <a:srgbClr val="4A4F6A"/>
                </a:solidFill>
                <a:latin typeface="Calibri"/>
                <a:ea typeface="Calibri"/>
                <a:cs typeface="Calibri"/>
              </a:defRPr>
            </a:lvl1pPr>
            <a:lvl2pPr algn="l">
              <a:defRPr sz="1300" b="0">
                <a:solidFill>
                  <a:srgbClr val="4A4F6A"/>
                </a:solidFill>
                <a:latin typeface="Calibri"/>
                <a:ea typeface="Calibri"/>
                <a:cs typeface="Calibri"/>
              </a:defRPr>
            </a:lvl2pPr>
            <a:lvl3pPr algn="l">
              <a:defRPr sz="1300" b="0">
                <a:solidFill>
                  <a:srgbClr val="4A4F6A"/>
                </a:solidFill>
                <a:latin typeface="Calibri"/>
                <a:ea typeface="Calibri"/>
                <a:cs typeface="Calibri"/>
              </a:defRPr>
            </a:lvl3pPr>
            <a:lvl4pPr algn="l">
              <a:defRPr sz="1300" b="0">
                <a:solidFill>
                  <a:srgbClr val="4A4F6A"/>
                </a:solidFill>
                <a:latin typeface="Calibri"/>
                <a:ea typeface="Calibri"/>
                <a:cs typeface="Calibri"/>
              </a:defRPr>
            </a:lvl4pPr>
            <a:lvl5pPr algn="l">
              <a:defRPr sz="1300" b="0">
                <a:solidFill>
                  <a:srgbClr val="4A4F6A"/>
                </a:solidFill>
                <a:latin typeface="Calibri"/>
                <a:ea typeface="Calibri"/>
                <a:cs typeface="Calibri"/>
              </a:defRPr>
            </a:lvl5pPr>
            <a:lvl6pPr algn="l">
              <a:defRPr sz="1300" b="0">
                <a:solidFill>
                  <a:srgbClr val="4A4F6A"/>
                </a:solidFill>
                <a:latin typeface="Calibri"/>
                <a:ea typeface="Calibri"/>
                <a:cs typeface="Calibri"/>
              </a:defRPr>
            </a:lvl6pPr>
            <a:lvl7pPr algn="l">
              <a:defRPr sz="1300" b="0">
                <a:solidFill>
                  <a:srgbClr val="4A4F6A"/>
                </a:solidFill>
                <a:latin typeface="Calibri"/>
                <a:ea typeface="Calibri"/>
                <a:cs typeface="Calibri"/>
              </a:defRPr>
            </a:lvl7pPr>
            <a:lvl8pPr algn="l">
              <a:defRPr sz="1300" b="0">
                <a:solidFill>
                  <a:srgbClr val="4A4F6A"/>
                </a:solidFill>
                <a:latin typeface="Calibri"/>
                <a:ea typeface="Calibri"/>
                <a:cs typeface="Calibri"/>
              </a:defRPr>
            </a:lvl8pPr>
            <a:lvl9pPr algn="l">
              <a:defRPr sz="1300" b="0">
                <a:solidFill>
                  <a:srgbClr val="4A4F6A"/>
                </a:solidFill>
                <a:latin typeface="Calibri"/>
                <a:ea typeface="Calibri"/>
                <a:cs typeface="Calibri"/>
              </a:defRPr>
            </a:lvl9pPr>
          </a:lstStyle>
          <a:p>
            <a:pPr defTabSz="1219170">
              <a:defRPr sz="1300" b="0">
                <a:solidFill>
                  <a:srgbClr val="4A4F6A"/>
                </a:solidFill>
                <a:latin typeface="Calibri"/>
                <a:ea typeface="Calibri"/>
                <a:cs typeface="Calibri"/>
              </a:defRPr>
            </a:pPr>
            <a:r>
              <a:rPr sz="1733"/>
              <a:t>A graph is a network of places and allowed connections.</a:t>
            </a:r>
          </a:p>
        </p:txBody>
      </p:sp>
    </p:spTree>
    <p:extLst>
      <p:ext uri="{BB962C8B-B14F-4D97-AF65-F5344CB8AC3E}">
        <p14:creationId xmlns:p14="http://schemas.microsoft.com/office/powerpoint/2010/main" val="34628191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ctangle 25"/>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sz="2400">
              <a:solidFill>
                <a:srgbClr val="FFFFFF"/>
              </a:solidFill>
              <a:latin typeface="Calibri"/>
            </a:endParaRPr>
          </a:p>
        </p:txBody>
      </p:sp>
      <p:sp>
        <p:nvSpPr>
          <p:cNvPr id="2" name="Rectangle 1">
            <a:extLst>
              <a:ext uri="{FF2B5EF4-FFF2-40B4-BE49-F238E27FC236}">
                <a16:creationId xmlns:a16="http://schemas.microsoft.com/office/drawing/2014/main" id="{18790678-9799-4BF8-99BC-84204890B721}"/>
              </a:ext>
            </a:extLst>
          </p:cNvPr>
          <p:cNvSpPr>
            <a:spLocks noGrp="1"/>
          </p:cNvSpPr>
          <p:nvPr/>
        </p:nvSpPr>
        <p:spPr>
          <a:xfrm>
            <a:off x="731520" y="365760"/>
            <a:ext cx="10728960" cy="853440"/>
          </a:xfrm>
          <a:prstGeom prst="rect">
            <a:avLst/>
          </a:prstGeom>
          <a:noFill/>
          <a:ln w="0">
            <a:noFill/>
            <a:prstDash val="solid"/>
          </a:ln>
        </p:spPr>
        <p:txBody>
          <a:bodyPr wrap="square" lIns="0" tIns="0" rIns="0" bIns="0" anchor="ctr">
            <a:noAutofit/>
          </a:bodyPr>
          <a:lstStyle>
            <a:defPPr algn="l">
              <a:defRPr sz="2350" b="1">
                <a:solidFill>
                  <a:srgbClr val="1B1F3B"/>
                </a:solidFill>
                <a:latin typeface="Calibri"/>
                <a:ea typeface="Calibri"/>
                <a:cs typeface="Calibri"/>
              </a:defRPr>
            </a:defPPr>
            <a:lvl1pPr algn="l">
              <a:defRPr sz="2350" b="1">
                <a:solidFill>
                  <a:srgbClr val="1B1F3B"/>
                </a:solidFill>
                <a:latin typeface="Calibri"/>
                <a:ea typeface="Calibri"/>
                <a:cs typeface="Calibri"/>
              </a:defRPr>
            </a:lvl1pPr>
            <a:lvl2pPr algn="l">
              <a:defRPr sz="2350" b="1">
                <a:solidFill>
                  <a:srgbClr val="1B1F3B"/>
                </a:solidFill>
                <a:latin typeface="Calibri"/>
                <a:ea typeface="Calibri"/>
                <a:cs typeface="Calibri"/>
              </a:defRPr>
            </a:lvl2pPr>
            <a:lvl3pPr algn="l">
              <a:defRPr sz="2350" b="1">
                <a:solidFill>
                  <a:srgbClr val="1B1F3B"/>
                </a:solidFill>
                <a:latin typeface="Calibri"/>
                <a:ea typeface="Calibri"/>
                <a:cs typeface="Calibri"/>
              </a:defRPr>
            </a:lvl3pPr>
            <a:lvl4pPr algn="l">
              <a:defRPr sz="2350" b="1">
                <a:solidFill>
                  <a:srgbClr val="1B1F3B"/>
                </a:solidFill>
                <a:latin typeface="Calibri"/>
                <a:ea typeface="Calibri"/>
                <a:cs typeface="Calibri"/>
              </a:defRPr>
            </a:lvl4pPr>
            <a:lvl5pPr algn="l">
              <a:defRPr sz="2350" b="1">
                <a:solidFill>
                  <a:srgbClr val="1B1F3B"/>
                </a:solidFill>
                <a:latin typeface="Calibri"/>
                <a:ea typeface="Calibri"/>
                <a:cs typeface="Calibri"/>
              </a:defRPr>
            </a:lvl5pPr>
            <a:lvl6pPr algn="l">
              <a:defRPr sz="2350" b="1">
                <a:solidFill>
                  <a:srgbClr val="1B1F3B"/>
                </a:solidFill>
                <a:latin typeface="Calibri"/>
                <a:ea typeface="Calibri"/>
                <a:cs typeface="Calibri"/>
              </a:defRPr>
            </a:lvl6pPr>
            <a:lvl7pPr algn="l">
              <a:defRPr sz="2350" b="1">
                <a:solidFill>
                  <a:srgbClr val="1B1F3B"/>
                </a:solidFill>
                <a:latin typeface="Calibri"/>
                <a:ea typeface="Calibri"/>
                <a:cs typeface="Calibri"/>
              </a:defRPr>
            </a:lvl7pPr>
            <a:lvl8pPr algn="l">
              <a:defRPr sz="2350" b="1">
                <a:solidFill>
                  <a:srgbClr val="1B1F3B"/>
                </a:solidFill>
                <a:latin typeface="Calibri"/>
                <a:ea typeface="Calibri"/>
                <a:cs typeface="Calibri"/>
              </a:defRPr>
            </a:lvl8pPr>
            <a:lvl9pPr algn="l">
              <a:defRPr sz="2350" b="1">
                <a:solidFill>
                  <a:srgbClr val="1B1F3B"/>
                </a:solidFill>
                <a:latin typeface="Calibri"/>
                <a:ea typeface="Calibri"/>
                <a:cs typeface="Calibri"/>
              </a:defRPr>
            </a:lvl9pPr>
          </a:lstStyle>
          <a:p>
            <a:pPr defTabSz="1219170">
              <a:defRPr sz="2350" b="1">
                <a:solidFill>
                  <a:srgbClr val="1B1F3B"/>
                </a:solidFill>
                <a:latin typeface="Calibri"/>
                <a:ea typeface="Calibri"/>
                <a:cs typeface="Calibri"/>
              </a:defRPr>
            </a:pPr>
            <a:r>
              <a:rPr sz="3200"/>
              <a:t>One move combines distance and cell costs</a:t>
            </a:r>
          </a:p>
        </p:txBody>
      </p:sp>
      <p:sp>
        <p:nvSpPr>
          <p:cNvPr id="3" name="Rectangle 2">
            <a:extLst>
              <a:ext uri="{FF2B5EF4-FFF2-40B4-BE49-F238E27FC236}">
                <a16:creationId xmlns:a16="http://schemas.microsoft.com/office/drawing/2014/main" id="{0C58F7FA-6E5A-484B-8117-DCC9ED035B87}"/>
              </a:ext>
            </a:extLst>
          </p:cNvPr>
          <p:cNvSpPr>
            <a:spLocks noGrp="1"/>
          </p:cNvSpPr>
          <p:nvPr/>
        </p:nvSpPr>
        <p:spPr>
          <a:xfrm>
            <a:off x="609601" y="6229350"/>
            <a:ext cx="9334500" cy="266700"/>
          </a:xfrm>
          <a:prstGeom prst="rect">
            <a:avLst/>
          </a:prstGeom>
          <a:noFill/>
          <a:ln w="0">
            <a:noFill/>
            <a:prstDash val="solid"/>
          </a:ln>
        </p:spPr>
        <p:txBody>
          <a:bodyPr wrap="square" lIns="0" tIns="0" rIns="0" bIns="0" anchor="ctr">
            <a:noAutofit/>
          </a:bodyPr>
          <a:lstStyle>
            <a:defPPr algn="l">
              <a:defRPr sz="950" b="0">
                <a:solidFill>
                  <a:srgbClr val="4A4F6A"/>
                </a:solidFill>
                <a:latin typeface="Calibri"/>
                <a:ea typeface="Calibri"/>
                <a:cs typeface="Calibri"/>
              </a:defRPr>
            </a:defPPr>
            <a:lvl1pPr algn="l">
              <a:defRPr sz="950" b="0">
                <a:solidFill>
                  <a:srgbClr val="4A4F6A"/>
                </a:solidFill>
                <a:latin typeface="Calibri"/>
                <a:ea typeface="Calibri"/>
                <a:cs typeface="Calibri"/>
              </a:defRPr>
            </a:lvl1pPr>
            <a:lvl2pPr algn="l">
              <a:defRPr sz="950" b="0">
                <a:solidFill>
                  <a:srgbClr val="4A4F6A"/>
                </a:solidFill>
                <a:latin typeface="Calibri"/>
                <a:ea typeface="Calibri"/>
                <a:cs typeface="Calibri"/>
              </a:defRPr>
            </a:lvl2pPr>
            <a:lvl3pPr algn="l">
              <a:defRPr sz="950" b="0">
                <a:solidFill>
                  <a:srgbClr val="4A4F6A"/>
                </a:solidFill>
                <a:latin typeface="Calibri"/>
                <a:ea typeface="Calibri"/>
                <a:cs typeface="Calibri"/>
              </a:defRPr>
            </a:lvl3pPr>
            <a:lvl4pPr algn="l">
              <a:defRPr sz="950" b="0">
                <a:solidFill>
                  <a:srgbClr val="4A4F6A"/>
                </a:solidFill>
                <a:latin typeface="Calibri"/>
                <a:ea typeface="Calibri"/>
                <a:cs typeface="Calibri"/>
              </a:defRPr>
            </a:lvl4pPr>
            <a:lvl5pPr algn="l">
              <a:defRPr sz="950" b="0">
                <a:solidFill>
                  <a:srgbClr val="4A4F6A"/>
                </a:solidFill>
                <a:latin typeface="Calibri"/>
                <a:ea typeface="Calibri"/>
                <a:cs typeface="Calibri"/>
              </a:defRPr>
            </a:lvl5pPr>
            <a:lvl6pPr algn="l">
              <a:defRPr sz="950" b="0">
                <a:solidFill>
                  <a:srgbClr val="4A4F6A"/>
                </a:solidFill>
                <a:latin typeface="Calibri"/>
                <a:ea typeface="Calibri"/>
                <a:cs typeface="Calibri"/>
              </a:defRPr>
            </a:lvl6pPr>
            <a:lvl7pPr algn="l">
              <a:defRPr sz="950" b="0">
                <a:solidFill>
                  <a:srgbClr val="4A4F6A"/>
                </a:solidFill>
                <a:latin typeface="Calibri"/>
                <a:ea typeface="Calibri"/>
                <a:cs typeface="Calibri"/>
              </a:defRPr>
            </a:lvl7pPr>
            <a:lvl8pPr algn="l">
              <a:defRPr sz="950" b="0">
                <a:solidFill>
                  <a:srgbClr val="4A4F6A"/>
                </a:solidFill>
                <a:latin typeface="Calibri"/>
                <a:ea typeface="Calibri"/>
                <a:cs typeface="Calibri"/>
              </a:defRPr>
            </a:lvl8pPr>
            <a:lvl9pPr algn="l">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6  Planning</a:t>
            </a:r>
          </a:p>
        </p:txBody>
      </p:sp>
      <p:sp>
        <p:nvSpPr>
          <p:cNvPr id="4" name="Rectangle 3">
            <a:extLst>
              <a:ext uri="{FF2B5EF4-FFF2-40B4-BE49-F238E27FC236}">
                <a16:creationId xmlns:a16="http://schemas.microsoft.com/office/drawing/2014/main" id="{E1C90192-A74C-4904-B673-9B7FCC4655ED}"/>
              </a:ext>
            </a:extLst>
          </p:cNvPr>
          <p:cNvSpPr>
            <a:spLocks noGrp="1"/>
          </p:cNvSpPr>
          <p:nvPr/>
        </p:nvSpPr>
        <p:spPr>
          <a:xfrm>
            <a:off x="10953750" y="6229350"/>
            <a:ext cx="619125" cy="266700"/>
          </a:xfrm>
          <a:prstGeom prst="rect">
            <a:avLst/>
          </a:prstGeom>
          <a:noFill/>
          <a:ln w="0">
            <a:noFill/>
            <a:prstDash val="solid"/>
          </a:ln>
        </p:spPr>
        <p:txBody>
          <a:bodyPr wrap="square" lIns="0" tIns="0" rIns="0" bIns="0" anchor="ctr">
            <a:noAutofit/>
          </a:bodyPr>
          <a:lstStyle>
            <a:defPPr algn="r">
              <a:defRPr sz="950" b="0">
                <a:solidFill>
                  <a:srgbClr val="4A4F6A"/>
                </a:solidFill>
                <a:latin typeface="Calibri"/>
                <a:ea typeface="Calibri"/>
                <a:cs typeface="Calibri"/>
              </a:defRPr>
            </a:defPPr>
            <a:lvl1pPr algn="r">
              <a:defRPr sz="950" b="0">
                <a:solidFill>
                  <a:srgbClr val="4A4F6A"/>
                </a:solidFill>
                <a:latin typeface="Calibri"/>
                <a:ea typeface="Calibri"/>
                <a:cs typeface="Calibri"/>
              </a:defRPr>
            </a:lvl1pPr>
            <a:lvl2pPr algn="r">
              <a:defRPr sz="950" b="0">
                <a:solidFill>
                  <a:srgbClr val="4A4F6A"/>
                </a:solidFill>
                <a:latin typeface="Calibri"/>
                <a:ea typeface="Calibri"/>
                <a:cs typeface="Calibri"/>
              </a:defRPr>
            </a:lvl2pPr>
            <a:lvl3pPr algn="r">
              <a:defRPr sz="950" b="0">
                <a:solidFill>
                  <a:srgbClr val="4A4F6A"/>
                </a:solidFill>
                <a:latin typeface="Calibri"/>
                <a:ea typeface="Calibri"/>
                <a:cs typeface="Calibri"/>
              </a:defRPr>
            </a:lvl3pPr>
            <a:lvl4pPr algn="r">
              <a:defRPr sz="950" b="0">
                <a:solidFill>
                  <a:srgbClr val="4A4F6A"/>
                </a:solidFill>
                <a:latin typeface="Calibri"/>
                <a:ea typeface="Calibri"/>
                <a:cs typeface="Calibri"/>
              </a:defRPr>
            </a:lvl4pPr>
            <a:lvl5pPr algn="r">
              <a:defRPr sz="950" b="0">
                <a:solidFill>
                  <a:srgbClr val="4A4F6A"/>
                </a:solidFill>
                <a:latin typeface="Calibri"/>
                <a:ea typeface="Calibri"/>
                <a:cs typeface="Calibri"/>
              </a:defRPr>
            </a:lvl5pPr>
            <a:lvl6pPr algn="r">
              <a:defRPr sz="950" b="0">
                <a:solidFill>
                  <a:srgbClr val="4A4F6A"/>
                </a:solidFill>
                <a:latin typeface="Calibri"/>
                <a:ea typeface="Calibri"/>
                <a:cs typeface="Calibri"/>
              </a:defRPr>
            </a:lvl6pPr>
            <a:lvl7pPr algn="r">
              <a:defRPr sz="950" b="0">
                <a:solidFill>
                  <a:srgbClr val="4A4F6A"/>
                </a:solidFill>
                <a:latin typeface="Calibri"/>
                <a:ea typeface="Calibri"/>
                <a:cs typeface="Calibri"/>
              </a:defRPr>
            </a:lvl7pPr>
            <a:lvl8pPr algn="r">
              <a:defRPr sz="950" b="0">
                <a:solidFill>
                  <a:srgbClr val="4A4F6A"/>
                </a:solidFill>
                <a:latin typeface="Calibri"/>
                <a:ea typeface="Calibri"/>
                <a:cs typeface="Calibri"/>
              </a:defRPr>
            </a:lvl8pPr>
            <a:lvl9pPr algn="r">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12</a:t>
            </a:r>
          </a:p>
        </p:txBody>
      </p:sp>
      <p:sp>
        <p:nvSpPr>
          <p:cNvPr id="5" name="Rectangle 4">
            <a:extLst>
              <a:ext uri="{FF2B5EF4-FFF2-40B4-BE49-F238E27FC236}">
                <a16:creationId xmlns:a16="http://schemas.microsoft.com/office/drawing/2014/main" id="{029EA8CE-B51C-4602-97B0-2188DF91A901}"/>
              </a:ext>
            </a:extLst>
          </p:cNvPr>
          <p:cNvSpPr>
            <a:spLocks noGrp="1"/>
          </p:cNvSpPr>
          <p:nvPr/>
        </p:nvSpPr>
        <p:spPr>
          <a:xfrm>
            <a:off x="619126" y="1476375"/>
            <a:ext cx="10953749" cy="619125"/>
          </a:xfrm>
          <a:prstGeom prst="rect">
            <a:avLst/>
          </a:prstGeom>
          <a:noFill/>
          <a:ln w="0">
            <a:noFill/>
            <a:prstDash val="solid"/>
          </a:ln>
        </p:spPr>
        <p:txBody>
          <a:bodyPr wrap="square" lIns="0" tIns="0" rIns="0" bIns="0" anchor="ctr">
            <a:noAutofit/>
          </a:bodyPr>
          <a:lstStyle>
            <a:defPPr algn="l">
              <a:defRPr sz="1700" b="1">
                <a:solidFill>
                  <a:srgbClr val="1B1F3B"/>
                </a:solidFill>
                <a:latin typeface="Calibri"/>
                <a:ea typeface="Calibri"/>
                <a:cs typeface="Calibri"/>
              </a:defRPr>
            </a:defPPr>
            <a:lvl1pPr algn="l">
              <a:defRPr sz="1700" b="1">
                <a:solidFill>
                  <a:srgbClr val="1B1F3B"/>
                </a:solidFill>
                <a:latin typeface="Calibri"/>
                <a:ea typeface="Calibri"/>
                <a:cs typeface="Calibri"/>
              </a:defRPr>
            </a:lvl1pPr>
            <a:lvl2pPr algn="l">
              <a:defRPr sz="1700" b="1">
                <a:solidFill>
                  <a:srgbClr val="1B1F3B"/>
                </a:solidFill>
                <a:latin typeface="Calibri"/>
                <a:ea typeface="Calibri"/>
                <a:cs typeface="Calibri"/>
              </a:defRPr>
            </a:lvl2pPr>
            <a:lvl3pPr algn="l">
              <a:defRPr sz="1700" b="1">
                <a:solidFill>
                  <a:srgbClr val="1B1F3B"/>
                </a:solidFill>
                <a:latin typeface="Calibri"/>
                <a:ea typeface="Calibri"/>
                <a:cs typeface="Calibri"/>
              </a:defRPr>
            </a:lvl3pPr>
            <a:lvl4pPr algn="l">
              <a:defRPr sz="1700" b="1">
                <a:solidFill>
                  <a:srgbClr val="1B1F3B"/>
                </a:solidFill>
                <a:latin typeface="Calibri"/>
                <a:ea typeface="Calibri"/>
                <a:cs typeface="Calibri"/>
              </a:defRPr>
            </a:lvl4pPr>
            <a:lvl5pPr algn="l">
              <a:defRPr sz="1700" b="1">
                <a:solidFill>
                  <a:srgbClr val="1B1F3B"/>
                </a:solidFill>
                <a:latin typeface="Calibri"/>
                <a:ea typeface="Calibri"/>
                <a:cs typeface="Calibri"/>
              </a:defRPr>
            </a:lvl5pPr>
            <a:lvl6pPr algn="l">
              <a:defRPr sz="1700" b="1">
                <a:solidFill>
                  <a:srgbClr val="1B1F3B"/>
                </a:solidFill>
                <a:latin typeface="Calibri"/>
                <a:ea typeface="Calibri"/>
                <a:cs typeface="Calibri"/>
              </a:defRPr>
            </a:lvl6pPr>
            <a:lvl7pPr algn="l">
              <a:defRPr sz="1700" b="1">
                <a:solidFill>
                  <a:srgbClr val="1B1F3B"/>
                </a:solidFill>
                <a:latin typeface="Calibri"/>
                <a:ea typeface="Calibri"/>
                <a:cs typeface="Calibri"/>
              </a:defRPr>
            </a:lvl7pPr>
            <a:lvl8pPr algn="l">
              <a:defRPr sz="1700" b="1">
                <a:solidFill>
                  <a:srgbClr val="1B1F3B"/>
                </a:solidFill>
                <a:latin typeface="Calibri"/>
                <a:ea typeface="Calibri"/>
                <a:cs typeface="Calibri"/>
              </a:defRPr>
            </a:lvl8pPr>
            <a:lvl9pPr algn="l">
              <a:defRPr sz="1700" b="1">
                <a:solidFill>
                  <a:srgbClr val="1B1F3B"/>
                </a:solidFill>
                <a:latin typeface="Calibri"/>
                <a:ea typeface="Calibri"/>
                <a:cs typeface="Calibri"/>
              </a:defRPr>
            </a:lvl9pPr>
          </a:lstStyle>
          <a:p>
            <a:pPr defTabSz="1219170">
              <a:defRPr sz="1700" b="1">
                <a:solidFill>
                  <a:srgbClr val="1B1F3B"/>
                </a:solidFill>
                <a:latin typeface="Calibri"/>
                <a:ea typeface="Calibri"/>
                <a:cs typeface="Calibri"/>
              </a:defRPr>
            </a:pPr>
            <a:r>
              <a:rPr sz="2267"/>
              <a:t>Move cost = distance × average of the two cell costs</a:t>
            </a:r>
          </a:p>
        </p:txBody>
      </p:sp>
      <p:sp>
        <p:nvSpPr>
          <p:cNvPr id="6" name="Rectangle 5">
            <a:extLst>
              <a:ext uri="{FF2B5EF4-FFF2-40B4-BE49-F238E27FC236}">
                <a16:creationId xmlns:a16="http://schemas.microsoft.com/office/drawing/2014/main" id="{6349A936-702B-49F4-BADB-C94F97DB0C48}"/>
              </a:ext>
            </a:extLst>
          </p:cNvPr>
          <p:cNvSpPr>
            <a:spLocks noGrp="1"/>
          </p:cNvSpPr>
          <p:nvPr/>
        </p:nvSpPr>
        <p:spPr>
          <a:xfrm>
            <a:off x="857251" y="2619375"/>
            <a:ext cx="971549" cy="971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7" name="Rectangle 6">
            <a:extLst>
              <a:ext uri="{FF2B5EF4-FFF2-40B4-BE49-F238E27FC236}">
                <a16:creationId xmlns:a16="http://schemas.microsoft.com/office/drawing/2014/main" id="{4B98B738-7160-4851-90CD-1CFAC7EDD860}"/>
              </a:ext>
            </a:extLst>
          </p:cNvPr>
          <p:cNvSpPr>
            <a:spLocks noGrp="1"/>
          </p:cNvSpPr>
          <p:nvPr/>
        </p:nvSpPr>
        <p:spPr>
          <a:xfrm>
            <a:off x="857251" y="2619375"/>
            <a:ext cx="971549" cy="971549"/>
          </a:xfrm>
          <a:prstGeom prst="rect">
            <a:avLst/>
          </a:prstGeom>
          <a:noFill/>
          <a:ln w="0">
            <a:noFill/>
            <a:prstDash val="solid"/>
          </a:ln>
        </p:spPr>
        <p:txBody>
          <a:bodyPr wrap="square" lIns="0" tIns="0" rIns="0" bIns="0" anchor="ctr">
            <a:noAutofit/>
          </a:bodyPr>
          <a:lstStyle>
            <a:defPPr algn="ctr">
              <a:defRPr sz="1350" b="0">
                <a:solidFill>
                  <a:srgbClr val="1B1F3B"/>
                </a:solidFill>
                <a:latin typeface="Calibri"/>
                <a:ea typeface="Calibri"/>
                <a:cs typeface="Calibri"/>
              </a:defRPr>
            </a:defPPr>
            <a:lvl1pPr algn="ctr">
              <a:defRPr sz="1350" b="0">
                <a:solidFill>
                  <a:srgbClr val="1B1F3B"/>
                </a:solidFill>
                <a:latin typeface="Calibri"/>
                <a:ea typeface="Calibri"/>
                <a:cs typeface="Calibri"/>
              </a:defRPr>
            </a:lvl1pPr>
            <a:lvl2pPr algn="ctr">
              <a:defRPr sz="1350" b="0">
                <a:solidFill>
                  <a:srgbClr val="1B1F3B"/>
                </a:solidFill>
                <a:latin typeface="Calibri"/>
                <a:ea typeface="Calibri"/>
                <a:cs typeface="Calibri"/>
              </a:defRPr>
            </a:lvl2pPr>
            <a:lvl3pPr algn="ctr">
              <a:defRPr sz="1350" b="0">
                <a:solidFill>
                  <a:srgbClr val="1B1F3B"/>
                </a:solidFill>
                <a:latin typeface="Calibri"/>
                <a:ea typeface="Calibri"/>
                <a:cs typeface="Calibri"/>
              </a:defRPr>
            </a:lvl3pPr>
            <a:lvl4pPr algn="ctr">
              <a:defRPr sz="1350" b="0">
                <a:solidFill>
                  <a:srgbClr val="1B1F3B"/>
                </a:solidFill>
                <a:latin typeface="Calibri"/>
                <a:ea typeface="Calibri"/>
                <a:cs typeface="Calibri"/>
              </a:defRPr>
            </a:lvl4pPr>
            <a:lvl5pPr algn="ctr">
              <a:defRPr sz="1350" b="0">
                <a:solidFill>
                  <a:srgbClr val="1B1F3B"/>
                </a:solidFill>
                <a:latin typeface="Calibri"/>
                <a:ea typeface="Calibri"/>
                <a:cs typeface="Calibri"/>
              </a:defRPr>
            </a:lvl5pPr>
            <a:lvl6pPr algn="ctr">
              <a:defRPr sz="1350" b="0">
                <a:solidFill>
                  <a:srgbClr val="1B1F3B"/>
                </a:solidFill>
                <a:latin typeface="Calibri"/>
                <a:ea typeface="Calibri"/>
                <a:cs typeface="Calibri"/>
              </a:defRPr>
            </a:lvl6pPr>
            <a:lvl7pPr algn="ctr">
              <a:defRPr sz="1350" b="0">
                <a:solidFill>
                  <a:srgbClr val="1B1F3B"/>
                </a:solidFill>
                <a:latin typeface="Calibri"/>
                <a:ea typeface="Calibri"/>
                <a:cs typeface="Calibri"/>
              </a:defRPr>
            </a:lvl7pPr>
            <a:lvl8pPr algn="ctr">
              <a:defRPr sz="1350" b="0">
                <a:solidFill>
                  <a:srgbClr val="1B1F3B"/>
                </a:solidFill>
                <a:latin typeface="Calibri"/>
                <a:ea typeface="Calibri"/>
                <a:cs typeface="Calibri"/>
              </a:defRPr>
            </a:lvl8pPr>
            <a:lvl9pPr algn="ctr">
              <a:defRPr sz="1350" b="0">
                <a:solidFill>
                  <a:srgbClr val="1B1F3B"/>
                </a:solidFill>
                <a:latin typeface="Calibri"/>
                <a:ea typeface="Calibri"/>
                <a:cs typeface="Calibri"/>
              </a:defRPr>
            </a:lvl9pPr>
          </a:lstStyle>
          <a:p>
            <a:pPr defTabSz="1219170">
              <a:defRPr sz="1350" b="0">
                <a:solidFill>
                  <a:srgbClr val="1B1F3B"/>
                </a:solidFill>
                <a:latin typeface="Calibri"/>
                <a:ea typeface="Calibri"/>
                <a:cs typeface="Calibri"/>
              </a:defRPr>
            </a:pPr>
            <a:r>
              <a:rPr sz="1800"/>
              <a:t>1</a:t>
            </a:r>
          </a:p>
        </p:txBody>
      </p:sp>
      <p:sp>
        <p:nvSpPr>
          <p:cNvPr id="8" name="Rectangle 7">
            <a:extLst>
              <a:ext uri="{FF2B5EF4-FFF2-40B4-BE49-F238E27FC236}">
                <a16:creationId xmlns:a16="http://schemas.microsoft.com/office/drawing/2014/main" id="{28540CCD-9E69-41BB-B9F0-7F9C5701B1BD}"/>
              </a:ext>
            </a:extLst>
          </p:cNvPr>
          <p:cNvSpPr>
            <a:spLocks noGrp="1"/>
          </p:cNvSpPr>
          <p:nvPr/>
        </p:nvSpPr>
        <p:spPr>
          <a:xfrm>
            <a:off x="1857375" y="2619375"/>
            <a:ext cx="971549" cy="971549"/>
          </a:xfrm>
          <a:prstGeom prst="rect">
            <a:avLst/>
          </a:prstGeom>
          <a:solidFill>
            <a:srgbClr val="F8D19C"/>
          </a:solidFill>
          <a:ln w="7144">
            <a:solidFill>
              <a:srgbClr val="FFFFFF"/>
            </a:solidFill>
            <a:prstDash val="solid"/>
          </a:ln>
        </p:spPr>
        <p:txBody>
          <a:bodyPr/>
          <a:lstStyle/>
          <a:p>
            <a:pPr defTabSz="1219170"/>
            <a:endParaRPr sz="2400">
              <a:solidFill>
                <a:srgbClr val="1B1F3B"/>
              </a:solidFill>
              <a:latin typeface="Calibri"/>
            </a:endParaRPr>
          </a:p>
        </p:txBody>
      </p:sp>
      <p:sp>
        <p:nvSpPr>
          <p:cNvPr id="9" name="Rectangle 8">
            <a:extLst>
              <a:ext uri="{FF2B5EF4-FFF2-40B4-BE49-F238E27FC236}">
                <a16:creationId xmlns:a16="http://schemas.microsoft.com/office/drawing/2014/main" id="{4774C209-08EB-4C92-A7DE-C37A54E6C944}"/>
              </a:ext>
            </a:extLst>
          </p:cNvPr>
          <p:cNvSpPr>
            <a:spLocks noGrp="1"/>
          </p:cNvSpPr>
          <p:nvPr/>
        </p:nvSpPr>
        <p:spPr>
          <a:xfrm>
            <a:off x="1857375" y="2619375"/>
            <a:ext cx="971549" cy="971549"/>
          </a:xfrm>
          <a:prstGeom prst="rect">
            <a:avLst/>
          </a:prstGeom>
          <a:noFill/>
          <a:ln w="0">
            <a:noFill/>
            <a:prstDash val="solid"/>
          </a:ln>
        </p:spPr>
        <p:txBody>
          <a:bodyPr wrap="square" lIns="0" tIns="0" rIns="0" bIns="0" anchor="ctr">
            <a:noAutofit/>
          </a:bodyPr>
          <a:lstStyle>
            <a:defPPr algn="ctr">
              <a:defRPr sz="1350" b="0">
                <a:solidFill>
                  <a:srgbClr val="1B1F3B"/>
                </a:solidFill>
                <a:latin typeface="Calibri"/>
                <a:ea typeface="Calibri"/>
                <a:cs typeface="Calibri"/>
              </a:defRPr>
            </a:defPPr>
            <a:lvl1pPr algn="ctr">
              <a:defRPr sz="1350" b="0">
                <a:solidFill>
                  <a:srgbClr val="1B1F3B"/>
                </a:solidFill>
                <a:latin typeface="Calibri"/>
                <a:ea typeface="Calibri"/>
                <a:cs typeface="Calibri"/>
              </a:defRPr>
            </a:lvl1pPr>
            <a:lvl2pPr algn="ctr">
              <a:defRPr sz="1350" b="0">
                <a:solidFill>
                  <a:srgbClr val="1B1F3B"/>
                </a:solidFill>
                <a:latin typeface="Calibri"/>
                <a:ea typeface="Calibri"/>
                <a:cs typeface="Calibri"/>
              </a:defRPr>
            </a:lvl2pPr>
            <a:lvl3pPr algn="ctr">
              <a:defRPr sz="1350" b="0">
                <a:solidFill>
                  <a:srgbClr val="1B1F3B"/>
                </a:solidFill>
                <a:latin typeface="Calibri"/>
                <a:ea typeface="Calibri"/>
                <a:cs typeface="Calibri"/>
              </a:defRPr>
            </a:lvl3pPr>
            <a:lvl4pPr algn="ctr">
              <a:defRPr sz="1350" b="0">
                <a:solidFill>
                  <a:srgbClr val="1B1F3B"/>
                </a:solidFill>
                <a:latin typeface="Calibri"/>
                <a:ea typeface="Calibri"/>
                <a:cs typeface="Calibri"/>
              </a:defRPr>
            </a:lvl4pPr>
            <a:lvl5pPr algn="ctr">
              <a:defRPr sz="1350" b="0">
                <a:solidFill>
                  <a:srgbClr val="1B1F3B"/>
                </a:solidFill>
                <a:latin typeface="Calibri"/>
                <a:ea typeface="Calibri"/>
                <a:cs typeface="Calibri"/>
              </a:defRPr>
            </a:lvl5pPr>
            <a:lvl6pPr algn="ctr">
              <a:defRPr sz="1350" b="0">
                <a:solidFill>
                  <a:srgbClr val="1B1F3B"/>
                </a:solidFill>
                <a:latin typeface="Calibri"/>
                <a:ea typeface="Calibri"/>
                <a:cs typeface="Calibri"/>
              </a:defRPr>
            </a:lvl6pPr>
            <a:lvl7pPr algn="ctr">
              <a:defRPr sz="1350" b="0">
                <a:solidFill>
                  <a:srgbClr val="1B1F3B"/>
                </a:solidFill>
                <a:latin typeface="Calibri"/>
                <a:ea typeface="Calibri"/>
                <a:cs typeface="Calibri"/>
              </a:defRPr>
            </a:lvl7pPr>
            <a:lvl8pPr algn="ctr">
              <a:defRPr sz="1350" b="0">
                <a:solidFill>
                  <a:srgbClr val="1B1F3B"/>
                </a:solidFill>
                <a:latin typeface="Calibri"/>
                <a:ea typeface="Calibri"/>
                <a:cs typeface="Calibri"/>
              </a:defRPr>
            </a:lvl8pPr>
            <a:lvl9pPr algn="ctr">
              <a:defRPr sz="1350" b="0">
                <a:solidFill>
                  <a:srgbClr val="1B1F3B"/>
                </a:solidFill>
                <a:latin typeface="Calibri"/>
                <a:ea typeface="Calibri"/>
                <a:cs typeface="Calibri"/>
              </a:defRPr>
            </a:lvl9pPr>
          </a:lstStyle>
          <a:p>
            <a:pPr defTabSz="1219170">
              <a:defRPr sz="1350" b="0">
                <a:solidFill>
                  <a:srgbClr val="1B1F3B"/>
                </a:solidFill>
                <a:latin typeface="Calibri"/>
                <a:ea typeface="Calibri"/>
                <a:cs typeface="Calibri"/>
              </a:defRPr>
            </a:pPr>
            <a:r>
              <a:rPr sz="1800"/>
              <a:t>3.5</a:t>
            </a:r>
          </a:p>
        </p:txBody>
      </p:sp>
      <p:sp>
        <p:nvSpPr>
          <p:cNvPr id="10" name="Rectangle 9">
            <a:extLst>
              <a:ext uri="{FF2B5EF4-FFF2-40B4-BE49-F238E27FC236}">
                <a16:creationId xmlns:a16="http://schemas.microsoft.com/office/drawing/2014/main" id="{14FEF9F5-4534-4E02-9BA4-77B9FCF78082}"/>
              </a:ext>
            </a:extLst>
          </p:cNvPr>
          <p:cNvSpPr>
            <a:spLocks noGrp="1"/>
          </p:cNvSpPr>
          <p:nvPr/>
        </p:nvSpPr>
        <p:spPr>
          <a:xfrm>
            <a:off x="3476625" y="2809875"/>
            <a:ext cx="7620000" cy="714375"/>
          </a:xfrm>
          <a:prstGeom prst="rect">
            <a:avLst/>
          </a:prstGeom>
          <a:noFill/>
          <a:ln w="0">
            <a:noFill/>
            <a:prstDash val="solid"/>
          </a:ln>
        </p:spPr>
        <p:txBody>
          <a:bodyPr wrap="square" lIns="0" tIns="0" rIns="0" bIns="0" anchor="ctr">
            <a:noAutofit/>
          </a:bodyPr>
          <a:lstStyle>
            <a:defPPr algn="l">
              <a:defRPr sz="2200" b="1">
                <a:solidFill>
                  <a:srgbClr val="2D3A8C"/>
                </a:solidFill>
                <a:latin typeface="Calibri"/>
                <a:ea typeface="Calibri"/>
                <a:cs typeface="Calibri"/>
              </a:defRPr>
            </a:defPPr>
            <a:lvl1pPr algn="l">
              <a:defRPr sz="2200" b="1">
                <a:solidFill>
                  <a:srgbClr val="2D3A8C"/>
                </a:solidFill>
                <a:latin typeface="Calibri"/>
                <a:ea typeface="Calibri"/>
                <a:cs typeface="Calibri"/>
              </a:defRPr>
            </a:lvl1pPr>
            <a:lvl2pPr algn="l">
              <a:defRPr sz="2200" b="1">
                <a:solidFill>
                  <a:srgbClr val="2D3A8C"/>
                </a:solidFill>
                <a:latin typeface="Calibri"/>
                <a:ea typeface="Calibri"/>
                <a:cs typeface="Calibri"/>
              </a:defRPr>
            </a:lvl2pPr>
            <a:lvl3pPr algn="l">
              <a:defRPr sz="2200" b="1">
                <a:solidFill>
                  <a:srgbClr val="2D3A8C"/>
                </a:solidFill>
                <a:latin typeface="Calibri"/>
                <a:ea typeface="Calibri"/>
                <a:cs typeface="Calibri"/>
              </a:defRPr>
            </a:lvl3pPr>
            <a:lvl4pPr algn="l">
              <a:defRPr sz="2200" b="1">
                <a:solidFill>
                  <a:srgbClr val="2D3A8C"/>
                </a:solidFill>
                <a:latin typeface="Calibri"/>
                <a:ea typeface="Calibri"/>
                <a:cs typeface="Calibri"/>
              </a:defRPr>
            </a:lvl4pPr>
            <a:lvl5pPr algn="l">
              <a:defRPr sz="2200" b="1">
                <a:solidFill>
                  <a:srgbClr val="2D3A8C"/>
                </a:solidFill>
                <a:latin typeface="Calibri"/>
                <a:ea typeface="Calibri"/>
                <a:cs typeface="Calibri"/>
              </a:defRPr>
            </a:lvl5pPr>
            <a:lvl6pPr algn="l">
              <a:defRPr sz="2200" b="1">
                <a:solidFill>
                  <a:srgbClr val="2D3A8C"/>
                </a:solidFill>
                <a:latin typeface="Calibri"/>
                <a:ea typeface="Calibri"/>
                <a:cs typeface="Calibri"/>
              </a:defRPr>
            </a:lvl6pPr>
            <a:lvl7pPr algn="l">
              <a:defRPr sz="2200" b="1">
                <a:solidFill>
                  <a:srgbClr val="2D3A8C"/>
                </a:solidFill>
                <a:latin typeface="Calibri"/>
                <a:ea typeface="Calibri"/>
                <a:cs typeface="Calibri"/>
              </a:defRPr>
            </a:lvl7pPr>
            <a:lvl8pPr algn="l">
              <a:defRPr sz="2200" b="1">
                <a:solidFill>
                  <a:srgbClr val="2D3A8C"/>
                </a:solidFill>
                <a:latin typeface="Calibri"/>
                <a:ea typeface="Calibri"/>
                <a:cs typeface="Calibri"/>
              </a:defRPr>
            </a:lvl8pPr>
            <a:lvl9pPr algn="l">
              <a:defRPr sz="2200" b="1">
                <a:solidFill>
                  <a:srgbClr val="2D3A8C"/>
                </a:solidFill>
                <a:latin typeface="Calibri"/>
                <a:ea typeface="Calibri"/>
                <a:cs typeface="Calibri"/>
              </a:defRPr>
            </a:lvl9pPr>
          </a:lstStyle>
          <a:p>
            <a:pPr defTabSz="1219170">
              <a:defRPr sz="2200" b="1">
                <a:solidFill>
                  <a:srgbClr val="2D3A8C"/>
                </a:solidFill>
                <a:latin typeface="Calibri"/>
                <a:ea typeface="Calibri"/>
                <a:cs typeface="Calibri"/>
              </a:defRPr>
            </a:pPr>
            <a:r>
              <a:rPr sz="2933"/>
              <a:t>1 × (1 + 3.5) ÷ 2 = 2.25</a:t>
            </a:r>
          </a:p>
        </p:txBody>
      </p:sp>
      <p:sp>
        <p:nvSpPr>
          <p:cNvPr id="11" name="Rectangle 10">
            <a:extLst>
              <a:ext uri="{FF2B5EF4-FFF2-40B4-BE49-F238E27FC236}">
                <a16:creationId xmlns:a16="http://schemas.microsoft.com/office/drawing/2014/main" id="{9D31FA1E-28C6-4578-9B94-E802B0232761}"/>
              </a:ext>
            </a:extLst>
          </p:cNvPr>
          <p:cNvSpPr>
            <a:spLocks noGrp="1"/>
          </p:cNvSpPr>
          <p:nvPr/>
        </p:nvSpPr>
        <p:spPr>
          <a:xfrm>
            <a:off x="904875" y="4095750"/>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2" name="Rectangle 11">
            <a:extLst>
              <a:ext uri="{FF2B5EF4-FFF2-40B4-BE49-F238E27FC236}">
                <a16:creationId xmlns:a16="http://schemas.microsoft.com/office/drawing/2014/main" id="{05E82B9A-8898-4748-B9CD-E3FA857C24B4}"/>
              </a:ext>
            </a:extLst>
          </p:cNvPr>
          <p:cNvSpPr>
            <a:spLocks noGrp="1"/>
          </p:cNvSpPr>
          <p:nvPr/>
        </p:nvSpPr>
        <p:spPr>
          <a:xfrm>
            <a:off x="904875" y="4095750"/>
            <a:ext cx="638175" cy="638175"/>
          </a:xfrm>
          <a:prstGeom prst="rect">
            <a:avLst/>
          </a:prstGeom>
          <a:noFill/>
          <a:ln w="0">
            <a:noFill/>
            <a:prstDash val="solid"/>
          </a:ln>
        </p:spPr>
        <p:txBody>
          <a:bodyPr wrap="square" lIns="0" tIns="0" rIns="0" bIns="0" anchor="ctr">
            <a:noAutofit/>
          </a:bodyPr>
          <a:lstStyle>
            <a:defPPr algn="ctr">
              <a:defRPr sz="1350" b="0">
                <a:solidFill>
                  <a:srgbClr val="1B1F3B"/>
                </a:solidFill>
                <a:latin typeface="Calibri"/>
                <a:ea typeface="Calibri"/>
                <a:cs typeface="Calibri"/>
              </a:defRPr>
            </a:defPPr>
            <a:lvl1pPr algn="ctr">
              <a:defRPr sz="1350" b="0">
                <a:solidFill>
                  <a:srgbClr val="1B1F3B"/>
                </a:solidFill>
                <a:latin typeface="Calibri"/>
                <a:ea typeface="Calibri"/>
                <a:cs typeface="Calibri"/>
              </a:defRPr>
            </a:lvl1pPr>
            <a:lvl2pPr algn="ctr">
              <a:defRPr sz="1350" b="0">
                <a:solidFill>
                  <a:srgbClr val="1B1F3B"/>
                </a:solidFill>
                <a:latin typeface="Calibri"/>
                <a:ea typeface="Calibri"/>
                <a:cs typeface="Calibri"/>
              </a:defRPr>
            </a:lvl2pPr>
            <a:lvl3pPr algn="ctr">
              <a:defRPr sz="1350" b="0">
                <a:solidFill>
                  <a:srgbClr val="1B1F3B"/>
                </a:solidFill>
                <a:latin typeface="Calibri"/>
                <a:ea typeface="Calibri"/>
                <a:cs typeface="Calibri"/>
              </a:defRPr>
            </a:lvl3pPr>
            <a:lvl4pPr algn="ctr">
              <a:defRPr sz="1350" b="0">
                <a:solidFill>
                  <a:srgbClr val="1B1F3B"/>
                </a:solidFill>
                <a:latin typeface="Calibri"/>
                <a:ea typeface="Calibri"/>
                <a:cs typeface="Calibri"/>
              </a:defRPr>
            </a:lvl4pPr>
            <a:lvl5pPr algn="ctr">
              <a:defRPr sz="1350" b="0">
                <a:solidFill>
                  <a:srgbClr val="1B1F3B"/>
                </a:solidFill>
                <a:latin typeface="Calibri"/>
                <a:ea typeface="Calibri"/>
                <a:cs typeface="Calibri"/>
              </a:defRPr>
            </a:lvl5pPr>
            <a:lvl6pPr algn="ctr">
              <a:defRPr sz="1350" b="0">
                <a:solidFill>
                  <a:srgbClr val="1B1F3B"/>
                </a:solidFill>
                <a:latin typeface="Calibri"/>
                <a:ea typeface="Calibri"/>
                <a:cs typeface="Calibri"/>
              </a:defRPr>
            </a:lvl6pPr>
            <a:lvl7pPr algn="ctr">
              <a:defRPr sz="1350" b="0">
                <a:solidFill>
                  <a:srgbClr val="1B1F3B"/>
                </a:solidFill>
                <a:latin typeface="Calibri"/>
                <a:ea typeface="Calibri"/>
                <a:cs typeface="Calibri"/>
              </a:defRPr>
            </a:lvl7pPr>
            <a:lvl8pPr algn="ctr">
              <a:defRPr sz="1350" b="0">
                <a:solidFill>
                  <a:srgbClr val="1B1F3B"/>
                </a:solidFill>
                <a:latin typeface="Calibri"/>
                <a:ea typeface="Calibri"/>
                <a:cs typeface="Calibri"/>
              </a:defRPr>
            </a:lvl8pPr>
            <a:lvl9pPr algn="ctr">
              <a:defRPr sz="1350" b="0">
                <a:solidFill>
                  <a:srgbClr val="1B1F3B"/>
                </a:solidFill>
                <a:latin typeface="Calibri"/>
                <a:ea typeface="Calibri"/>
                <a:cs typeface="Calibri"/>
              </a:defRPr>
            </a:lvl9pPr>
          </a:lstStyle>
          <a:p>
            <a:pPr defTabSz="1219170">
              <a:defRPr sz="1350" b="0">
                <a:solidFill>
                  <a:srgbClr val="1B1F3B"/>
                </a:solidFill>
                <a:latin typeface="Calibri"/>
                <a:ea typeface="Calibri"/>
                <a:cs typeface="Calibri"/>
              </a:defRPr>
            </a:pPr>
            <a:r>
              <a:rPr sz="1800"/>
              <a:t>1</a:t>
            </a:r>
          </a:p>
        </p:txBody>
      </p:sp>
      <p:sp>
        <p:nvSpPr>
          <p:cNvPr id="13" name="Rectangle 12">
            <a:extLst>
              <a:ext uri="{FF2B5EF4-FFF2-40B4-BE49-F238E27FC236}">
                <a16:creationId xmlns:a16="http://schemas.microsoft.com/office/drawing/2014/main" id="{FD05E986-5B8D-46BC-BC89-6F64AB1266EA}"/>
              </a:ext>
            </a:extLst>
          </p:cNvPr>
          <p:cNvSpPr>
            <a:spLocks noGrp="1"/>
          </p:cNvSpPr>
          <p:nvPr/>
        </p:nvSpPr>
        <p:spPr>
          <a:xfrm>
            <a:off x="1571626" y="4095750"/>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4" name="Rectangle 13">
            <a:extLst>
              <a:ext uri="{FF2B5EF4-FFF2-40B4-BE49-F238E27FC236}">
                <a16:creationId xmlns:a16="http://schemas.microsoft.com/office/drawing/2014/main" id="{99E3EF8E-2B0F-433A-8B72-0E602B44FEB3}"/>
              </a:ext>
            </a:extLst>
          </p:cNvPr>
          <p:cNvSpPr>
            <a:spLocks noGrp="1"/>
          </p:cNvSpPr>
          <p:nvPr/>
        </p:nvSpPr>
        <p:spPr>
          <a:xfrm>
            <a:off x="1571626" y="4095750"/>
            <a:ext cx="638175" cy="638175"/>
          </a:xfrm>
          <a:prstGeom prst="rect">
            <a:avLst/>
          </a:prstGeom>
          <a:noFill/>
          <a:ln w="0">
            <a:noFill/>
            <a:prstDash val="solid"/>
          </a:ln>
        </p:spPr>
        <p:txBody>
          <a:bodyPr wrap="square" lIns="0" tIns="0" rIns="0" bIns="0" anchor="ctr">
            <a:noAutofit/>
          </a:bodyPr>
          <a:lstStyle>
            <a:defPPr algn="ctr">
              <a:defRPr sz="1350" b="0">
                <a:solidFill>
                  <a:srgbClr val="1B1F3B"/>
                </a:solidFill>
                <a:latin typeface="Calibri"/>
                <a:ea typeface="Calibri"/>
                <a:cs typeface="Calibri"/>
              </a:defRPr>
            </a:defPPr>
            <a:lvl1pPr algn="ctr">
              <a:defRPr sz="1350" b="0">
                <a:solidFill>
                  <a:srgbClr val="1B1F3B"/>
                </a:solidFill>
                <a:latin typeface="Calibri"/>
                <a:ea typeface="Calibri"/>
                <a:cs typeface="Calibri"/>
              </a:defRPr>
            </a:lvl1pPr>
            <a:lvl2pPr algn="ctr">
              <a:defRPr sz="1350" b="0">
                <a:solidFill>
                  <a:srgbClr val="1B1F3B"/>
                </a:solidFill>
                <a:latin typeface="Calibri"/>
                <a:ea typeface="Calibri"/>
                <a:cs typeface="Calibri"/>
              </a:defRPr>
            </a:lvl2pPr>
            <a:lvl3pPr algn="ctr">
              <a:defRPr sz="1350" b="0">
                <a:solidFill>
                  <a:srgbClr val="1B1F3B"/>
                </a:solidFill>
                <a:latin typeface="Calibri"/>
                <a:ea typeface="Calibri"/>
                <a:cs typeface="Calibri"/>
              </a:defRPr>
            </a:lvl3pPr>
            <a:lvl4pPr algn="ctr">
              <a:defRPr sz="1350" b="0">
                <a:solidFill>
                  <a:srgbClr val="1B1F3B"/>
                </a:solidFill>
                <a:latin typeface="Calibri"/>
                <a:ea typeface="Calibri"/>
                <a:cs typeface="Calibri"/>
              </a:defRPr>
            </a:lvl4pPr>
            <a:lvl5pPr algn="ctr">
              <a:defRPr sz="1350" b="0">
                <a:solidFill>
                  <a:srgbClr val="1B1F3B"/>
                </a:solidFill>
                <a:latin typeface="Calibri"/>
                <a:ea typeface="Calibri"/>
                <a:cs typeface="Calibri"/>
              </a:defRPr>
            </a:lvl5pPr>
            <a:lvl6pPr algn="ctr">
              <a:defRPr sz="1350" b="0">
                <a:solidFill>
                  <a:srgbClr val="1B1F3B"/>
                </a:solidFill>
                <a:latin typeface="Calibri"/>
                <a:ea typeface="Calibri"/>
                <a:cs typeface="Calibri"/>
              </a:defRPr>
            </a:lvl6pPr>
            <a:lvl7pPr algn="ctr">
              <a:defRPr sz="1350" b="0">
                <a:solidFill>
                  <a:srgbClr val="1B1F3B"/>
                </a:solidFill>
                <a:latin typeface="Calibri"/>
                <a:ea typeface="Calibri"/>
                <a:cs typeface="Calibri"/>
              </a:defRPr>
            </a:lvl7pPr>
            <a:lvl8pPr algn="ctr">
              <a:defRPr sz="1350" b="0">
                <a:solidFill>
                  <a:srgbClr val="1B1F3B"/>
                </a:solidFill>
                <a:latin typeface="Calibri"/>
                <a:ea typeface="Calibri"/>
                <a:cs typeface="Calibri"/>
              </a:defRPr>
            </a:lvl8pPr>
            <a:lvl9pPr algn="ctr">
              <a:defRPr sz="1350" b="0">
                <a:solidFill>
                  <a:srgbClr val="1B1F3B"/>
                </a:solidFill>
                <a:latin typeface="Calibri"/>
                <a:ea typeface="Calibri"/>
                <a:cs typeface="Calibri"/>
              </a:defRPr>
            </a:lvl9pPr>
          </a:lstStyle>
          <a:p>
            <a:pPr defTabSz="1219170">
              <a:defRPr sz="1350" b="0">
                <a:solidFill>
                  <a:srgbClr val="1B1F3B"/>
                </a:solidFill>
                <a:latin typeface="Calibri"/>
                <a:ea typeface="Calibri"/>
                <a:cs typeface="Calibri"/>
              </a:defRPr>
            </a:pPr>
            <a:r>
              <a:rPr sz="1800"/>
              <a:t>1</a:t>
            </a:r>
          </a:p>
        </p:txBody>
      </p:sp>
      <p:sp>
        <p:nvSpPr>
          <p:cNvPr id="15" name="Rectangle 14">
            <a:extLst>
              <a:ext uri="{FF2B5EF4-FFF2-40B4-BE49-F238E27FC236}">
                <a16:creationId xmlns:a16="http://schemas.microsoft.com/office/drawing/2014/main" id="{901A641E-CB95-4BD5-BED8-F685DBF0DEBD}"/>
              </a:ext>
            </a:extLst>
          </p:cNvPr>
          <p:cNvSpPr>
            <a:spLocks noGrp="1"/>
          </p:cNvSpPr>
          <p:nvPr/>
        </p:nvSpPr>
        <p:spPr>
          <a:xfrm>
            <a:off x="904875" y="4762501"/>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6" name="Rectangle 15">
            <a:extLst>
              <a:ext uri="{FF2B5EF4-FFF2-40B4-BE49-F238E27FC236}">
                <a16:creationId xmlns:a16="http://schemas.microsoft.com/office/drawing/2014/main" id="{6ED210E8-0E0A-4603-A475-7745074934AD}"/>
              </a:ext>
            </a:extLst>
          </p:cNvPr>
          <p:cNvSpPr>
            <a:spLocks noGrp="1"/>
          </p:cNvSpPr>
          <p:nvPr/>
        </p:nvSpPr>
        <p:spPr>
          <a:xfrm>
            <a:off x="904875" y="4762501"/>
            <a:ext cx="638175" cy="638175"/>
          </a:xfrm>
          <a:prstGeom prst="rect">
            <a:avLst/>
          </a:prstGeom>
          <a:noFill/>
          <a:ln w="0">
            <a:noFill/>
            <a:prstDash val="solid"/>
          </a:ln>
        </p:spPr>
        <p:txBody>
          <a:bodyPr wrap="square" lIns="0" tIns="0" rIns="0" bIns="0" anchor="ctr">
            <a:noAutofit/>
          </a:bodyPr>
          <a:lstStyle>
            <a:defPPr algn="ctr">
              <a:defRPr sz="1350" b="0">
                <a:solidFill>
                  <a:srgbClr val="1B1F3B"/>
                </a:solidFill>
                <a:latin typeface="Calibri"/>
                <a:ea typeface="Calibri"/>
                <a:cs typeface="Calibri"/>
              </a:defRPr>
            </a:defPPr>
            <a:lvl1pPr algn="ctr">
              <a:defRPr sz="1350" b="0">
                <a:solidFill>
                  <a:srgbClr val="1B1F3B"/>
                </a:solidFill>
                <a:latin typeface="Calibri"/>
                <a:ea typeface="Calibri"/>
                <a:cs typeface="Calibri"/>
              </a:defRPr>
            </a:lvl1pPr>
            <a:lvl2pPr algn="ctr">
              <a:defRPr sz="1350" b="0">
                <a:solidFill>
                  <a:srgbClr val="1B1F3B"/>
                </a:solidFill>
                <a:latin typeface="Calibri"/>
                <a:ea typeface="Calibri"/>
                <a:cs typeface="Calibri"/>
              </a:defRPr>
            </a:lvl2pPr>
            <a:lvl3pPr algn="ctr">
              <a:defRPr sz="1350" b="0">
                <a:solidFill>
                  <a:srgbClr val="1B1F3B"/>
                </a:solidFill>
                <a:latin typeface="Calibri"/>
                <a:ea typeface="Calibri"/>
                <a:cs typeface="Calibri"/>
              </a:defRPr>
            </a:lvl3pPr>
            <a:lvl4pPr algn="ctr">
              <a:defRPr sz="1350" b="0">
                <a:solidFill>
                  <a:srgbClr val="1B1F3B"/>
                </a:solidFill>
                <a:latin typeface="Calibri"/>
                <a:ea typeface="Calibri"/>
                <a:cs typeface="Calibri"/>
              </a:defRPr>
            </a:lvl4pPr>
            <a:lvl5pPr algn="ctr">
              <a:defRPr sz="1350" b="0">
                <a:solidFill>
                  <a:srgbClr val="1B1F3B"/>
                </a:solidFill>
                <a:latin typeface="Calibri"/>
                <a:ea typeface="Calibri"/>
                <a:cs typeface="Calibri"/>
              </a:defRPr>
            </a:lvl5pPr>
            <a:lvl6pPr algn="ctr">
              <a:defRPr sz="1350" b="0">
                <a:solidFill>
                  <a:srgbClr val="1B1F3B"/>
                </a:solidFill>
                <a:latin typeface="Calibri"/>
                <a:ea typeface="Calibri"/>
                <a:cs typeface="Calibri"/>
              </a:defRPr>
            </a:lvl6pPr>
            <a:lvl7pPr algn="ctr">
              <a:defRPr sz="1350" b="0">
                <a:solidFill>
                  <a:srgbClr val="1B1F3B"/>
                </a:solidFill>
                <a:latin typeface="Calibri"/>
                <a:ea typeface="Calibri"/>
                <a:cs typeface="Calibri"/>
              </a:defRPr>
            </a:lvl7pPr>
            <a:lvl8pPr algn="ctr">
              <a:defRPr sz="1350" b="0">
                <a:solidFill>
                  <a:srgbClr val="1B1F3B"/>
                </a:solidFill>
                <a:latin typeface="Calibri"/>
                <a:ea typeface="Calibri"/>
                <a:cs typeface="Calibri"/>
              </a:defRPr>
            </a:lvl8pPr>
            <a:lvl9pPr algn="ctr">
              <a:defRPr sz="1350" b="0">
                <a:solidFill>
                  <a:srgbClr val="1B1F3B"/>
                </a:solidFill>
                <a:latin typeface="Calibri"/>
                <a:ea typeface="Calibri"/>
                <a:cs typeface="Calibri"/>
              </a:defRPr>
            </a:lvl9pPr>
          </a:lstStyle>
          <a:p>
            <a:pPr defTabSz="1219170">
              <a:defRPr sz="1350" b="0">
                <a:solidFill>
                  <a:srgbClr val="1B1F3B"/>
                </a:solidFill>
                <a:latin typeface="Calibri"/>
                <a:ea typeface="Calibri"/>
                <a:cs typeface="Calibri"/>
              </a:defRPr>
            </a:pPr>
            <a:r>
              <a:rPr sz="1800"/>
              <a:t>1</a:t>
            </a:r>
          </a:p>
        </p:txBody>
      </p:sp>
      <p:sp>
        <p:nvSpPr>
          <p:cNvPr id="17" name="Rectangle 16">
            <a:extLst>
              <a:ext uri="{FF2B5EF4-FFF2-40B4-BE49-F238E27FC236}">
                <a16:creationId xmlns:a16="http://schemas.microsoft.com/office/drawing/2014/main" id="{551BEB44-8C0E-4FD2-92FC-725E01640FA5}"/>
              </a:ext>
            </a:extLst>
          </p:cNvPr>
          <p:cNvSpPr>
            <a:spLocks noGrp="1"/>
          </p:cNvSpPr>
          <p:nvPr/>
        </p:nvSpPr>
        <p:spPr>
          <a:xfrm>
            <a:off x="1571626" y="4762501"/>
            <a:ext cx="638175" cy="638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8" name="Rectangle 17">
            <a:extLst>
              <a:ext uri="{FF2B5EF4-FFF2-40B4-BE49-F238E27FC236}">
                <a16:creationId xmlns:a16="http://schemas.microsoft.com/office/drawing/2014/main" id="{D92E889F-D3F0-4929-9941-77384B6F86A2}"/>
              </a:ext>
            </a:extLst>
          </p:cNvPr>
          <p:cNvSpPr>
            <a:spLocks noGrp="1"/>
          </p:cNvSpPr>
          <p:nvPr/>
        </p:nvSpPr>
        <p:spPr>
          <a:xfrm>
            <a:off x="1571626" y="4762501"/>
            <a:ext cx="638175" cy="638175"/>
          </a:xfrm>
          <a:prstGeom prst="rect">
            <a:avLst/>
          </a:prstGeom>
          <a:noFill/>
          <a:ln w="0">
            <a:noFill/>
            <a:prstDash val="solid"/>
          </a:ln>
        </p:spPr>
        <p:txBody>
          <a:bodyPr wrap="square" lIns="0" tIns="0" rIns="0" bIns="0" anchor="ctr">
            <a:noAutofit/>
          </a:bodyPr>
          <a:lstStyle>
            <a:defPPr algn="ctr">
              <a:defRPr sz="1350" b="0">
                <a:solidFill>
                  <a:srgbClr val="1B1F3B"/>
                </a:solidFill>
                <a:latin typeface="Calibri"/>
                <a:ea typeface="Calibri"/>
                <a:cs typeface="Calibri"/>
              </a:defRPr>
            </a:defPPr>
            <a:lvl1pPr algn="ctr">
              <a:defRPr sz="1350" b="0">
                <a:solidFill>
                  <a:srgbClr val="1B1F3B"/>
                </a:solidFill>
                <a:latin typeface="Calibri"/>
                <a:ea typeface="Calibri"/>
                <a:cs typeface="Calibri"/>
              </a:defRPr>
            </a:lvl1pPr>
            <a:lvl2pPr algn="ctr">
              <a:defRPr sz="1350" b="0">
                <a:solidFill>
                  <a:srgbClr val="1B1F3B"/>
                </a:solidFill>
                <a:latin typeface="Calibri"/>
                <a:ea typeface="Calibri"/>
                <a:cs typeface="Calibri"/>
              </a:defRPr>
            </a:lvl2pPr>
            <a:lvl3pPr algn="ctr">
              <a:defRPr sz="1350" b="0">
                <a:solidFill>
                  <a:srgbClr val="1B1F3B"/>
                </a:solidFill>
                <a:latin typeface="Calibri"/>
                <a:ea typeface="Calibri"/>
                <a:cs typeface="Calibri"/>
              </a:defRPr>
            </a:lvl3pPr>
            <a:lvl4pPr algn="ctr">
              <a:defRPr sz="1350" b="0">
                <a:solidFill>
                  <a:srgbClr val="1B1F3B"/>
                </a:solidFill>
                <a:latin typeface="Calibri"/>
                <a:ea typeface="Calibri"/>
                <a:cs typeface="Calibri"/>
              </a:defRPr>
            </a:lvl4pPr>
            <a:lvl5pPr algn="ctr">
              <a:defRPr sz="1350" b="0">
                <a:solidFill>
                  <a:srgbClr val="1B1F3B"/>
                </a:solidFill>
                <a:latin typeface="Calibri"/>
                <a:ea typeface="Calibri"/>
                <a:cs typeface="Calibri"/>
              </a:defRPr>
            </a:lvl5pPr>
            <a:lvl6pPr algn="ctr">
              <a:defRPr sz="1350" b="0">
                <a:solidFill>
                  <a:srgbClr val="1B1F3B"/>
                </a:solidFill>
                <a:latin typeface="Calibri"/>
                <a:ea typeface="Calibri"/>
                <a:cs typeface="Calibri"/>
              </a:defRPr>
            </a:lvl6pPr>
            <a:lvl7pPr algn="ctr">
              <a:defRPr sz="1350" b="0">
                <a:solidFill>
                  <a:srgbClr val="1B1F3B"/>
                </a:solidFill>
                <a:latin typeface="Calibri"/>
                <a:ea typeface="Calibri"/>
                <a:cs typeface="Calibri"/>
              </a:defRPr>
            </a:lvl7pPr>
            <a:lvl8pPr algn="ctr">
              <a:defRPr sz="1350" b="0">
                <a:solidFill>
                  <a:srgbClr val="1B1F3B"/>
                </a:solidFill>
                <a:latin typeface="Calibri"/>
                <a:ea typeface="Calibri"/>
                <a:cs typeface="Calibri"/>
              </a:defRPr>
            </a:lvl8pPr>
            <a:lvl9pPr algn="ctr">
              <a:defRPr sz="1350" b="0">
                <a:solidFill>
                  <a:srgbClr val="1B1F3B"/>
                </a:solidFill>
                <a:latin typeface="Calibri"/>
                <a:ea typeface="Calibri"/>
                <a:cs typeface="Calibri"/>
              </a:defRPr>
            </a:lvl9pPr>
          </a:lstStyle>
          <a:p>
            <a:pPr defTabSz="1219170">
              <a:defRPr sz="1350" b="0">
                <a:solidFill>
                  <a:srgbClr val="1B1F3B"/>
                </a:solidFill>
                <a:latin typeface="Calibri"/>
                <a:ea typeface="Calibri"/>
                <a:cs typeface="Calibri"/>
              </a:defRPr>
            </a:pPr>
            <a:r>
              <a:rPr sz="1800"/>
              <a:t>1</a:t>
            </a:r>
          </a:p>
        </p:txBody>
      </p:sp>
      <p:sp>
        <p:nvSpPr>
          <p:cNvPr id="19" name="Rectangle 18">
            <a:extLst>
              <a:ext uri="{FF2B5EF4-FFF2-40B4-BE49-F238E27FC236}">
                <a16:creationId xmlns:a16="http://schemas.microsoft.com/office/drawing/2014/main" id="{99B33EFE-50E0-4FBE-954E-A7F7D722FD1A}"/>
              </a:ext>
            </a:extLst>
          </p:cNvPr>
          <p:cNvSpPr>
            <a:spLocks noGrp="1"/>
          </p:cNvSpPr>
          <p:nvPr/>
        </p:nvSpPr>
        <p:spPr>
          <a:xfrm>
            <a:off x="1214437" y="4405313"/>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20" name="Rectangle 19">
            <a:extLst>
              <a:ext uri="{FF2B5EF4-FFF2-40B4-BE49-F238E27FC236}">
                <a16:creationId xmlns:a16="http://schemas.microsoft.com/office/drawing/2014/main" id="{0DABEC80-7A36-44D7-B577-C63A4D964B9A}"/>
              </a:ext>
            </a:extLst>
          </p:cNvPr>
          <p:cNvSpPr>
            <a:spLocks noGrp="1"/>
          </p:cNvSpPr>
          <p:nvPr/>
        </p:nvSpPr>
        <p:spPr>
          <a:xfrm>
            <a:off x="1881188" y="5072063"/>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21" name="Straight Arrow Connector 20">
            <a:extLst>
              <a:ext uri="{FF2B5EF4-FFF2-40B4-BE49-F238E27FC236}">
                <a16:creationId xmlns:a16="http://schemas.microsoft.com/office/drawing/2014/main" id="{571B91AD-996F-453C-95B6-AB87F285C5CE}"/>
              </a:ext>
            </a:extLst>
          </p:cNvPr>
          <p:cNvCxnSpPr>
            <a:stCxn id="19" idx="2"/>
            <a:endCxn id="20" idx="1"/>
          </p:cNvCxnSpPr>
          <p:nvPr/>
        </p:nvCxnSpPr>
        <p:spPr>
          <a:xfrm>
            <a:off x="1223964" y="4424364"/>
            <a:ext cx="657225" cy="657225"/>
          </a:xfrm>
          <a:prstGeom prst="straightConnector1">
            <a:avLst/>
          </a:prstGeom>
          <a:ln w="42862">
            <a:solidFill>
              <a:srgbClr val="2D3A8C"/>
            </a:solidFill>
            <a:prstDash val="solid"/>
          </a:ln>
        </p:spPr>
      </p:cxnSp>
      <p:sp>
        <p:nvSpPr>
          <p:cNvPr id="22" name="Rectangle 21">
            <a:extLst>
              <a:ext uri="{FF2B5EF4-FFF2-40B4-BE49-F238E27FC236}">
                <a16:creationId xmlns:a16="http://schemas.microsoft.com/office/drawing/2014/main" id="{B526F7C6-4E28-4CB6-B97E-8E36544FED35}"/>
              </a:ext>
            </a:extLst>
          </p:cNvPr>
          <p:cNvSpPr>
            <a:spLocks noGrp="1"/>
          </p:cNvSpPr>
          <p:nvPr/>
        </p:nvSpPr>
        <p:spPr>
          <a:xfrm>
            <a:off x="3476625" y="4333875"/>
            <a:ext cx="7620000" cy="762000"/>
          </a:xfrm>
          <a:prstGeom prst="rect">
            <a:avLst/>
          </a:prstGeom>
          <a:noFill/>
          <a:ln w="0">
            <a:noFill/>
            <a:prstDash val="solid"/>
          </a:ln>
        </p:spPr>
        <p:txBody>
          <a:bodyPr wrap="square" lIns="0" tIns="0" rIns="0" bIns="0" anchor="ctr">
            <a:noAutofit/>
          </a:bodyPr>
          <a:lstStyle>
            <a:defPPr algn="l">
              <a:defRPr sz="2200" b="1">
                <a:solidFill>
                  <a:srgbClr val="2D3A8C"/>
                </a:solidFill>
                <a:latin typeface="Calibri"/>
                <a:ea typeface="Calibri"/>
                <a:cs typeface="Calibri"/>
              </a:defRPr>
            </a:defPPr>
            <a:lvl1pPr algn="l">
              <a:defRPr sz="2200" b="1">
                <a:solidFill>
                  <a:srgbClr val="2D3A8C"/>
                </a:solidFill>
                <a:latin typeface="Calibri"/>
                <a:ea typeface="Calibri"/>
                <a:cs typeface="Calibri"/>
              </a:defRPr>
            </a:lvl1pPr>
            <a:lvl2pPr algn="l">
              <a:defRPr sz="2200" b="1">
                <a:solidFill>
                  <a:srgbClr val="2D3A8C"/>
                </a:solidFill>
                <a:latin typeface="Calibri"/>
                <a:ea typeface="Calibri"/>
                <a:cs typeface="Calibri"/>
              </a:defRPr>
            </a:lvl2pPr>
            <a:lvl3pPr algn="l">
              <a:defRPr sz="2200" b="1">
                <a:solidFill>
                  <a:srgbClr val="2D3A8C"/>
                </a:solidFill>
                <a:latin typeface="Calibri"/>
                <a:ea typeface="Calibri"/>
                <a:cs typeface="Calibri"/>
              </a:defRPr>
            </a:lvl3pPr>
            <a:lvl4pPr algn="l">
              <a:defRPr sz="2200" b="1">
                <a:solidFill>
                  <a:srgbClr val="2D3A8C"/>
                </a:solidFill>
                <a:latin typeface="Calibri"/>
                <a:ea typeface="Calibri"/>
                <a:cs typeface="Calibri"/>
              </a:defRPr>
            </a:lvl4pPr>
            <a:lvl5pPr algn="l">
              <a:defRPr sz="2200" b="1">
                <a:solidFill>
                  <a:srgbClr val="2D3A8C"/>
                </a:solidFill>
                <a:latin typeface="Calibri"/>
                <a:ea typeface="Calibri"/>
                <a:cs typeface="Calibri"/>
              </a:defRPr>
            </a:lvl5pPr>
            <a:lvl6pPr algn="l">
              <a:defRPr sz="2200" b="1">
                <a:solidFill>
                  <a:srgbClr val="2D3A8C"/>
                </a:solidFill>
                <a:latin typeface="Calibri"/>
                <a:ea typeface="Calibri"/>
                <a:cs typeface="Calibri"/>
              </a:defRPr>
            </a:lvl6pPr>
            <a:lvl7pPr algn="l">
              <a:defRPr sz="2200" b="1">
                <a:solidFill>
                  <a:srgbClr val="2D3A8C"/>
                </a:solidFill>
                <a:latin typeface="Calibri"/>
                <a:ea typeface="Calibri"/>
                <a:cs typeface="Calibri"/>
              </a:defRPr>
            </a:lvl7pPr>
            <a:lvl8pPr algn="l">
              <a:defRPr sz="2200" b="1">
                <a:solidFill>
                  <a:srgbClr val="2D3A8C"/>
                </a:solidFill>
                <a:latin typeface="Calibri"/>
                <a:ea typeface="Calibri"/>
                <a:cs typeface="Calibri"/>
              </a:defRPr>
            </a:lvl8pPr>
            <a:lvl9pPr algn="l">
              <a:defRPr sz="2200" b="1">
                <a:solidFill>
                  <a:srgbClr val="2D3A8C"/>
                </a:solidFill>
                <a:latin typeface="Calibri"/>
                <a:ea typeface="Calibri"/>
                <a:cs typeface="Calibri"/>
              </a:defRPr>
            </a:lvl9pPr>
          </a:lstStyle>
          <a:p>
            <a:pPr defTabSz="1219170">
              <a:defRPr sz="2200" b="1">
                <a:solidFill>
                  <a:srgbClr val="2D3A8C"/>
                </a:solidFill>
                <a:latin typeface="Calibri"/>
                <a:ea typeface="Calibri"/>
                <a:cs typeface="Calibri"/>
              </a:defRPr>
            </a:pPr>
            <a:r>
              <a:rPr sz="2933"/>
              <a:t>√2 × (1 + 1) ÷ 2 ≈ 1.41</a:t>
            </a:r>
          </a:p>
        </p:txBody>
      </p:sp>
      <p:sp>
        <p:nvSpPr>
          <p:cNvPr id="23" name="Rectangle 22">
            <a:extLst>
              <a:ext uri="{FF2B5EF4-FFF2-40B4-BE49-F238E27FC236}">
                <a16:creationId xmlns:a16="http://schemas.microsoft.com/office/drawing/2014/main" id="{BFC039AD-9B24-4DBE-975B-623042E742AE}"/>
              </a:ext>
            </a:extLst>
          </p:cNvPr>
          <p:cNvSpPr>
            <a:spLocks noGrp="1"/>
          </p:cNvSpPr>
          <p:nvPr/>
        </p:nvSpPr>
        <p:spPr>
          <a:xfrm>
            <a:off x="904875" y="2190749"/>
            <a:ext cx="2190749" cy="381000"/>
          </a:xfrm>
          <a:prstGeom prst="rect">
            <a:avLst/>
          </a:prstGeom>
          <a:noFill/>
          <a:ln w="0">
            <a:noFill/>
            <a:prstDash val="solid"/>
          </a:ln>
        </p:spPr>
        <p:txBody>
          <a:bodyPr wrap="square" lIns="0" tIns="0" rIns="0" bIns="0" anchor="ctr">
            <a:noAutofit/>
          </a:bodyPr>
          <a:lstStyle>
            <a:defPPr algn="l">
              <a:defRPr sz="1250" b="0">
                <a:solidFill>
                  <a:srgbClr val="4A4F6A"/>
                </a:solidFill>
                <a:latin typeface="Calibri"/>
                <a:ea typeface="Calibri"/>
                <a:cs typeface="Calibri"/>
              </a:defRPr>
            </a:defPPr>
            <a:lvl1pPr algn="l">
              <a:defRPr sz="1250" b="0">
                <a:solidFill>
                  <a:srgbClr val="4A4F6A"/>
                </a:solidFill>
                <a:latin typeface="Calibri"/>
                <a:ea typeface="Calibri"/>
                <a:cs typeface="Calibri"/>
              </a:defRPr>
            </a:lvl1pPr>
            <a:lvl2pPr algn="l">
              <a:defRPr sz="1250" b="0">
                <a:solidFill>
                  <a:srgbClr val="4A4F6A"/>
                </a:solidFill>
                <a:latin typeface="Calibri"/>
                <a:ea typeface="Calibri"/>
                <a:cs typeface="Calibri"/>
              </a:defRPr>
            </a:lvl2pPr>
            <a:lvl3pPr algn="l">
              <a:defRPr sz="1250" b="0">
                <a:solidFill>
                  <a:srgbClr val="4A4F6A"/>
                </a:solidFill>
                <a:latin typeface="Calibri"/>
                <a:ea typeface="Calibri"/>
                <a:cs typeface="Calibri"/>
              </a:defRPr>
            </a:lvl3pPr>
            <a:lvl4pPr algn="l">
              <a:defRPr sz="1250" b="0">
                <a:solidFill>
                  <a:srgbClr val="4A4F6A"/>
                </a:solidFill>
                <a:latin typeface="Calibri"/>
                <a:ea typeface="Calibri"/>
                <a:cs typeface="Calibri"/>
              </a:defRPr>
            </a:lvl4pPr>
            <a:lvl5pPr algn="l">
              <a:defRPr sz="1250" b="0">
                <a:solidFill>
                  <a:srgbClr val="4A4F6A"/>
                </a:solidFill>
                <a:latin typeface="Calibri"/>
                <a:ea typeface="Calibri"/>
                <a:cs typeface="Calibri"/>
              </a:defRPr>
            </a:lvl5pPr>
            <a:lvl6pPr algn="l">
              <a:defRPr sz="1250" b="0">
                <a:solidFill>
                  <a:srgbClr val="4A4F6A"/>
                </a:solidFill>
                <a:latin typeface="Calibri"/>
                <a:ea typeface="Calibri"/>
                <a:cs typeface="Calibri"/>
              </a:defRPr>
            </a:lvl6pPr>
            <a:lvl7pPr algn="l">
              <a:defRPr sz="1250" b="0">
                <a:solidFill>
                  <a:srgbClr val="4A4F6A"/>
                </a:solidFill>
                <a:latin typeface="Calibri"/>
                <a:ea typeface="Calibri"/>
                <a:cs typeface="Calibri"/>
              </a:defRPr>
            </a:lvl7pPr>
            <a:lvl8pPr algn="l">
              <a:defRPr sz="1250" b="0">
                <a:solidFill>
                  <a:srgbClr val="4A4F6A"/>
                </a:solidFill>
                <a:latin typeface="Calibri"/>
                <a:ea typeface="Calibri"/>
                <a:cs typeface="Calibri"/>
              </a:defRPr>
            </a:lvl8pPr>
            <a:lvl9pPr algn="l">
              <a:defRPr sz="1250" b="0">
                <a:solidFill>
                  <a:srgbClr val="4A4F6A"/>
                </a:solidFill>
                <a:latin typeface="Calibri"/>
                <a:ea typeface="Calibri"/>
                <a:cs typeface="Calibri"/>
              </a:defRPr>
            </a:lvl9pPr>
          </a:lstStyle>
          <a:p>
            <a:pPr defTabSz="1219170">
              <a:defRPr sz="1250" b="0">
                <a:solidFill>
                  <a:srgbClr val="4A4F6A"/>
                </a:solidFill>
                <a:latin typeface="Calibri"/>
                <a:ea typeface="Calibri"/>
                <a:cs typeface="Calibri"/>
              </a:defRPr>
            </a:pPr>
            <a:r>
              <a:rPr sz="1667"/>
              <a:t>Cell scores</a:t>
            </a:r>
          </a:p>
        </p:txBody>
      </p:sp>
      <p:sp>
        <p:nvSpPr>
          <p:cNvPr id="24" name="Rectangle 23">
            <a:extLst>
              <a:ext uri="{FF2B5EF4-FFF2-40B4-BE49-F238E27FC236}">
                <a16:creationId xmlns:a16="http://schemas.microsoft.com/office/drawing/2014/main" id="{3FF69EDE-66FE-4F54-BC74-39B49EF8CE38}"/>
              </a:ext>
            </a:extLst>
          </p:cNvPr>
          <p:cNvSpPr>
            <a:spLocks noGrp="1"/>
          </p:cNvSpPr>
          <p:nvPr/>
        </p:nvSpPr>
        <p:spPr>
          <a:xfrm>
            <a:off x="762000" y="5667375"/>
            <a:ext cx="10763251" cy="400051"/>
          </a:xfrm>
          <a:prstGeom prst="rect">
            <a:avLst/>
          </a:prstGeom>
          <a:noFill/>
          <a:ln w="0">
            <a:noFill/>
            <a:prstDash val="solid"/>
          </a:ln>
        </p:spPr>
        <p:txBody>
          <a:bodyPr wrap="square" lIns="0" tIns="0" rIns="0" bIns="0" anchor="ctr">
            <a:noAutofit/>
          </a:bodyPr>
          <a:lstStyle>
            <a:defPPr algn="l">
              <a:defRPr sz="1300" b="0">
                <a:solidFill>
                  <a:srgbClr val="4A4F6A"/>
                </a:solidFill>
                <a:latin typeface="Calibri"/>
                <a:ea typeface="Calibri"/>
                <a:cs typeface="Calibri"/>
              </a:defRPr>
            </a:defPPr>
            <a:lvl1pPr algn="l">
              <a:defRPr sz="1300" b="0">
                <a:solidFill>
                  <a:srgbClr val="4A4F6A"/>
                </a:solidFill>
                <a:latin typeface="Calibri"/>
                <a:ea typeface="Calibri"/>
                <a:cs typeface="Calibri"/>
              </a:defRPr>
            </a:lvl1pPr>
            <a:lvl2pPr algn="l">
              <a:defRPr sz="1300" b="0">
                <a:solidFill>
                  <a:srgbClr val="4A4F6A"/>
                </a:solidFill>
                <a:latin typeface="Calibri"/>
                <a:ea typeface="Calibri"/>
                <a:cs typeface="Calibri"/>
              </a:defRPr>
            </a:lvl2pPr>
            <a:lvl3pPr algn="l">
              <a:defRPr sz="1300" b="0">
                <a:solidFill>
                  <a:srgbClr val="4A4F6A"/>
                </a:solidFill>
                <a:latin typeface="Calibri"/>
                <a:ea typeface="Calibri"/>
                <a:cs typeface="Calibri"/>
              </a:defRPr>
            </a:lvl3pPr>
            <a:lvl4pPr algn="l">
              <a:defRPr sz="1300" b="0">
                <a:solidFill>
                  <a:srgbClr val="4A4F6A"/>
                </a:solidFill>
                <a:latin typeface="Calibri"/>
                <a:ea typeface="Calibri"/>
                <a:cs typeface="Calibri"/>
              </a:defRPr>
            </a:lvl4pPr>
            <a:lvl5pPr algn="l">
              <a:defRPr sz="1300" b="0">
                <a:solidFill>
                  <a:srgbClr val="4A4F6A"/>
                </a:solidFill>
                <a:latin typeface="Calibri"/>
                <a:ea typeface="Calibri"/>
                <a:cs typeface="Calibri"/>
              </a:defRPr>
            </a:lvl5pPr>
            <a:lvl6pPr algn="l">
              <a:defRPr sz="1300" b="0">
                <a:solidFill>
                  <a:srgbClr val="4A4F6A"/>
                </a:solidFill>
                <a:latin typeface="Calibri"/>
                <a:ea typeface="Calibri"/>
                <a:cs typeface="Calibri"/>
              </a:defRPr>
            </a:lvl6pPr>
            <a:lvl7pPr algn="l">
              <a:defRPr sz="1300" b="0">
                <a:solidFill>
                  <a:srgbClr val="4A4F6A"/>
                </a:solidFill>
                <a:latin typeface="Calibri"/>
                <a:ea typeface="Calibri"/>
                <a:cs typeface="Calibri"/>
              </a:defRPr>
            </a:lvl7pPr>
            <a:lvl8pPr algn="l">
              <a:defRPr sz="1300" b="0">
                <a:solidFill>
                  <a:srgbClr val="4A4F6A"/>
                </a:solidFill>
                <a:latin typeface="Calibri"/>
                <a:ea typeface="Calibri"/>
                <a:cs typeface="Calibri"/>
              </a:defRPr>
            </a:lvl8pPr>
            <a:lvl9pPr algn="l">
              <a:defRPr sz="1300" b="0">
                <a:solidFill>
                  <a:srgbClr val="4A4F6A"/>
                </a:solidFill>
                <a:latin typeface="Calibri"/>
                <a:ea typeface="Calibri"/>
                <a:cs typeface="Calibri"/>
              </a:defRPr>
            </a:lvl9pPr>
          </a:lstStyle>
          <a:p>
            <a:pPr defTabSz="1219170">
              <a:defRPr sz="1300" b="0">
                <a:solidFill>
                  <a:srgbClr val="4A4F6A"/>
                </a:solidFill>
                <a:latin typeface="Calibri"/>
                <a:ea typeface="Calibri"/>
                <a:cs typeface="Calibri"/>
              </a:defRPr>
            </a:pPr>
            <a:r>
              <a:rPr sz="1733"/>
              <a:t>These move costs are the weights supplied to the route search.</a:t>
            </a:r>
          </a:p>
        </p:txBody>
      </p:sp>
      <p:sp>
        <p:nvSpPr>
          <p:cNvPr id="25" name="Rectangle 24">
            <a:extLst>
              <a:ext uri="{FF2B5EF4-FFF2-40B4-BE49-F238E27FC236}">
                <a16:creationId xmlns:a16="http://schemas.microsoft.com/office/drawing/2014/main" id="{46D2BAAC-7082-42E4-9A4D-99C30B9A404D}"/>
              </a:ext>
            </a:extLst>
          </p:cNvPr>
          <p:cNvSpPr>
            <a:spLocks noGrp="1"/>
          </p:cNvSpPr>
          <p:nvPr/>
        </p:nvSpPr>
        <p:spPr>
          <a:xfrm>
            <a:off x="3476625" y="5219700"/>
            <a:ext cx="7620000" cy="381000"/>
          </a:xfrm>
          <a:prstGeom prst="rect">
            <a:avLst/>
          </a:prstGeom>
          <a:noFill/>
          <a:ln w="0">
            <a:noFill/>
          </a:ln>
        </p:spPr>
        <p:txBody>
          <a:bodyPr lIns="0" tIns="0" rIns="0" bIns="0"/>
          <a:lstStyle>
            <a:defPPr>
              <a:defRPr sz="1300">
                <a:solidFill>
                  <a:srgbClr val="2D3A8C"/>
                </a:solidFill>
                <a:latin typeface="Calibri"/>
                <a:ea typeface="Calibri"/>
                <a:cs typeface="Calibri"/>
              </a:defRPr>
            </a:defPPr>
            <a:lvl1pPr>
              <a:defRPr sz="1300">
                <a:solidFill>
                  <a:srgbClr val="2D3A8C"/>
                </a:solidFill>
                <a:latin typeface="Calibri"/>
                <a:ea typeface="Calibri"/>
                <a:cs typeface="Calibri"/>
              </a:defRPr>
            </a:lvl1pPr>
            <a:lvl2pPr>
              <a:defRPr sz="1300">
                <a:solidFill>
                  <a:srgbClr val="2D3A8C"/>
                </a:solidFill>
                <a:latin typeface="Calibri"/>
                <a:ea typeface="Calibri"/>
                <a:cs typeface="Calibri"/>
              </a:defRPr>
            </a:lvl2pPr>
            <a:lvl3pPr>
              <a:defRPr sz="1300">
                <a:solidFill>
                  <a:srgbClr val="2D3A8C"/>
                </a:solidFill>
                <a:latin typeface="Calibri"/>
                <a:ea typeface="Calibri"/>
                <a:cs typeface="Calibri"/>
              </a:defRPr>
            </a:lvl3pPr>
            <a:lvl4pPr>
              <a:defRPr sz="1300">
                <a:solidFill>
                  <a:srgbClr val="2D3A8C"/>
                </a:solidFill>
                <a:latin typeface="Calibri"/>
                <a:ea typeface="Calibri"/>
                <a:cs typeface="Calibri"/>
              </a:defRPr>
            </a:lvl4pPr>
            <a:lvl5pPr>
              <a:defRPr sz="1300">
                <a:solidFill>
                  <a:srgbClr val="2D3A8C"/>
                </a:solidFill>
                <a:latin typeface="Calibri"/>
                <a:ea typeface="Calibri"/>
                <a:cs typeface="Calibri"/>
              </a:defRPr>
            </a:lvl5pPr>
            <a:lvl6pPr>
              <a:defRPr sz="1300">
                <a:solidFill>
                  <a:srgbClr val="2D3A8C"/>
                </a:solidFill>
                <a:latin typeface="Calibri"/>
                <a:ea typeface="Calibri"/>
                <a:cs typeface="Calibri"/>
              </a:defRPr>
            </a:lvl6pPr>
            <a:lvl7pPr>
              <a:defRPr sz="1300">
                <a:solidFill>
                  <a:srgbClr val="2D3A8C"/>
                </a:solidFill>
                <a:latin typeface="Calibri"/>
                <a:ea typeface="Calibri"/>
                <a:cs typeface="Calibri"/>
              </a:defRPr>
            </a:lvl7pPr>
            <a:lvl8pPr>
              <a:defRPr sz="1300">
                <a:solidFill>
                  <a:srgbClr val="2D3A8C"/>
                </a:solidFill>
                <a:latin typeface="Calibri"/>
                <a:ea typeface="Calibri"/>
                <a:cs typeface="Calibri"/>
              </a:defRPr>
            </a:lvl8pPr>
            <a:lvl9pPr>
              <a:defRPr sz="1300">
                <a:solidFill>
                  <a:srgbClr val="2D3A8C"/>
                </a:solidFill>
                <a:latin typeface="Calibri"/>
                <a:ea typeface="Calibri"/>
                <a:cs typeface="Calibri"/>
              </a:defRPr>
            </a:lvl9pPr>
          </a:lstStyle>
          <a:p>
            <a:pPr defTabSz="1219170">
              <a:defRPr sz="1300">
                <a:solidFill>
                  <a:srgbClr val="2D3A8C"/>
                </a:solidFill>
                <a:latin typeface="Calibri"/>
                <a:ea typeface="Calibri"/>
                <a:cs typeface="Calibri"/>
              </a:defRPr>
            </a:pPr>
            <a:r>
              <a:rPr sz="1733"/>
              <a:t>c = cell score       d = move distance</a:t>
            </a:r>
          </a:p>
        </p:txBody>
      </p:sp>
    </p:spTree>
    <p:extLst>
      <p:ext uri="{BB962C8B-B14F-4D97-AF65-F5344CB8AC3E}">
        <p14:creationId xmlns:p14="http://schemas.microsoft.com/office/powerpoint/2010/main" val="200040887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sz="2400">
              <a:solidFill>
                <a:srgbClr val="FFFFFF"/>
              </a:solidFill>
              <a:latin typeface="Calibri"/>
            </a:endParaRPr>
          </a:p>
        </p:txBody>
      </p:sp>
      <p:sp>
        <p:nvSpPr>
          <p:cNvPr id="2" name="Rectangle 1">
            <a:extLst>
              <a:ext uri="{FF2B5EF4-FFF2-40B4-BE49-F238E27FC236}">
                <a16:creationId xmlns:a16="http://schemas.microsoft.com/office/drawing/2014/main" id="{DF43F549-FB27-4F8F-B52E-E293A2ADFC5D}"/>
              </a:ext>
            </a:extLst>
          </p:cNvPr>
          <p:cNvSpPr>
            <a:spLocks noGrp="1"/>
          </p:cNvSpPr>
          <p:nvPr/>
        </p:nvSpPr>
        <p:spPr>
          <a:xfrm>
            <a:off x="731520" y="365760"/>
            <a:ext cx="10728960" cy="853440"/>
          </a:xfrm>
          <a:prstGeom prst="rect">
            <a:avLst/>
          </a:prstGeom>
          <a:noFill/>
          <a:ln w="0">
            <a:noFill/>
            <a:prstDash val="solid"/>
          </a:ln>
        </p:spPr>
        <p:txBody>
          <a:bodyPr wrap="square" lIns="0" tIns="0" rIns="0" bIns="0" anchor="ctr">
            <a:noAutofit/>
          </a:bodyPr>
          <a:lstStyle>
            <a:defPPr algn="l">
              <a:defRPr sz="2350" b="1">
                <a:solidFill>
                  <a:srgbClr val="1B1F3B"/>
                </a:solidFill>
                <a:latin typeface="Calibri"/>
                <a:ea typeface="Calibri"/>
                <a:cs typeface="Calibri"/>
              </a:defRPr>
            </a:defPPr>
            <a:lvl1pPr algn="l">
              <a:defRPr sz="2350" b="1">
                <a:solidFill>
                  <a:srgbClr val="1B1F3B"/>
                </a:solidFill>
                <a:latin typeface="Calibri"/>
                <a:ea typeface="Calibri"/>
                <a:cs typeface="Calibri"/>
              </a:defRPr>
            </a:lvl1pPr>
            <a:lvl2pPr algn="l">
              <a:defRPr sz="2350" b="1">
                <a:solidFill>
                  <a:srgbClr val="1B1F3B"/>
                </a:solidFill>
                <a:latin typeface="Calibri"/>
                <a:ea typeface="Calibri"/>
                <a:cs typeface="Calibri"/>
              </a:defRPr>
            </a:lvl2pPr>
            <a:lvl3pPr algn="l">
              <a:defRPr sz="2350" b="1">
                <a:solidFill>
                  <a:srgbClr val="1B1F3B"/>
                </a:solidFill>
                <a:latin typeface="Calibri"/>
                <a:ea typeface="Calibri"/>
                <a:cs typeface="Calibri"/>
              </a:defRPr>
            </a:lvl3pPr>
            <a:lvl4pPr algn="l">
              <a:defRPr sz="2350" b="1">
                <a:solidFill>
                  <a:srgbClr val="1B1F3B"/>
                </a:solidFill>
                <a:latin typeface="Calibri"/>
                <a:ea typeface="Calibri"/>
                <a:cs typeface="Calibri"/>
              </a:defRPr>
            </a:lvl4pPr>
            <a:lvl5pPr algn="l">
              <a:defRPr sz="2350" b="1">
                <a:solidFill>
                  <a:srgbClr val="1B1F3B"/>
                </a:solidFill>
                <a:latin typeface="Calibri"/>
                <a:ea typeface="Calibri"/>
                <a:cs typeface="Calibri"/>
              </a:defRPr>
            </a:lvl5pPr>
            <a:lvl6pPr algn="l">
              <a:defRPr sz="2350" b="1">
                <a:solidFill>
                  <a:srgbClr val="1B1F3B"/>
                </a:solidFill>
                <a:latin typeface="Calibri"/>
                <a:ea typeface="Calibri"/>
                <a:cs typeface="Calibri"/>
              </a:defRPr>
            </a:lvl6pPr>
            <a:lvl7pPr algn="l">
              <a:defRPr sz="2350" b="1">
                <a:solidFill>
                  <a:srgbClr val="1B1F3B"/>
                </a:solidFill>
                <a:latin typeface="Calibri"/>
                <a:ea typeface="Calibri"/>
                <a:cs typeface="Calibri"/>
              </a:defRPr>
            </a:lvl7pPr>
            <a:lvl8pPr algn="l">
              <a:defRPr sz="2350" b="1">
                <a:solidFill>
                  <a:srgbClr val="1B1F3B"/>
                </a:solidFill>
                <a:latin typeface="Calibri"/>
                <a:ea typeface="Calibri"/>
                <a:cs typeface="Calibri"/>
              </a:defRPr>
            </a:lvl8pPr>
            <a:lvl9pPr algn="l">
              <a:defRPr sz="2350" b="1">
                <a:solidFill>
                  <a:srgbClr val="1B1F3B"/>
                </a:solidFill>
                <a:latin typeface="Calibri"/>
                <a:ea typeface="Calibri"/>
                <a:cs typeface="Calibri"/>
              </a:defRPr>
            </a:lvl9pPr>
          </a:lstStyle>
          <a:p>
            <a:pPr defTabSz="1219170">
              <a:defRPr sz="2350" b="1">
                <a:solidFill>
                  <a:srgbClr val="1B1F3B"/>
                </a:solidFill>
                <a:latin typeface="Calibri"/>
                <a:ea typeface="Calibri"/>
                <a:cs typeface="Calibri"/>
              </a:defRPr>
            </a:pPr>
            <a:r>
              <a:rPr sz="3733"/>
              <a:t>The route score adds every move</a:t>
            </a:r>
          </a:p>
        </p:txBody>
      </p:sp>
      <p:sp>
        <p:nvSpPr>
          <p:cNvPr id="3" name="Rectangle 2">
            <a:extLst>
              <a:ext uri="{FF2B5EF4-FFF2-40B4-BE49-F238E27FC236}">
                <a16:creationId xmlns:a16="http://schemas.microsoft.com/office/drawing/2014/main" id="{438426F2-8F99-4C06-9B4C-6537DF43D421}"/>
              </a:ext>
            </a:extLst>
          </p:cNvPr>
          <p:cNvSpPr>
            <a:spLocks noGrp="1"/>
          </p:cNvSpPr>
          <p:nvPr/>
        </p:nvSpPr>
        <p:spPr>
          <a:xfrm>
            <a:off x="609601" y="6229350"/>
            <a:ext cx="9334500" cy="266700"/>
          </a:xfrm>
          <a:prstGeom prst="rect">
            <a:avLst/>
          </a:prstGeom>
          <a:noFill/>
          <a:ln w="0">
            <a:noFill/>
            <a:prstDash val="solid"/>
          </a:ln>
        </p:spPr>
        <p:txBody>
          <a:bodyPr wrap="square" lIns="0" tIns="0" rIns="0" bIns="0" anchor="ctr">
            <a:noAutofit/>
          </a:bodyPr>
          <a:lstStyle>
            <a:defPPr algn="l">
              <a:defRPr sz="950" b="0">
                <a:solidFill>
                  <a:srgbClr val="4A4F6A"/>
                </a:solidFill>
                <a:latin typeface="Calibri"/>
                <a:ea typeface="Calibri"/>
                <a:cs typeface="Calibri"/>
              </a:defRPr>
            </a:defPPr>
            <a:lvl1pPr algn="l">
              <a:defRPr sz="950" b="0">
                <a:solidFill>
                  <a:srgbClr val="4A4F6A"/>
                </a:solidFill>
                <a:latin typeface="Calibri"/>
                <a:ea typeface="Calibri"/>
                <a:cs typeface="Calibri"/>
              </a:defRPr>
            </a:lvl1pPr>
            <a:lvl2pPr algn="l">
              <a:defRPr sz="950" b="0">
                <a:solidFill>
                  <a:srgbClr val="4A4F6A"/>
                </a:solidFill>
                <a:latin typeface="Calibri"/>
                <a:ea typeface="Calibri"/>
                <a:cs typeface="Calibri"/>
              </a:defRPr>
            </a:lvl2pPr>
            <a:lvl3pPr algn="l">
              <a:defRPr sz="950" b="0">
                <a:solidFill>
                  <a:srgbClr val="4A4F6A"/>
                </a:solidFill>
                <a:latin typeface="Calibri"/>
                <a:ea typeface="Calibri"/>
                <a:cs typeface="Calibri"/>
              </a:defRPr>
            </a:lvl3pPr>
            <a:lvl4pPr algn="l">
              <a:defRPr sz="950" b="0">
                <a:solidFill>
                  <a:srgbClr val="4A4F6A"/>
                </a:solidFill>
                <a:latin typeface="Calibri"/>
                <a:ea typeface="Calibri"/>
                <a:cs typeface="Calibri"/>
              </a:defRPr>
            </a:lvl4pPr>
            <a:lvl5pPr algn="l">
              <a:defRPr sz="950" b="0">
                <a:solidFill>
                  <a:srgbClr val="4A4F6A"/>
                </a:solidFill>
                <a:latin typeface="Calibri"/>
                <a:ea typeface="Calibri"/>
                <a:cs typeface="Calibri"/>
              </a:defRPr>
            </a:lvl5pPr>
            <a:lvl6pPr algn="l">
              <a:defRPr sz="950" b="0">
                <a:solidFill>
                  <a:srgbClr val="4A4F6A"/>
                </a:solidFill>
                <a:latin typeface="Calibri"/>
                <a:ea typeface="Calibri"/>
                <a:cs typeface="Calibri"/>
              </a:defRPr>
            </a:lvl6pPr>
            <a:lvl7pPr algn="l">
              <a:defRPr sz="950" b="0">
                <a:solidFill>
                  <a:srgbClr val="4A4F6A"/>
                </a:solidFill>
                <a:latin typeface="Calibri"/>
                <a:ea typeface="Calibri"/>
                <a:cs typeface="Calibri"/>
              </a:defRPr>
            </a:lvl7pPr>
            <a:lvl8pPr algn="l">
              <a:defRPr sz="950" b="0">
                <a:solidFill>
                  <a:srgbClr val="4A4F6A"/>
                </a:solidFill>
                <a:latin typeface="Calibri"/>
                <a:ea typeface="Calibri"/>
                <a:cs typeface="Calibri"/>
              </a:defRPr>
            </a:lvl8pPr>
            <a:lvl9pPr algn="l">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6  Planning</a:t>
            </a:r>
          </a:p>
        </p:txBody>
      </p:sp>
      <p:sp>
        <p:nvSpPr>
          <p:cNvPr id="4" name="Rectangle 3">
            <a:extLst>
              <a:ext uri="{FF2B5EF4-FFF2-40B4-BE49-F238E27FC236}">
                <a16:creationId xmlns:a16="http://schemas.microsoft.com/office/drawing/2014/main" id="{2066FE93-E9A0-48BA-92FE-1C467E36C002}"/>
              </a:ext>
            </a:extLst>
          </p:cNvPr>
          <p:cNvSpPr>
            <a:spLocks noGrp="1"/>
          </p:cNvSpPr>
          <p:nvPr/>
        </p:nvSpPr>
        <p:spPr>
          <a:xfrm>
            <a:off x="10953750" y="6229350"/>
            <a:ext cx="619125" cy="266700"/>
          </a:xfrm>
          <a:prstGeom prst="rect">
            <a:avLst/>
          </a:prstGeom>
          <a:noFill/>
          <a:ln w="0">
            <a:noFill/>
            <a:prstDash val="solid"/>
          </a:ln>
        </p:spPr>
        <p:txBody>
          <a:bodyPr wrap="square" lIns="0" tIns="0" rIns="0" bIns="0" anchor="ctr">
            <a:noAutofit/>
          </a:bodyPr>
          <a:lstStyle>
            <a:defPPr algn="r">
              <a:defRPr sz="950" b="0">
                <a:solidFill>
                  <a:srgbClr val="4A4F6A"/>
                </a:solidFill>
                <a:latin typeface="Calibri"/>
                <a:ea typeface="Calibri"/>
                <a:cs typeface="Calibri"/>
              </a:defRPr>
            </a:defPPr>
            <a:lvl1pPr algn="r">
              <a:defRPr sz="950" b="0">
                <a:solidFill>
                  <a:srgbClr val="4A4F6A"/>
                </a:solidFill>
                <a:latin typeface="Calibri"/>
                <a:ea typeface="Calibri"/>
                <a:cs typeface="Calibri"/>
              </a:defRPr>
            </a:lvl1pPr>
            <a:lvl2pPr algn="r">
              <a:defRPr sz="950" b="0">
                <a:solidFill>
                  <a:srgbClr val="4A4F6A"/>
                </a:solidFill>
                <a:latin typeface="Calibri"/>
                <a:ea typeface="Calibri"/>
                <a:cs typeface="Calibri"/>
              </a:defRPr>
            </a:lvl2pPr>
            <a:lvl3pPr algn="r">
              <a:defRPr sz="950" b="0">
                <a:solidFill>
                  <a:srgbClr val="4A4F6A"/>
                </a:solidFill>
                <a:latin typeface="Calibri"/>
                <a:ea typeface="Calibri"/>
                <a:cs typeface="Calibri"/>
              </a:defRPr>
            </a:lvl3pPr>
            <a:lvl4pPr algn="r">
              <a:defRPr sz="950" b="0">
                <a:solidFill>
                  <a:srgbClr val="4A4F6A"/>
                </a:solidFill>
                <a:latin typeface="Calibri"/>
                <a:ea typeface="Calibri"/>
                <a:cs typeface="Calibri"/>
              </a:defRPr>
            </a:lvl4pPr>
            <a:lvl5pPr algn="r">
              <a:defRPr sz="950" b="0">
                <a:solidFill>
                  <a:srgbClr val="4A4F6A"/>
                </a:solidFill>
                <a:latin typeface="Calibri"/>
                <a:ea typeface="Calibri"/>
                <a:cs typeface="Calibri"/>
              </a:defRPr>
            </a:lvl5pPr>
            <a:lvl6pPr algn="r">
              <a:defRPr sz="950" b="0">
                <a:solidFill>
                  <a:srgbClr val="4A4F6A"/>
                </a:solidFill>
                <a:latin typeface="Calibri"/>
                <a:ea typeface="Calibri"/>
                <a:cs typeface="Calibri"/>
              </a:defRPr>
            </a:lvl6pPr>
            <a:lvl7pPr algn="r">
              <a:defRPr sz="950" b="0">
                <a:solidFill>
                  <a:srgbClr val="4A4F6A"/>
                </a:solidFill>
                <a:latin typeface="Calibri"/>
                <a:ea typeface="Calibri"/>
                <a:cs typeface="Calibri"/>
              </a:defRPr>
            </a:lvl7pPr>
            <a:lvl8pPr algn="r">
              <a:defRPr sz="950" b="0">
                <a:solidFill>
                  <a:srgbClr val="4A4F6A"/>
                </a:solidFill>
                <a:latin typeface="Calibri"/>
                <a:ea typeface="Calibri"/>
                <a:cs typeface="Calibri"/>
              </a:defRPr>
            </a:lvl8pPr>
            <a:lvl9pPr algn="r">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13</a:t>
            </a:r>
          </a:p>
        </p:txBody>
      </p:sp>
      <p:sp>
        <p:nvSpPr>
          <p:cNvPr id="5" name="Rectangle 4">
            <a:extLst>
              <a:ext uri="{FF2B5EF4-FFF2-40B4-BE49-F238E27FC236}">
                <a16:creationId xmlns:a16="http://schemas.microsoft.com/office/drawing/2014/main" id="{1488B60E-71B5-4B22-8A1A-74D8E99E61A8}"/>
              </a:ext>
            </a:extLst>
          </p:cNvPr>
          <p:cNvSpPr>
            <a:spLocks noGrp="1"/>
          </p:cNvSpPr>
          <p:nvPr/>
        </p:nvSpPr>
        <p:spPr>
          <a:xfrm>
            <a:off x="904875" y="1952625"/>
            <a:ext cx="1162051" cy="1162051"/>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6" name="Rectangle 5">
            <a:extLst>
              <a:ext uri="{FF2B5EF4-FFF2-40B4-BE49-F238E27FC236}">
                <a16:creationId xmlns:a16="http://schemas.microsoft.com/office/drawing/2014/main" id="{2F3FEB7D-D356-4B7B-8F64-129E7D2927BA}"/>
              </a:ext>
            </a:extLst>
          </p:cNvPr>
          <p:cNvSpPr>
            <a:spLocks noGrp="1"/>
          </p:cNvSpPr>
          <p:nvPr/>
        </p:nvSpPr>
        <p:spPr>
          <a:xfrm>
            <a:off x="904875" y="1952625"/>
            <a:ext cx="1162051" cy="1162051"/>
          </a:xfrm>
          <a:prstGeom prst="rect">
            <a:avLst/>
          </a:prstGeom>
          <a:noFill/>
          <a:ln w="0">
            <a:noFill/>
            <a:prstDash val="solid"/>
          </a:ln>
        </p:spPr>
        <p:txBody>
          <a:bodyPr wrap="square" lIns="0" tIns="0" rIns="0" bIns="0" anchor="ctr">
            <a:noAutofit/>
          </a:bodyPr>
          <a:lstStyle>
            <a:defPPr algn="ctr">
              <a:defRPr sz="1350" b="0">
                <a:solidFill>
                  <a:srgbClr val="1B1F3B"/>
                </a:solidFill>
                <a:latin typeface="Calibri"/>
                <a:ea typeface="Calibri"/>
                <a:cs typeface="Calibri"/>
              </a:defRPr>
            </a:defPPr>
            <a:lvl1pPr algn="ctr">
              <a:defRPr sz="1350" b="0">
                <a:solidFill>
                  <a:srgbClr val="1B1F3B"/>
                </a:solidFill>
                <a:latin typeface="Calibri"/>
                <a:ea typeface="Calibri"/>
                <a:cs typeface="Calibri"/>
              </a:defRPr>
            </a:lvl1pPr>
            <a:lvl2pPr algn="ctr">
              <a:defRPr sz="1350" b="0">
                <a:solidFill>
                  <a:srgbClr val="1B1F3B"/>
                </a:solidFill>
                <a:latin typeface="Calibri"/>
                <a:ea typeface="Calibri"/>
                <a:cs typeface="Calibri"/>
              </a:defRPr>
            </a:lvl2pPr>
            <a:lvl3pPr algn="ctr">
              <a:defRPr sz="1350" b="0">
                <a:solidFill>
                  <a:srgbClr val="1B1F3B"/>
                </a:solidFill>
                <a:latin typeface="Calibri"/>
                <a:ea typeface="Calibri"/>
                <a:cs typeface="Calibri"/>
              </a:defRPr>
            </a:lvl3pPr>
            <a:lvl4pPr algn="ctr">
              <a:defRPr sz="1350" b="0">
                <a:solidFill>
                  <a:srgbClr val="1B1F3B"/>
                </a:solidFill>
                <a:latin typeface="Calibri"/>
                <a:ea typeface="Calibri"/>
                <a:cs typeface="Calibri"/>
              </a:defRPr>
            </a:lvl4pPr>
            <a:lvl5pPr algn="ctr">
              <a:defRPr sz="1350" b="0">
                <a:solidFill>
                  <a:srgbClr val="1B1F3B"/>
                </a:solidFill>
                <a:latin typeface="Calibri"/>
                <a:ea typeface="Calibri"/>
                <a:cs typeface="Calibri"/>
              </a:defRPr>
            </a:lvl5pPr>
            <a:lvl6pPr algn="ctr">
              <a:defRPr sz="1350" b="0">
                <a:solidFill>
                  <a:srgbClr val="1B1F3B"/>
                </a:solidFill>
                <a:latin typeface="Calibri"/>
                <a:ea typeface="Calibri"/>
                <a:cs typeface="Calibri"/>
              </a:defRPr>
            </a:lvl6pPr>
            <a:lvl7pPr algn="ctr">
              <a:defRPr sz="1350" b="0">
                <a:solidFill>
                  <a:srgbClr val="1B1F3B"/>
                </a:solidFill>
                <a:latin typeface="Calibri"/>
                <a:ea typeface="Calibri"/>
                <a:cs typeface="Calibri"/>
              </a:defRPr>
            </a:lvl7pPr>
            <a:lvl8pPr algn="ctr">
              <a:defRPr sz="1350" b="0">
                <a:solidFill>
                  <a:srgbClr val="1B1F3B"/>
                </a:solidFill>
                <a:latin typeface="Calibri"/>
                <a:ea typeface="Calibri"/>
                <a:cs typeface="Calibri"/>
              </a:defRPr>
            </a:lvl8pPr>
            <a:lvl9pPr algn="ctr">
              <a:defRPr sz="1350" b="0">
                <a:solidFill>
                  <a:srgbClr val="1B1F3B"/>
                </a:solidFill>
                <a:latin typeface="Calibri"/>
                <a:ea typeface="Calibri"/>
                <a:cs typeface="Calibri"/>
              </a:defRPr>
            </a:lvl9pPr>
          </a:lstStyle>
          <a:p>
            <a:pPr defTabSz="1219170">
              <a:defRPr sz="1350" b="0">
                <a:solidFill>
                  <a:srgbClr val="1B1F3B"/>
                </a:solidFill>
                <a:latin typeface="Calibri"/>
                <a:ea typeface="Calibri"/>
                <a:cs typeface="Calibri"/>
              </a:defRPr>
            </a:pPr>
            <a:r>
              <a:rPr sz="1800"/>
              <a:t>1</a:t>
            </a:r>
          </a:p>
        </p:txBody>
      </p:sp>
      <p:sp>
        <p:nvSpPr>
          <p:cNvPr id="7" name="Rectangle 6">
            <a:extLst>
              <a:ext uri="{FF2B5EF4-FFF2-40B4-BE49-F238E27FC236}">
                <a16:creationId xmlns:a16="http://schemas.microsoft.com/office/drawing/2014/main" id="{424CAB82-B4B6-4564-A9BE-7814BE017DBF}"/>
              </a:ext>
            </a:extLst>
          </p:cNvPr>
          <p:cNvSpPr>
            <a:spLocks noGrp="1"/>
          </p:cNvSpPr>
          <p:nvPr/>
        </p:nvSpPr>
        <p:spPr>
          <a:xfrm>
            <a:off x="2095500" y="1952625"/>
            <a:ext cx="1162051" cy="1162051"/>
          </a:xfrm>
          <a:prstGeom prst="rect">
            <a:avLst/>
          </a:prstGeom>
          <a:solidFill>
            <a:srgbClr val="F8D19C"/>
          </a:solidFill>
          <a:ln w="7144">
            <a:solidFill>
              <a:srgbClr val="FFFFFF"/>
            </a:solidFill>
            <a:prstDash val="solid"/>
          </a:ln>
        </p:spPr>
        <p:txBody>
          <a:bodyPr/>
          <a:lstStyle/>
          <a:p>
            <a:pPr defTabSz="1219170"/>
            <a:endParaRPr sz="2400">
              <a:solidFill>
                <a:srgbClr val="1B1F3B"/>
              </a:solidFill>
              <a:latin typeface="Calibri"/>
            </a:endParaRPr>
          </a:p>
        </p:txBody>
      </p:sp>
      <p:sp>
        <p:nvSpPr>
          <p:cNvPr id="8" name="Rectangle 7">
            <a:extLst>
              <a:ext uri="{FF2B5EF4-FFF2-40B4-BE49-F238E27FC236}">
                <a16:creationId xmlns:a16="http://schemas.microsoft.com/office/drawing/2014/main" id="{89C12101-30CC-4341-A4AF-A2DB16618407}"/>
              </a:ext>
            </a:extLst>
          </p:cNvPr>
          <p:cNvSpPr>
            <a:spLocks noGrp="1"/>
          </p:cNvSpPr>
          <p:nvPr/>
        </p:nvSpPr>
        <p:spPr>
          <a:xfrm>
            <a:off x="2095500" y="1952625"/>
            <a:ext cx="1162051" cy="1162051"/>
          </a:xfrm>
          <a:prstGeom prst="rect">
            <a:avLst/>
          </a:prstGeom>
          <a:noFill/>
          <a:ln w="0">
            <a:noFill/>
            <a:prstDash val="solid"/>
          </a:ln>
        </p:spPr>
        <p:txBody>
          <a:bodyPr wrap="square" lIns="0" tIns="0" rIns="0" bIns="0" anchor="ctr">
            <a:noAutofit/>
          </a:bodyPr>
          <a:lstStyle>
            <a:defPPr algn="ctr">
              <a:defRPr sz="1350" b="0">
                <a:solidFill>
                  <a:srgbClr val="1B1F3B"/>
                </a:solidFill>
                <a:latin typeface="Calibri"/>
                <a:ea typeface="Calibri"/>
                <a:cs typeface="Calibri"/>
              </a:defRPr>
            </a:defPPr>
            <a:lvl1pPr algn="ctr">
              <a:defRPr sz="1350" b="0">
                <a:solidFill>
                  <a:srgbClr val="1B1F3B"/>
                </a:solidFill>
                <a:latin typeface="Calibri"/>
                <a:ea typeface="Calibri"/>
                <a:cs typeface="Calibri"/>
              </a:defRPr>
            </a:lvl1pPr>
            <a:lvl2pPr algn="ctr">
              <a:defRPr sz="1350" b="0">
                <a:solidFill>
                  <a:srgbClr val="1B1F3B"/>
                </a:solidFill>
                <a:latin typeface="Calibri"/>
                <a:ea typeface="Calibri"/>
                <a:cs typeface="Calibri"/>
              </a:defRPr>
            </a:lvl2pPr>
            <a:lvl3pPr algn="ctr">
              <a:defRPr sz="1350" b="0">
                <a:solidFill>
                  <a:srgbClr val="1B1F3B"/>
                </a:solidFill>
                <a:latin typeface="Calibri"/>
                <a:ea typeface="Calibri"/>
                <a:cs typeface="Calibri"/>
              </a:defRPr>
            </a:lvl3pPr>
            <a:lvl4pPr algn="ctr">
              <a:defRPr sz="1350" b="0">
                <a:solidFill>
                  <a:srgbClr val="1B1F3B"/>
                </a:solidFill>
                <a:latin typeface="Calibri"/>
                <a:ea typeface="Calibri"/>
                <a:cs typeface="Calibri"/>
              </a:defRPr>
            </a:lvl4pPr>
            <a:lvl5pPr algn="ctr">
              <a:defRPr sz="1350" b="0">
                <a:solidFill>
                  <a:srgbClr val="1B1F3B"/>
                </a:solidFill>
                <a:latin typeface="Calibri"/>
                <a:ea typeface="Calibri"/>
                <a:cs typeface="Calibri"/>
              </a:defRPr>
            </a:lvl5pPr>
            <a:lvl6pPr algn="ctr">
              <a:defRPr sz="1350" b="0">
                <a:solidFill>
                  <a:srgbClr val="1B1F3B"/>
                </a:solidFill>
                <a:latin typeface="Calibri"/>
                <a:ea typeface="Calibri"/>
                <a:cs typeface="Calibri"/>
              </a:defRPr>
            </a:lvl6pPr>
            <a:lvl7pPr algn="ctr">
              <a:defRPr sz="1350" b="0">
                <a:solidFill>
                  <a:srgbClr val="1B1F3B"/>
                </a:solidFill>
                <a:latin typeface="Calibri"/>
                <a:ea typeface="Calibri"/>
                <a:cs typeface="Calibri"/>
              </a:defRPr>
            </a:lvl7pPr>
            <a:lvl8pPr algn="ctr">
              <a:defRPr sz="1350" b="0">
                <a:solidFill>
                  <a:srgbClr val="1B1F3B"/>
                </a:solidFill>
                <a:latin typeface="Calibri"/>
                <a:ea typeface="Calibri"/>
                <a:cs typeface="Calibri"/>
              </a:defRPr>
            </a:lvl8pPr>
            <a:lvl9pPr algn="ctr">
              <a:defRPr sz="1350" b="0">
                <a:solidFill>
                  <a:srgbClr val="1B1F3B"/>
                </a:solidFill>
                <a:latin typeface="Calibri"/>
                <a:ea typeface="Calibri"/>
                <a:cs typeface="Calibri"/>
              </a:defRPr>
            </a:lvl9pPr>
          </a:lstStyle>
          <a:p>
            <a:pPr defTabSz="1219170">
              <a:defRPr sz="1350" b="0">
                <a:solidFill>
                  <a:srgbClr val="1B1F3B"/>
                </a:solidFill>
                <a:latin typeface="Calibri"/>
                <a:ea typeface="Calibri"/>
                <a:cs typeface="Calibri"/>
              </a:defRPr>
            </a:pPr>
            <a:r>
              <a:rPr sz="1800"/>
              <a:t>3.5</a:t>
            </a:r>
          </a:p>
        </p:txBody>
      </p:sp>
      <p:sp>
        <p:nvSpPr>
          <p:cNvPr id="9" name="Rectangle 8">
            <a:extLst>
              <a:ext uri="{FF2B5EF4-FFF2-40B4-BE49-F238E27FC236}">
                <a16:creationId xmlns:a16="http://schemas.microsoft.com/office/drawing/2014/main" id="{BF9FEFE4-458B-427E-A1B2-EA56CAFE9027}"/>
              </a:ext>
            </a:extLst>
          </p:cNvPr>
          <p:cNvSpPr>
            <a:spLocks noGrp="1"/>
          </p:cNvSpPr>
          <p:nvPr/>
        </p:nvSpPr>
        <p:spPr>
          <a:xfrm>
            <a:off x="3286125" y="1952625"/>
            <a:ext cx="1162051" cy="1162051"/>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0" name="Rectangle 9">
            <a:extLst>
              <a:ext uri="{FF2B5EF4-FFF2-40B4-BE49-F238E27FC236}">
                <a16:creationId xmlns:a16="http://schemas.microsoft.com/office/drawing/2014/main" id="{433A9F3E-2818-4949-A098-4BCC2339C17E}"/>
              </a:ext>
            </a:extLst>
          </p:cNvPr>
          <p:cNvSpPr>
            <a:spLocks noGrp="1"/>
          </p:cNvSpPr>
          <p:nvPr/>
        </p:nvSpPr>
        <p:spPr>
          <a:xfrm>
            <a:off x="3286125" y="1952625"/>
            <a:ext cx="1162051" cy="1162051"/>
          </a:xfrm>
          <a:prstGeom prst="rect">
            <a:avLst/>
          </a:prstGeom>
          <a:noFill/>
          <a:ln w="0">
            <a:noFill/>
            <a:prstDash val="solid"/>
          </a:ln>
        </p:spPr>
        <p:txBody>
          <a:bodyPr wrap="square" lIns="0" tIns="0" rIns="0" bIns="0" anchor="ctr">
            <a:noAutofit/>
          </a:bodyPr>
          <a:lstStyle>
            <a:defPPr algn="ctr">
              <a:defRPr sz="1350" b="0">
                <a:solidFill>
                  <a:srgbClr val="1B1F3B"/>
                </a:solidFill>
                <a:latin typeface="Calibri"/>
                <a:ea typeface="Calibri"/>
                <a:cs typeface="Calibri"/>
              </a:defRPr>
            </a:defPPr>
            <a:lvl1pPr algn="ctr">
              <a:defRPr sz="1350" b="0">
                <a:solidFill>
                  <a:srgbClr val="1B1F3B"/>
                </a:solidFill>
                <a:latin typeface="Calibri"/>
                <a:ea typeface="Calibri"/>
                <a:cs typeface="Calibri"/>
              </a:defRPr>
            </a:lvl1pPr>
            <a:lvl2pPr algn="ctr">
              <a:defRPr sz="1350" b="0">
                <a:solidFill>
                  <a:srgbClr val="1B1F3B"/>
                </a:solidFill>
                <a:latin typeface="Calibri"/>
                <a:ea typeface="Calibri"/>
                <a:cs typeface="Calibri"/>
              </a:defRPr>
            </a:lvl2pPr>
            <a:lvl3pPr algn="ctr">
              <a:defRPr sz="1350" b="0">
                <a:solidFill>
                  <a:srgbClr val="1B1F3B"/>
                </a:solidFill>
                <a:latin typeface="Calibri"/>
                <a:ea typeface="Calibri"/>
                <a:cs typeface="Calibri"/>
              </a:defRPr>
            </a:lvl3pPr>
            <a:lvl4pPr algn="ctr">
              <a:defRPr sz="1350" b="0">
                <a:solidFill>
                  <a:srgbClr val="1B1F3B"/>
                </a:solidFill>
                <a:latin typeface="Calibri"/>
                <a:ea typeface="Calibri"/>
                <a:cs typeface="Calibri"/>
              </a:defRPr>
            </a:lvl4pPr>
            <a:lvl5pPr algn="ctr">
              <a:defRPr sz="1350" b="0">
                <a:solidFill>
                  <a:srgbClr val="1B1F3B"/>
                </a:solidFill>
                <a:latin typeface="Calibri"/>
                <a:ea typeface="Calibri"/>
                <a:cs typeface="Calibri"/>
              </a:defRPr>
            </a:lvl5pPr>
            <a:lvl6pPr algn="ctr">
              <a:defRPr sz="1350" b="0">
                <a:solidFill>
                  <a:srgbClr val="1B1F3B"/>
                </a:solidFill>
                <a:latin typeface="Calibri"/>
                <a:ea typeface="Calibri"/>
                <a:cs typeface="Calibri"/>
              </a:defRPr>
            </a:lvl6pPr>
            <a:lvl7pPr algn="ctr">
              <a:defRPr sz="1350" b="0">
                <a:solidFill>
                  <a:srgbClr val="1B1F3B"/>
                </a:solidFill>
                <a:latin typeface="Calibri"/>
                <a:ea typeface="Calibri"/>
                <a:cs typeface="Calibri"/>
              </a:defRPr>
            </a:lvl7pPr>
            <a:lvl8pPr algn="ctr">
              <a:defRPr sz="1350" b="0">
                <a:solidFill>
                  <a:srgbClr val="1B1F3B"/>
                </a:solidFill>
                <a:latin typeface="Calibri"/>
                <a:ea typeface="Calibri"/>
                <a:cs typeface="Calibri"/>
              </a:defRPr>
            </a:lvl8pPr>
            <a:lvl9pPr algn="ctr">
              <a:defRPr sz="1350" b="0">
                <a:solidFill>
                  <a:srgbClr val="1B1F3B"/>
                </a:solidFill>
                <a:latin typeface="Calibri"/>
                <a:ea typeface="Calibri"/>
                <a:cs typeface="Calibri"/>
              </a:defRPr>
            </a:lvl9pPr>
          </a:lstStyle>
          <a:p>
            <a:pPr defTabSz="1219170">
              <a:defRPr sz="1350" b="0">
                <a:solidFill>
                  <a:srgbClr val="1B1F3B"/>
                </a:solidFill>
                <a:latin typeface="Calibri"/>
                <a:ea typeface="Calibri"/>
                <a:cs typeface="Calibri"/>
              </a:defRPr>
            </a:pPr>
            <a:r>
              <a:rPr sz="1800"/>
              <a:t>1</a:t>
            </a:r>
          </a:p>
        </p:txBody>
      </p:sp>
      <p:sp>
        <p:nvSpPr>
          <p:cNvPr id="11" name="Rectangle 10">
            <a:extLst>
              <a:ext uri="{FF2B5EF4-FFF2-40B4-BE49-F238E27FC236}">
                <a16:creationId xmlns:a16="http://schemas.microsoft.com/office/drawing/2014/main" id="{F3A5A97D-9A4F-4D67-8469-B7506C0B6777}"/>
              </a:ext>
            </a:extLst>
          </p:cNvPr>
          <p:cNvSpPr>
            <a:spLocks noGrp="1"/>
          </p:cNvSpPr>
          <p:nvPr/>
        </p:nvSpPr>
        <p:spPr>
          <a:xfrm>
            <a:off x="6191251" y="2095501"/>
            <a:ext cx="5238749" cy="952500"/>
          </a:xfrm>
          <a:prstGeom prst="rect">
            <a:avLst/>
          </a:prstGeom>
          <a:noFill/>
          <a:ln w="0">
            <a:noFill/>
            <a:prstDash val="solid"/>
          </a:ln>
        </p:spPr>
        <p:txBody>
          <a:bodyPr wrap="square" lIns="0" tIns="0" rIns="0" bIns="0" anchor="ctr">
            <a:noAutofit/>
          </a:bodyPr>
          <a:lstStyle>
            <a:defPPr algn="l">
              <a:defRPr sz="2500" b="1">
                <a:solidFill>
                  <a:srgbClr val="2D3A8C"/>
                </a:solidFill>
                <a:latin typeface="Calibri"/>
                <a:ea typeface="Calibri"/>
                <a:cs typeface="Calibri"/>
              </a:defRPr>
            </a:defPPr>
            <a:lvl1pPr algn="l">
              <a:defRPr sz="2500" b="1">
                <a:solidFill>
                  <a:srgbClr val="2D3A8C"/>
                </a:solidFill>
                <a:latin typeface="Calibri"/>
                <a:ea typeface="Calibri"/>
                <a:cs typeface="Calibri"/>
              </a:defRPr>
            </a:lvl1pPr>
            <a:lvl2pPr algn="l">
              <a:defRPr sz="2500" b="1">
                <a:solidFill>
                  <a:srgbClr val="2D3A8C"/>
                </a:solidFill>
                <a:latin typeface="Calibri"/>
                <a:ea typeface="Calibri"/>
                <a:cs typeface="Calibri"/>
              </a:defRPr>
            </a:lvl2pPr>
            <a:lvl3pPr algn="l">
              <a:defRPr sz="2500" b="1">
                <a:solidFill>
                  <a:srgbClr val="2D3A8C"/>
                </a:solidFill>
                <a:latin typeface="Calibri"/>
                <a:ea typeface="Calibri"/>
                <a:cs typeface="Calibri"/>
              </a:defRPr>
            </a:lvl3pPr>
            <a:lvl4pPr algn="l">
              <a:defRPr sz="2500" b="1">
                <a:solidFill>
                  <a:srgbClr val="2D3A8C"/>
                </a:solidFill>
                <a:latin typeface="Calibri"/>
                <a:ea typeface="Calibri"/>
                <a:cs typeface="Calibri"/>
              </a:defRPr>
            </a:lvl4pPr>
            <a:lvl5pPr algn="l">
              <a:defRPr sz="2500" b="1">
                <a:solidFill>
                  <a:srgbClr val="2D3A8C"/>
                </a:solidFill>
                <a:latin typeface="Calibri"/>
                <a:ea typeface="Calibri"/>
                <a:cs typeface="Calibri"/>
              </a:defRPr>
            </a:lvl5pPr>
            <a:lvl6pPr algn="l">
              <a:defRPr sz="2500" b="1">
                <a:solidFill>
                  <a:srgbClr val="2D3A8C"/>
                </a:solidFill>
                <a:latin typeface="Calibri"/>
                <a:ea typeface="Calibri"/>
                <a:cs typeface="Calibri"/>
              </a:defRPr>
            </a:lvl6pPr>
            <a:lvl7pPr algn="l">
              <a:defRPr sz="2500" b="1">
                <a:solidFill>
                  <a:srgbClr val="2D3A8C"/>
                </a:solidFill>
                <a:latin typeface="Calibri"/>
                <a:ea typeface="Calibri"/>
                <a:cs typeface="Calibri"/>
              </a:defRPr>
            </a:lvl7pPr>
            <a:lvl8pPr algn="l">
              <a:defRPr sz="2500" b="1">
                <a:solidFill>
                  <a:srgbClr val="2D3A8C"/>
                </a:solidFill>
                <a:latin typeface="Calibri"/>
                <a:ea typeface="Calibri"/>
                <a:cs typeface="Calibri"/>
              </a:defRPr>
            </a:lvl8pPr>
            <a:lvl9pPr algn="l">
              <a:defRPr sz="2500" b="1">
                <a:solidFill>
                  <a:srgbClr val="2D3A8C"/>
                </a:solidFill>
                <a:latin typeface="Calibri"/>
                <a:ea typeface="Calibri"/>
                <a:cs typeface="Calibri"/>
              </a:defRPr>
            </a:lvl9pPr>
          </a:lstStyle>
          <a:p>
            <a:pPr defTabSz="1219170">
              <a:defRPr sz="2500" b="1">
                <a:solidFill>
                  <a:srgbClr val="2D3A8C"/>
                </a:solidFill>
                <a:latin typeface="Calibri"/>
                <a:ea typeface="Calibri"/>
                <a:cs typeface="Calibri"/>
              </a:defRPr>
            </a:pPr>
            <a:r>
              <a:rPr sz="3333"/>
              <a:t>2.25 + 2.25 = 4.5</a:t>
            </a:r>
          </a:p>
        </p:txBody>
      </p:sp>
      <p:sp>
        <p:nvSpPr>
          <p:cNvPr id="12" name="Rectangle 11">
            <a:extLst>
              <a:ext uri="{FF2B5EF4-FFF2-40B4-BE49-F238E27FC236}">
                <a16:creationId xmlns:a16="http://schemas.microsoft.com/office/drawing/2014/main" id="{2510AC3C-B5A7-481B-9A00-8E75EC0F8595}"/>
              </a:ext>
            </a:extLst>
          </p:cNvPr>
          <p:cNvSpPr>
            <a:spLocks noGrp="1"/>
          </p:cNvSpPr>
          <p:nvPr/>
        </p:nvSpPr>
        <p:spPr>
          <a:xfrm>
            <a:off x="809626" y="4000500"/>
            <a:ext cx="10572749" cy="857251"/>
          </a:xfrm>
          <a:prstGeom prst="rect">
            <a:avLst/>
          </a:prstGeom>
          <a:noFill/>
          <a:ln w="0">
            <a:noFill/>
            <a:prstDash val="solid"/>
          </a:ln>
        </p:spPr>
        <p:txBody>
          <a:bodyPr wrap="square" lIns="0" tIns="0" rIns="0" bIns="0" anchor="ctr">
            <a:noAutofit/>
          </a:bodyPr>
          <a:lstStyle>
            <a:defPPr algn="l">
              <a:defRPr sz="2150" b="1">
                <a:solidFill>
                  <a:srgbClr val="1B1F3B"/>
                </a:solidFill>
                <a:latin typeface="Calibri"/>
                <a:ea typeface="Calibri"/>
                <a:cs typeface="Calibri"/>
              </a:defRPr>
            </a:defPPr>
            <a:lvl1pPr algn="l">
              <a:defRPr sz="2150" b="1">
                <a:solidFill>
                  <a:srgbClr val="1B1F3B"/>
                </a:solidFill>
                <a:latin typeface="Calibri"/>
                <a:ea typeface="Calibri"/>
                <a:cs typeface="Calibri"/>
              </a:defRPr>
            </a:lvl1pPr>
            <a:lvl2pPr algn="l">
              <a:defRPr sz="2150" b="1">
                <a:solidFill>
                  <a:srgbClr val="1B1F3B"/>
                </a:solidFill>
                <a:latin typeface="Calibri"/>
                <a:ea typeface="Calibri"/>
                <a:cs typeface="Calibri"/>
              </a:defRPr>
            </a:lvl2pPr>
            <a:lvl3pPr algn="l">
              <a:defRPr sz="2150" b="1">
                <a:solidFill>
                  <a:srgbClr val="1B1F3B"/>
                </a:solidFill>
                <a:latin typeface="Calibri"/>
                <a:ea typeface="Calibri"/>
                <a:cs typeface="Calibri"/>
              </a:defRPr>
            </a:lvl3pPr>
            <a:lvl4pPr algn="l">
              <a:defRPr sz="2150" b="1">
                <a:solidFill>
                  <a:srgbClr val="1B1F3B"/>
                </a:solidFill>
                <a:latin typeface="Calibri"/>
                <a:ea typeface="Calibri"/>
                <a:cs typeface="Calibri"/>
              </a:defRPr>
            </a:lvl4pPr>
            <a:lvl5pPr algn="l">
              <a:defRPr sz="2150" b="1">
                <a:solidFill>
                  <a:srgbClr val="1B1F3B"/>
                </a:solidFill>
                <a:latin typeface="Calibri"/>
                <a:ea typeface="Calibri"/>
                <a:cs typeface="Calibri"/>
              </a:defRPr>
            </a:lvl5pPr>
            <a:lvl6pPr algn="l">
              <a:defRPr sz="2150" b="1">
                <a:solidFill>
                  <a:srgbClr val="1B1F3B"/>
                </a:solidFill>
                <a:latin typeface="Calibri"/>
                <a:ea typeface="Calibri"/>
                <a:cs typeface="Calibri"/>
              </a:defRPr>
            </a:lvl6pPr>
            <a:lvl7pPr algn="l">
              <a:defRPr sz="2150" b="1">
                <a:solidFill>
                  <a:srgbClr val="1B1F3B"/>
                </a:solidFill>
                <a:latin typeface="Calibri"/>
                <a:ea typeface="Calibri"/>
                <a:cs typeface="Calibri"/>
              </a:defRPr>
            </a:lvl7pPr>
            <a:lvl8pPr algn="l">
              <a:defRPr sz="2150" b="1">
                <a:solidFill>
                  <a:srgbClr val="1B1F3B"/>
                </a:solidFill>
                <a:latin typeface="Calibri"/>
                <a:ea typeface="Calibri"/>
                <a:cs typeface="Calibri"/>
              </a:defRPr>
            </a:lvl8pPr>
            <a:lvl9pPr algn="l">
              <a:defRPr sz="2150" b="1">
                <a:solidFill>
                  <a:srgbClr val="1B1F3B"/>
                </a:solidFill>
                <a:latin typeface="Calibri"/>
                <a:ea typeface="Calibri"/>
                <a:cs typeface="Calibri"/>
              </a:defRPr>
            </a:lvl9pPr>
          </a:lstStyle>
          <a:p>
            <a:pPr defTabSz="1219170">
              <a:defRPr sz="2150" b="1">
                <a:solidFill>
                  <a:srgbClr val="1B1F3B"/>
                </a:solidFill>
                <a:latin typeface="Calibri"/>
                <a:ea typeface="Calibri"/>
                <a:cs typeface="Calibri"/>
              </a:defRPr>
            </a:pPr>
            <a:r>
              <a:rPr sz="2867"/>
              <a:t>J(P) = Σ d(u,v) × [c(u) + c(v)] ÷ 2</a:t>
            </a:r>
          </a:p>
        </p:txBody>
      </p:sp>
      <p:sp>
        <p:nvSpPr>
          <p:cNvPr id="13" name="Rectangle 12">
            <a:extLst>
              <a:ext uri="{FF2B5EF4-FFF2-40B4-BE49-F238E27FC236}">
                <a16:creationId xmlns:a16="http://schemas.microsoft.com/office/drawing/2014/main" id="{2E02F7E9-DF54-450C-A90C-D766712EDFB2}"/>
              </a:ext>
            </a:extLst>
          </p:cNvPr>
          <p:cNvSpPr>
            <a:spLocks noGrp="1"/>
          </p:cNvSpPr>
          <p:nvPr/>
        </p:nvSpPr>
        <p:spPr>
          <a:xfrm>
            <a:off x="609600" y="5476875"/>
            <a:ext cx="10972800" cy="457200"/>
          </a:xfrm>
          <a:prstGeom prst="rect">
            <a:avLst/>
          </a:prstGeom>
          <a:noFill/>
          <a:ln w="0">
            <a:noFill/>
            <a:prstDash val="solid"/>
          </a:ln>
        </p:spPr>
        <p:txBody>
          <a:bodyPr wrap="square" lIns="0" tIns="0" rIns="0" bIns="0" anchor="ctr">
            <a:noAutofit/>
          </a:bodyPr>
          <a:lstStyle>
            <a:defPPr algn="l">
              <a:defRPr sz="1300" b="0">
                <a:solidFill>
                  <a:srgbClr val="4A4F6A"/>
                </a:solidFill>
                <a:latin typeface="Calibri"/>
                <a:ea typeface="Calibri"/>
                <a:cs typeface="Calibri"/>
              </a:defRPr>
            </a:defPPr>
            <a:lvl1pPr algn="l">
              <a:defRPr sz="1300" b="0">
                <a:solidFill>
                  <a:srgbClr val="4A4F6A"/>
                </a:solidFill>
                <a:latin typeface="Calibri"/>
                <a:ea typeface="Calibri"/>
                <a:cs typeface="Calibri"/>
              </a:defRPr>
            </a:lvl1pPr>
            <a:lvl2pPr algn="l">
              <a:defRPr sz="1300" b="0">
                <a:solidFill>
                  <a:srgbClr val="4A4F6A"/>
                </a:solidFill>
                <a:latin typeface="Calibri"/>
                <a:ea typeface="Calibri"/>
                <a:cs typeface="Calibri"/>
              </a:defRPr>
            </a:lvl2pPr>
            <a:lvl3pPr algn="l">
              <a:defRPr sz="1300" b="0">
                <a:solidFill>
                  <a:srgbClr val="4A4F6A"/>
                </a:solidFill>
                <a:latin typeface="Calibri"/>
                <a:ea typeface="Calibri"/>
                <a:cs typeface="Calibri"/>
              </a:defRPr>
            </a:lvl3pPr>
            <a:lvl4pPr algn="l">
              <a:defRPr sz="1300" b="0">
                <a:solidFill>
                  <a:srgbClr val="4A4F6A"/>
                </a:solidFill>
                <a:latin typeface="Calibri"/>
                <a:ea typeface="Calibri"/>
                <a:cs typeface="Calibri"/>
              </a:defRPr>
            </a:lvl4pPr>
            <a:lvl5pPr algn="l">
              <a:defRPr sz="1300" b="0">
                <a:solidFill>
                  <a:srgbClr val="4A4F6A"/>
                </a:solidFill>
                <a:latin typeface="Calibri"/>
                <a:ea typeface="Calibri"/>
                <a:cs typeface="Calibri"/>
              </a:defRPr>
            </a:lvl5pPr>
            <a:lvl6pPr algn="l">
              <a:defRPr sz="1300" b="0">
                <a:solidFill>
                  <a:srgbClr val="4A4F6A"/>
                </a:solidFill>
                <a:latin typeface="Calibri"/>
                <a:ea typeface="Calibri"/>
                <a:cs typeface="Calibri"/>
              </a:defRPr>
            </a:lvl6pPr>
            <a:lvl7pPr algn="l">
              <a:defRPr sz="1300" b="0">
                <a:solidFill>
                  <a:srgbClr val="4A4F6A"/>
                </a:solidFill>
                <a:latin typeface="Calibri"/>
                <a:ea typeface="Calibri"/>
                <a:cs typeface="Calibri"/>
              </a:defRPr>
            </a:lvl7pPr>
            <a:lvl8pPr algn="l">
              <a:defRPr sz="1300" b="0">
                <a:solidFill>
                  <a:srgbClr val="4A4F6A"/>
                </a:solidFill>
                <a:latin typeface="Calibri"/>
                <a:ea typeface="Calibri"/>
                <a:cs typeface="Calibri"/>
              </a:defRPr>
            </a:lvl8pPr>
            <a:lvl9pPr algn="l">
              <a:defRPr sz="1300" b="0">
                <a:solidFill>
                  <a:srgbClr val="4A4F6A"/>
                </a:solidFill>
                <a:latin typeface="Calibri"/>
                <a:ea typeface="Calibri"/>
                <a:cs typeface="Calibri"/>
              </a:defRPr>
            </a:lvl9pPr>
          </a:lstStyle>
          <a:p>
            <a:pPr defTabSz="1219170">
              <a:defRPr sz="1300" b="0">
                <a:solidFill>
                  <a:srgbClr val="4A4F6A"/>
                </a:solidFill>
                <a:latin typeface="Calibri"/>
                <a:ea typeface="Calibri"/>
                <a:cs typeface="Calibri"/>
              </a:defRPr>
            </a:pPr>
            <a:r>
              <a:rPr sz="1733"/>
              <a:t>Σ means “add the move costs along the whole route”.</a:t>
            </a:r>
          </a:p>
        </p:txBody>
      </p:sp>
      <p:sp>
        <p:nvSpPr>
          <p:cNvPr id="14" name="Rectangle 13">
            <a:extLst>
              <a:ext uri="{FF2B5EF4-FFF2-40B4-BE49-F238E27FC236}">
                <a16:creationId xmlns:a16="http://schemas.microsoft.com/office/drawing/2014/main" id="{41212687-2001-4226-B136-FE7DF6C75CF5}"/>
              </a:ext>
            </a:extLst>
          </p:cNvPr>
          <p:cNvSpPr>
            <a:spLocks noGrp="1"/>
          </p:cNvSpPr>
          <p:nvPr/>
        </p:nvSpPr>
        <p:spPr>
          <a:xfrm>
            <a:off x="6191251" y="3095626"/>
            <a:ext cx="5238749" cy="809625"/>
          </a:xfrm>
          <a:prstGeom prst="rect">
            <a:avLst/>
          </a:prstGeom>
          <a:noFill/>
          <a:ln w="0">
            <a:noFill/>
            <a:prstDash val="solid"/>
          </a:ln>
        </p:spPr>
        <p:txBody>
          <a:bodyPr wrap="square" lIns="0" tIns="0" rIns="0" bIns="0" anchor="ctr">
            <a:noAutofit/>
          </a:bodyPr>
          <a:lstStyle>
            <a:defPPr algn="l">
              <a:defRPr sz="1450" b="0">
                <a:solidFill>
                  <a:srgbClr val="4A4F6A"/>
                </a:solidFill>
                <a:latin typeface="Calibri"/>
                <a:ea typeface="Calibri"/>
                <a:cs typeface="Calibri"/>
              </a:defRPr>
            </a:defPPr>
            <a:lvl1pPr algn="l">
              <a:defRPr sz="1450" b="0">
                <a:solidFill>
                  <a:srgbClr val="4A4F6A"/>
                </a:solidFill>
                <a:latin typeface="Calibri"/>
                <a:ea typeface="Calibri"/>
                <a:cs typeface="Calibri"/>
              </a:defRPr>
            </a:lvl1pPr>
            <a:lvl2pPr algn="l">
              <a:defRPr sz="1450" b="0">
                <a:solidFill>
                  <a:srgbClr val="4A4F6A"/>
                </a:solidFill>
                <a:latin typeface="Calibri"/>
                <a:ea typeface="Calibri"/>
                <a:cs typeface="Calibri"/>
              </a:defRPr>
            </a:lvl2pPr>
            <a:lvl3pPr algn="l">
              <a:defRPr sz="1450" b="0">
                <a:solidFill>
                  <a:srgbClr val="4A4F6A"/>
                </a:solidFill>
                <a:latin typeface="Calibri"/>
                <a:ea typeface="Calibri"/>
                <a:cs typeface="Calibri"/>
              </a:defRPr>
            </a:lvl3pPr>
            <a:lvl4pPr algn="l">
              <a:defRPr sz="1450" b="0">
                <a:solidFill>
                  <a:srgbClr val="4A4F6A"/>
                </a:solidFill>
                <a:latin typeface="Calibri"/>
                <a:ea typeface="Calibri"/>
                <a:cs typeface="Calibri"/>
              </a:defRPr>
            </a:lvl4pPr>
            <a:lvl5pPr algn="l">
              <a:defRPr sz="1450" b="0">
                <a:solidFill>
                  <a:srgbClr val="4A4F6A"/>
                </a:solidFill>
                <a:latin typeface="Calibri"/>
                <a:ea typeface="Calibri"/>
                <a:cs typeface="Calibri"/>
              </a:defRPr>
            </a:lvl5pPr>
            <a:lvl6pPr algn="l">
              <a:defRPr sz="1450" b="0">
                <a:solidFill>
                  <a:srgbClr val="4A4F6A"/>
                </a:solidFill>
                <a:latin typeface="Calibri"/>
                <a:ea typeface="Calibri"/>
                <a:cs typeface="Calibri"/>
              </a:defRPr>
            </a:lvl6pPr>
            <a:lvl7pPr algn="l">
              <a:defRPr sz="1450" b="0">
                <a:solidFill>
                  <a:srgbClr val="4A4F6A"/>
                </a:solidFill>
                <a:latin typeface="Calibri"/>
                <a:ea typeface="Calibri"/>
                <a:cs typeface="Calibri"/>
              </a:defRPr>
            </a:lvl7pPr>
            <a:lvl8pPr algn="l">
              <a:defRPr sz="1450" b="0">
                <a:solidFill>
                  <a:srgbClr val="4A4F6A"/>
                </a:solidFill>
                <a:latin typeface="Calibri"/>
                <a:ea typeface="Calibri"/>
                <a:cs typeface="Calibri"/>
              </a:defRPr>
            </a:lvl8pPr>
            <a:lvl9pPr algn="l">
              <a:defRPr sz="1450" b="0">
                <a:solidFill>
                  <a:srgbClr val="4A4F6A"/>
                </a:solidFill>
                <a:latin typeface="Calibri"/>
                <a:ea typeface="Calibri"/>
                <a:cs typeface="Calibri"/>
              </a:defRPr>
            </a:lvl9pPr>
          </a:lstStyle>
          <a:p>
            <a:pPr defTabSz="1219170">
              <a:defRPr sz="1450" b="0">
                <a:solidFill>
                  <a:srgbClr val="4A4F6A"/>
                </a:solidFill>
                <a:latin typeface="Calibri"/>
                <a:ea typeface="Calibri"/>
                <a:cs typeface="Calibri"/>
              </a:defRPr>
            </a:pPr>
            <a:r>
              <a:rPr sz="1933"/>
              <a:t>J(P) is the total score</a:t>
            </a:r>
          </a:p>
          <a:p>
            <a:pPr defTabSz="1219170">
              <a:defRPr sz="1450" b="0">
                <a:solidFill>
                  <a:srgbClr val="4A4F6A"/>
                </a:solidFill>
                <a:latin typeface="Calibri"/>
                <a:ea typeface="Calibri"/>
                <a:cs typeface="Calibri"/>
              </a:defRPr>
            </a:pPr>
            <a:r>
              <a:rPr sz="1933"/>
              <a:t>for route P.</a:t>
            </a:r>
          </a:p>
        </p:txBody>
      </p:sp>
      <p:sp>
        <p:nvSpPr>
          <p:cNvPr id="15" name="Rectangle 14">
            <a:extLst>
              <a:ext uri="{FF2B5EF4-FFF2-40B4-BE49-F238E27FC236}">
                <a16:creationId xmlns:a16="http://schemas.microsoft.com/office/drawing/2014/main" id="{31F1207D-5EB5-4EFD-A3BC-5BD2CB755145}"/>
              </a:ext>
            </a:extLst>
          </p:cNvPr>
          <p:cNvSpPr>
            <a:spLocks noGrp="1"/>
          </p:cNvSpPr>
          <p:nvPr/>
        </p:nvSpPr>
        <p:spPr>
          <a:xfrm>
            <a:off x="809625" y="4905375"/>
            <a:ext cx="1619251" cy="409575"/>
          </a:xfrm>
          <a:prstGeom prst="rect">
            <a:avLst/>
          </a:prstGeom>
          <a:noFill/>
          <a:ln w="0">
            <a:noFill/>
          </a:ln>
        </p:spPr>
        <p:txBody>
          <a:bodyPr lIns="0" tIns="0" rIns="0" bIns="0" anchor="ctr"/>
          <a:lstStyle>
            <a:defPPr>
              <a:defRPr sz="1250">
                <a:solidFill>
                  <a:srgbClr val="2D3A8C"/>
                </a:solidFill>
                <a:latin typeface="Calibri"/>
                <a:ea typeface="Calibri"/>
                <a:cs typeface="Calibri"/>
              </a:defRPr>
            </a:defPPr>
            <a:lvl1pPr>
              <a:defRPr sz="1250">
                <a:solidFill>
                  <a:srgbClr val="2D3A8C"/>
                </a:solidFill>
                <a:latin typeface="Calibri"/>
                <a:ea typeface="Calibri"/>
                <a:cs typeface="Calibri"/>
              </a:defRPr>
            </a:lvl1pPr>
            <a:lvl2pPr>
              <a:defRPr sz="1250">
                <a:solidFill>
                  <a:srgbClr val="2D3A8C"/>
                </a:solidFill>
                <a:latin typeface="Calibri"/>
                <a:ea typeface="Calibri"/>
                <a:cs typeface="Calibri"/>
              </a:defRPr>
            </a:lvl2pPr>
            <a:lvl3pPr>
              <a:defRPr sz="1250">
                <a:solidFill>
                  <a:srgbClr val="2D3A8C"/>
                </a:solidFill>
                <a:latin typeface="Calibri"/>
                <a:ea typeface="Calibri"/>
                <a:cs typeface="Calibri"/>
              </a:defRPr>
            </a:lvl3pPr>
            <a:lvl4pPr>
              <a:defRPr sz="1250">
                <a:solidFill>
                  <a:srgbClr val="2D3A8C"/>
                </a:solidFill>
                <a:latin typeface="Calibri"/>
                <a:ea typeface="Calibri"/>
                <a:cs typeface="Calibri"/>
              </a:defRPr>
            </a:lvl4pPr>
            <a:lvl5pPr>
              <a:defRPr sz="1250">
                <a:solidFill>
                  <a:srgbClr val="2D3A8C"/>
                </a:solidFill>
                <a:latin typeface="Calibri"/>
                <a:ea typeface="Calibri"/>
                <a:cs typeface="Calibri"/>
              </a:defRPr>
            </a:lvl5pPr>
            <a:lvl6pPr>
              <a:defRPr sz="1250">
                <a:solidFill>
                  <a:srgbClr val="2D3A8C"/>
                </a:solidFill>
                <a:latin typeface="Calibri"/>
                <a:ea typeface="Calibri"/>
                <a:cs typeface="Calibri"/>
              </a:defRPr>
            </a:lvl6pPr>
            <a:lvl7pPr>
              <a:defRPr sz="1250">
                <a:solidFill>
                  <a:srgbClr val="2D3A8C"/>
                </a:solidFill>
                <a:latin typeface="Calibri"/>
                <a:ea typeface="Calibri"/>
                <a:cs typeface="Calibri"/>
              </a:defRPr>
            </a:lvl7pPr>
            <a:lvl8pPr>
              <a:defRPr sz="1250">
                <a:solidFill>
                  <a:srgbClr val="2D3A8C"/>
                </a:solidFill>
                <a:latin typeface="Calibri"/>
                <a:ea typeface="Calibri"/>
                <a:cs typeface="Calibri"/>
              </a:defRPr>
            </a:lvl8pPr>
            <a:lvl9pPr>
              <a:defRPr sz="1250">
                <a:solidFill>
                  <a:srgbClr val="2D3A8C"/>
                </a:solidFill>
                <a:latin typeface="Calibri"/>
                <a:ea typeface="Calibri"/>
                <a:cs typeface="Calibri"/>
              </a:defRPr>
            </a:lvl9pPr>
          </a:lstStyle>
          <a:p>
            <a:pPr defTabSz="1219170">
              <a:defRPr sz="1250">
                <a:solidFill>
                  <a:srgbClr val="2D3A8C"/>
                </a:solidFill>
                <a:latin typeface="Calibri"/>
                <a:ea typeface="Calibri"/>
                <a:cs typeface="Calibri"/>
              </a:defRPr>
            </a:pPr>
            <a:r>
              <a:rPr sz="1667"/>
              <a:t>P: route</a:t>
            </a:r>
          </a:p>
        </p:txBody>
      </p:sp>
      <p:sp>
        <p:nvSpPr>
          <p:cNvPr id="16" name="Rectangle 15">
            <a:extLst>
              <a:ext uri="{FF2B5EF4-FFF2-40B4-BE49-F238E27FC236}">
                <a16:creationId xmlns:a16="http://schemas.microsoft.com/office/drawing/2014/main" id="{B7B29710-6BE7-44D8-9ECD-A5D61814D5B0}"/>
              </a:ext>
            </a:extLst>
          </p:cNvPr>
          <p:cNvSpPr>
            <a:spLocks noGrp="1"/>
          </p:cNvSpPr>
          <p:nvPr/>
        </p:nvSpPr>
        <p:spPr>
          <a:xfrm>
            <a:off x="2524126" y="4905375"/>
            <a:ext cx="4000500" cy="409575"/>
          </a:xfrm>
          <a:prstGeom prst="rect">
            <a:avLst/>
          </a:prstGeom>
          <a:noFill/>
          <a:ln w="0">
            <a:noFill/>
          </a:ln>
        </p:spPr>
        <p:txBody>
          <a:bodyPr lIns="0" tIns="0" rIns="0" bIns="0" anchor="ctr"/>
          <a:lstStyle>
            <a:defPPr>
              <a:defRPr sz="1250">
                <a:solidFill>
                  <a:srgbClr val="2D3A8C"/>
                </a:solidFill>
                <a:latin typeface="Calibri"/>
                <a:ea typeface="Calibri"/>
                <a:cs typeface="Calibri"/>
              </a:defRPr>
            </a:defPPr>
            <a:lvl1pPr>
              <a:defRPr sz="1250">
                <a:solidFill>
                  <a:srgbClr val="2D3A8C"/>
                </a:solidFill>
                <a:latin typeface="Calibri"/>
                <a:ea typeface="Calibri"/>
                <a:cs typeface="Calibri"/>
              </a:defRPr>
            </a:lvl1pPr>
            <a:lvl2pPr>
              <a:defRPr sz="1250">
                <a:solidFill>
                  <a:srgbClr val="2D3A8C"/>
                </a:solidFill>
                <a:latin typeface="Calibri"/>
                <a:ea typeface="Calibri"/>
                <a:cs typeface="Calibri"/>
              </a:defRPr>
            </a:lvl2pPr>
            <a:lvl3pPr>
              <a:defRPr sz="1250">
                <a:solidFill>
                  <a:srgbClr val="2D3A8C"/>
                </a:solidFill>
                <a:latin typeface="Calibri"/>
                <a:ea typeface="Calibri"/>
                <a:cs typeface="Calibri"/>
              </a:defRPr>
            </a:lvl3pPr>
            <a:lvl4pPr>
              <a:defRPr sz="1250">
                <a:solidFill>
                  <a:srgbClr val="2D3A8C"/>
                </a:solidFill>
                <a:latin typeface="Calibri"/>
                <a:ea typeface="Calibri"/>
                <a:cs typeface="Calibri"/>
              </a:defRPr>
            </a:lvl4pPr>
            <a:lvl5pPr>
              <a:defRPr sz="1250">
                <a:solidFill>
                  <a:srgbClr val="2D3A8C"/>
                </a:solidFill>
                <a:latin typeface="Calibri"/>
                <a:ea typeface="Calibri"/>
                <a:cs typeface="Calibri"/>
              </a:defRPr>
            </a:lvl5pPr>
            <a:lvl6pPr>
              <a:defRPr sz="1250">
                <a:solidFill>
                  <a:srgbClr val="2D3A8C"/>
                </a:solidFill>
                <a:latin typeface="Calibri"/>
                <a:ea typeface="Calibri"/>
                <a:cs typeface="Calibri"/>
              </a:defRPr>
            </a:lvl6pPr>
            <a:lvl7pPr>
              <a:defRPr sz="1250">
                <a:solidFill>
                  <a:srgbClr val="2D3A8C"/>
                </a:solidFill>
                <a:latin typeface="Calibri"/>
                <a:ea typeface="Calibri"/>
                <a:cs typeface="Calibri"/>
              </a:defRPr>
            </a:lvl7pPr>
            <a:lvl8pPr>
              <a:defRPr sz="1250">
                <a:solidFill>
                  <a:srgbClr val="2D3A8C"/>
                </a:solidFill>
                <a:latin typeface="Calibri"/>
                <a:ea typeface="Calibri"/>
                <a:cs typeface="Calibri"/>
              </a:defRPr>
            </a:lvl8pPr>
            <a:lvl9pPr>
              <a:defRPr sz="1250">
                <a:solidFill>
                  <a:srgbClr val="2D3A8C"/>
                </a:solidFill>
                <a:latin typeface="Calibri"/>
                <a:ea typeface="Calibri"/>
                <a:cs typeface="Calibri"/>
              </a:defRPr>
            </a:lvl9pPr>
          </a:lstStyle>
          <a:p>
            <a:pPr defTabSz="1219170">
              <a:defRPr sz="1250">
                <a:solidFill>
                  <a:srgbClr val="2D3A8C"/>
                </a:solidFill>
                <a:latin typeface="Calibri"/>
                <a:ea typeface="Calibri"/>
                <a:cs typeface="Calibri"/>
              </a:defRPr>
            </a:pPr>
            <a:r>
              <a:rPr sz="1667"/>
              <a:t>u, v: neighboring cells</a:t>
            </a:r>
          </a:p>
        </p:txBody>
      </p:sp>
      <p:sp>
        <p:nvSpPr>
          <p:cNvPr id="17" name="Rectangle 16">
            <a:extLst>
              <a:ext uri="{FF2B5EF4-FFF2-40B4-BE49-F238E27FC236}">
                <a16:creationId xmlns:a16="http://schemas.microsoft.com/office/drawing/2014/main" id="{F17191B2-EFD6-4E6B-94BB-C96A2921C781}"/>
              </a:ext>
            </a:extLst>
          </p:cNvPr>
          <p:cNvSpPr>
            <a:spLocks noGrp="1"/>
          </p:cNvSpPr>
          <p:nvPr/>
        </p:nvSpPr>
        <p:spPr>
          <a:xfrm>
            <a:off x="6810376" y="4905375"/>
            <a:ext cx="1952625" cy="409575"/>
          </a:xfrm>
          <a:prstGeom prst="rect">
            <a:avLst/>
          </a:prstGeom>
          <a:noFill/>
          <a:ln w="0">
            <a:noFill/>
          </a:ln>
        </p:spPr>
        <p:txBody>
          <a:bodyPr lIns="0" tIns="0" rIns="0" bIns="0" anchor="ctr"/>
          <a:lstStyle>
            <a:defPPr>
              <a:defRPr sz="1250">
                <a:solidFill>
                  <a:srgbClr val="2D3A8C"/>
                </a:solidFill>
                <a:latin typeface="Calibri"/>
                <a:ea typeface="Calibri"/>
                <a:cs typeface="Calibri"/>
              </a:defRPr>
            </a:defPPr>
            <a:lvl1pPr>
              <a:defRPr sz="1250">
                <a:solidFill>
                  <a:srgbClr val="2D3A8C"/>
                </a:solidFill>
                <a:latin typeface="Calibri"/>
                <a:ea typeface="Calibri"/>
                <a:cs typeface="Calibri"/>
              </a:defRPr>
            </a:lvl1pPr>
            <a:lvl2pPr>
              <a:defRPr sz="1250">
                <a:solidFill>
                  <a:srgbClr val="2D3A8C"/>
                </a:solidFill>
                <a:latin typeface="Calibri"/>
                <a:ea typeface="Calibri"/>
                <a:cs typeface="Calibri"/>
              </a:defRPr>
            </a:lvl2pPr>
            <a:lvl3pPr>
              <a:defRPr sz="1250">
                <a:solidFill>
                  <a:srgbClr val="2D3A8C"/>
                </a:solidFill>
                <a:latin typeface="Calibri"/>
                <a:ea typeface="Calibri"/>
                <a:cs typeface="Calibri"/>
              </a:defRPr>
            </a:lvl3pPr>
            <a:lvl4pPr>
              <a:defRPr sz="1250">
                <a:solidFill>
                  <a:srgbClr val="2D3A8C"/>
                </a:solidFill>
                <a:latin typeface="Calibri"/>
                <a:ea typeface="Calibri"/>
                <a:cs typeface="Calibri"/>
              </a:defRPr>
            </a:lvl4pPr>
            <a:lvl5pPr>
              <a:defRPr sz="1250">
                <a:solidFill>
                  <a:srgbClr val="2D3A8C"/>
                </a:solidFill>
                <a:latin typeface="Calibri"/>
                <a:ea typeface="Calibri"/>
                <a:cs typeface="Calibri"/>
              </a:defRPr>
            </a:lvl5pPr>
            <a:lvl6pPr>
              <a:defRPr sz="1250">
                <a:solidFill>
                  <a:srgbClr val="2D3A8C"/>
                </a:solidFill>
                <a:latin typeface="Calibri"/>
                <a:ea typeface="Calibri"/>
                <a:cs typeface="Calibri"/>
              </a:defRPr>
            </a:lvl6pPr>
            <a:lvl7pPr>
              <a:defRPr sz="1250">
                <a:solidFill>
                  <a:srgbClr val="2D3A8C"/>
                </a:solidFill>
                <a:latin typeface="Calibri"/>
                <a:ea typeface="Calibri"/>
                <a:cs typeface="Calibri"/>
              </a:defRPr>
            </a:lvl7pPr>
            <a:lvl8pPr>
              <a:defRPr sz="1250">
                <a:solidFill>
                  <a:srgbClr val="2D3A8C"/>
                </a:solidFill>
                <a:latin typeface="Calibri"/>
                <a:ea typeface="Calibri"/>
                <a:cs typeface="Calibri"/>
              </a:defRPr>
            </a:lvl8pPr>
            <a:lvl9pPr>
              <a:defRPr sz="1250">
                <a:solidFill>
                  <a:srgbClr val="2D3A8C"/>
                </a:solidFill>
                <a:latin typeface="Calibri"/>
                <a:ea typeface="Calibri"/>
                <a:cs typeface="Calibri"/>
              </a:defRPr>
            </a:lvl9pPr>
          </a:lstStyle>
          <a:p>
            <a:pPr defTabSz="1219170">
              <a:defRPr sz="1250">
                <a:solidFill>
                  <a:srgbClr val="2D3A8C"/>
                </a:solidFill>
                <a:latin typeface="Calibri"/>
                <a:ea typeface="Calibri"/>
                <a:cs typeface="Calibri"/>
              </a:defRPr>
            </a:pPr>
            <a:r>
              <a:rPr sz="1667"/>
              <a:t>c: cell score</a:t>
            </a:r>
          </a:p>
        </p:txBody>
      </p:sp>
      <p:sp>
        <p:nvSpPr>
          <p:cNvPr id="18" name="Rectangle 17">
            <a:extLst>
              <a:ext uri="{FF2B5EF4-FFF2-40B4-BE49-F238E27FC236}">
                <a16:creationId xmlns:a16="http://schemas.microsoft.com/office/drawing/2014/main" id="{D184C3B4-D301-40F9-8B7A-BECC6E974BF1}"/>
              </a:ext>
            </a:extLst>
          </p:cNvPr>
          <p:cNvSpPr>
            <a:spLocks noGrp="1"/>
          </p:cNvSpPr>
          <p:nvPr/>
        </p:nvSpPr>
        <p:spPr>
          <a:xfrm>
            <a:off x="9048749" y="4905375"/>
            <a:ext cx="2286000" cy="409575"/>
          </a:xfrm>
          <a:prstGeom prst="rect">
            <a:avLst/>
          </a:prstGeom>
          <a:noFill/>
          <a:ln w="0">
            <a:noFill/>
          </a:ln>
        </p:spPr>
        <p:txBody>
          <a:bodyPr lIns="0" tIns="0" rIns="0" bIns="0" anchor="ctr"/>
          <a:lstStyle>
            <a:defPPr>
              <a:defRPr sz="1250">
                <a:solidFill>
                  <a:srgbClr val="2D3A8C"/>
                </a:solidFill>
                <a:latin typeface="Calibri"/>
                <a:ea typeface="Calibri"/>
                <a:cs typeface="Calibri"/>
              </a:defRPr>
            </a:defPPr>
            <a:lvl1pPr>
              <a:defRPr sz="1250">
                <a:solidFill>
                  <a:srgbClr val="2D3A8C"/>
                </a:solidFill>
                <a:latin typeface="Calibri"/>
                <a:ea typeface="Calibri"/>
                <a:cs typeface="Calibri"/>
              </a:defRPr>
            </a:lvl1pPr>
            <a:lvl2pPr>
              <a:defRPr sz="1250">
                <a:solidFill>
                  <a:srgbClr val="2D3A8C"/>
                </a:solidFill>
                <a:latin typeface="Calibri"/>
                <a:ea typeface="Calibri"/>
                <a:cs typeface="Calibri"/>
              </a:defRPr>
            </a:lvl2pPr>
            <a:lvl3pPr>
              <a:defRPr sz="1250">
                <a:solidFill>
                  <a:srgbClr val="2D3A8C"/>
                </a:solidFill>
                <a:latin typeface="Calibri"/>
                <a:ea typeface="Calibri"/>
                <a:cs typeface="Calibri"/>
              </a:defRPr>
            </a:lvl3pPr>
            <a:lvl4pPr>
              <a:defRPr sz="1250">
                <a:solidFill>
                  <a:srgbClr val="2D3A8C"/>
                </a:solidFill>
                <a:latin typeface="Calibri"/>
                <a:ea typeface="Calibri"/>
                <a:cs typeface="Calibri"/>
              </a:defRPr>
            </a:lvl4pPr>
            <a:lvl5pPr>
              <a:defRPr sz="1250">
                <a:solidFill>
                  <a:srgbClr val="2D3A8C"/>
                </a:solidFill>
                <a:latin typeface="Calibri"/>
                <a:ea typeface="Calibri"/>
                <a:cs typeface="Calibri"/>
              </a:defRPr>
            </a:lvl5pPr>
            <a:lvl6pPr>
              <a:defRPr sz="1250">
                <a:solidFill>
                  <a:srgbClr val="2D3A8C"/>
                </a:solidFill>
                <a:latin typeface="Calibri"/>
                <a:ea typeface="Calibri"/>
                <a:cs typeface="Calibri"/>
              </a:defRPr>
            </a:lvl6pPr>
            <a:lvl7pPr>
              <a:defRPr sz="1250">
                <a:solidFill>
                  <a:srgbClr val="2D3A8C"/>
                </a:solidFill>
                <a:latin typeface="Calibri"/>
                <a:ea typeface="Calibri"/>
                <a:cs typeface="Calibri"/>
              </a:defRPr>
            </a:lvl7pPr>
            <a:lvl8pPr>
              <a:defRPr sz="1250">
                <a:solidFill>
                  <a:srgbClr val="2D3A8C"/>
                </a:solidFill>
                <a:latin typeface="Calibri"/>
                <a:ea typeface="Calibri"/>
                <a:cs typeface="Calibri"/>
              </a:defRPr>
            </a:lvl8pPr>
            <a:lvl9pPr>
              <a:defRPr sz="1250">
                <a:solidFill>
                  <a:srgbClr val="2D3A8C"/>
                </a:solidFill>
                <a:latin typeface="Calibri"/>
                <a:ea typeface="Calibri"/>
                <a:cs typeface="Calibri"/>
              </a:defRPr>
            </a:lvl9pPr>
          </a:lstStyle>
          <a:p>
            <a:pPr defTabSz="1219170">
              <a:defRPr sz="1250">
                <a:solidFill>
                  <a:srgbClr val="2D3A8C"/>
                </a:solidFill>
                <a:latin typeface="Calibri"/>
                <a:ea typeface="Calibri"/>
                <a:cs typeface="Calibri"/>
              </a:defRPr>
            </a:pPr>
            <a:r>
              <a:rPr sz="1667"/>
              <a:t>d: distance</a:t>
            </a:r>
          </a:p>
        </p:txBody>
      </p:sp>
    </p:spTree>
    <p:extLst>
      <p:ext uri="{BB962C8B-B14F-4D97-AF65-F5344CB8AC3E}">
        <p14:creationId xmlns:p14="http://schemas.microsoft.com/office/powerpoint/2010/main" val="94326495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 name="Rectangle 62"/>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sz="2400">
              <a:solidFill>
                <a:srgbClr val="FFFFFF"/>
              </a:solidFill>
              <a:latin typeface="Calibri"/>
            </a:endParaRPr>
          </a:p>
        </p:txBody>
      </p:sp>
      <p:sp>
        <p:nvSpPr>
          <p:cNvPr id="2" name="Rectangle 1">
            <a:extLst>
              <a:ext uri="{FF2B5EF4-FFF2-40B4-BE49-F238E27FC236}">
                <a16:creationId xmlns:a16="http://schemas.microsoft.com/office/drawing/2014/main" id="{79A111A5-226C-4803-934D-ACDBCC09512E}"/>
              </a:ext>
            </a:extLst>
          </p:cNvPr>
          <p:cNvSpPr>
            <a:spLocks noGrp="1"/>
          </p:cNvSpPr>
          <p:nvPr/>
        </p:nvSpPr>
        <p:spPr>
          <a:xfrm>
            <a:off x="731520" y="365760"/>
            <a:ext cx="10728960" cy="853440"/>
          </a:xfrm>
          <a:prstGeom prst="rect">
            <a:avLst/>
          </a:prstGeom>
          <a:noFill/>
          <a:ln w="0">
            <a:noFill/>
            <a:prstDash val="solid"/>
          </a:ln>
        </p:spPr>
        <p:txBody>
          <a:bodyPr wrap="square" lIns="0" tIns="0" rIns="0" bIns="0" anchor="ctr">
            <a:noAutofit/>
          </a:bodyPr>
          <a:lstStyle>
            <a:defPPr algn="l">
              <a:defRPr sz="2350" b="1">
                <a:solidFill>
                  <a:srgbClr val="1B1F3B"/>
                </a:solidFill>
                <a:latin typeface="Calibri"/>
                <a:ea typeface="Calibri"/>
                <a:cs typeface="Calibri"/>
              </a:defRPr>
            </a:defPPr>
            <a:lvl1pPr algn="l">
              <a:defRPr sz="2350" b="1">
                <a:solidFill>
                  <a:srgbClr val="1B1F3B"/>
                </a:solidFill>
                <a:latin typeface="Calibri"/>
                <a:ea typeface="Calibri"/>
                <a:cs typeface="Calibri"/>
              </a:defRPr>
            </a:lvl1pPr>
            <a:lvl2pPr algn="l">
              <a:defRPr sz="2350" b="1">
                <a:solidFill>
                  <a:srgbClr val="1B1F3B"/>
                </a:solidFill>
                <a:latin typeface="Calibri"/>
                <a:ea typeface="Calibri"/>
                <a:cs typeface="Calibri"/>
              </a:defRPr>
            </a:lvl2pPr>
            <a:lvl3pPr algn="l">
              <a:defRPr sz="2350" b="1">
                <a:solidFill>
                  <a:srgbClr val="1B1F3B"/>
                </a:solidFill>
                <a:latin typeface="Calibri"/>
                <a:ea typeface="Calibri"/>
                <a:cs typeface="Calibri"/>
              </a:defRPr>
            </a:lvl3pPr>
            <a:lvl4pPr algn="l">
              <a:defRPr sz="2350" b="1">
                <a:solidFill>
                  <a:srgbClr val="1B1F3B"/>
                </a:solidFill>
                <a:latin typeface="Calibri"/>
                <a:ea typeface="Calibri"/>
                <a:cs typeface="Calibri"/>
              </a:defRPr>
            </a:lvl4pPr>
            <a:lvl5pPr algn="l">
              <a:defRPr sz="2350" b="1">
                <a:solidFill>
                  <a:srgbClr val="1B1F3B"/>
                </a:solidFill>
                <a:latin typeface="Calibri"/>
                <a:ea typeface="Calibri"/>
                <a:cs typeface="Calibri"/>
              </a:defRPr>
            </a:lvl5pPr>
            <a:lvl6pPr algn="l">
              <a:defRPr sz="2350" b="1">
                <a:solidFill>
                  <a:srgbClr val="1B1F3B"/>
                </a:solidFill>
                <a:latin typeface="Calibri"/>
                <a:ea typeface="Calibri"/>
                <a:cs typeface="Calibri"/>
              </a:defRPr>
            </a:lvl6pPr>
            <a:lvl7pPr algn="l">
              <a:defRPr sz="2350" b="1">
                <a:solidFill>
                  <a:srgbClr val="1B1F3B"/>
                </a:solidFill>
                <a:latin typeface="Calibri"/>
                <a:ea typeface="Calibri"/>
                <a:cs typeface="Calibri"/>
              </a:defRPr>
            </a:lvl7pPr>
            <a:lvl8pPr algn="l">
              <a:defRPr sz="2350" b="1">
                <a:solidFill>
                  <a:srgbClr val="1B1F3B"/>
                </a:solidFill>
                <a:latin typeface="Calibri"/>
                <a:ea typeface="Calibri"/>
                <a:cs typeface="Calibri"/>
              </a:defRPr>
            </a:lvl8pPr>
            <a:lvl9pPr algn="l">
              <a:defRPr sz="2350" b="1">
                <a:solidFill>
                  <a:srgbClr val="1B1F3B"/>
                </a:solidFill>
                <a:latin typeface="Calibri"/>
                <a:ea typeface="Calibri"/>
                <a:cs typeface="Calibri"/>
              </a:defRPr>
            </a:lvl9pPr>
          </a:lstStyle>
          <a:p>
            <a:pPr defTabSz="1219170">
              <a:defRPr sz="2350" b="1">
                <a:solidFill>
                  <a:srgbClr val="1B1F3B"/>
                </a:solidFill>
                <a:latin typeface="Calibri"/>
                <a:ea typeface="Calibri"/>
                <a:cs typeface="Calibri"/>
              </a:defRPr>
            </a:pPr>
            <a:r>
              <a:rPr sz="3200"/>
              <a:t>Dijkstra’s method: keep the cheapest total</a:t>
            </a:r>
          </a:p>
        </p:txBody>
      </p:sp>
      <p:sp>
        <p:nvSpPr>
          <p:cNvPr id="3" name="Rectangle 2">
            <a:extLst>
              <a:ext uri="{FF2B5EF4-FFF2-40B4-BE49-F238E27FC236}">
                <a16:creationId xmlns:a16="http://schemas.microsoft.com/office/drawing/2014/main" id="{1A7A7D48-DBB4-4EBD-96BF-9BBC54EB1C9C}"/>
              </a:ext>
            </a:extLst>
          </p:cNvPr>
          <p:cNvSpPr>
            <a:spLocks noGrp="1"/>
          </p:cNvSpPr>
          <p:nvPr/>
        </p:nvSpPr>
        <p:spPr>
          <a:xfrm>
            <a:off x="609601" y="6229350"/>
            <a:ext cx="9334500" cy="266700"/>
          </a:xfrm>
          <a:prstGeom prst="rect">
            <a:avLst/>
          </a:prstGeom>
          <a:noFill/>
          <a:ln w="0">
            <a:noFill/>
            <a:prstDash val="solid"/>
          </a:ln>
        </p:spPr>
        <p:txBody>
          <a:bodyPr wrap="square" lIns="0" tIns="0" rIns="0" bIns="0" anchor="ctr">
            <a:noAutofit/>
          </a:bodyPr>
          <a:lstStyle>
            <a:defPPr algn="l">
              <a:defRPr sz="950" b="0">
                <a:solidFill>
                  <a:srgbClr val="4A4F6A"/>
                </a:solidFill>
                <a:latin typeface="Calibri"/>
                <a:ea typeface="Calibri"/>
                <a:cs typeface="Calibri"/>
              </a:defRPr>
            </a:defPPr>
            <a:lvl1pPr algn="l">
              <a:defRPr sz="950" b="0">
                <a:solidFill>
                  <a:srgbClr val="4A4F6A"/>
                </a:solidFill>
                <a:latin typeface="Calibri"/>
                <a:ea typeface="Calibri"/>
                <a:cs typeface="Calibri"/>
              </a:defRPr>
            </a:lvl1pPr>
            <a:lvl2pPr algn="l">
              <a:defRPr sz="950" b="0">
                <a:solidFill>
                  <a:srgbClr val="4A4F6A"/>
                </a:solidFill>
                <a:latin typeface="Calibri"/>
                <a:ea typeface="Calibri"/>
                <a:cs typeface="Calibri"/>
              </a:defRPr>
            </a:lvl2pPr>
            <a:lvl3pPr algn="l">
              <a:defRPr sz="950" b="0">
                <a:solidFill>
                  <a:srgbClr val="4A4F6A"/>
                </a:solidFill>
                <a:latin typeface="Calibri"/>
                <a:ea typeface="Calibri"/>
                <a:cs typeface="Calibri"/>
              </a:defRPr>
            </a:lvl3pPr>
            <a:lvl4pPr algn="l">
              <a:defRPr sz="950" b="0">
                <a:solidFill>
                  <a:srgbClr val="4A4F6A"/>
                </a:solidFill>
                <a:latin typeface="Calibri"/>
                <a:ea typeface="Calibri"/>
                <a:cs typeface="Calibri"/>
              </a:defRPr>
            </a:lvl4pPr>
            <a:lvl5pPr algn="l">
              <a:defRPr sz="950" b="0">
                <a:solidFill>
                  <a:srgbClr val="4A4F6A"/>
                </a:solidFill>
                <a:latin typeface="Calibri"/>
                <a:ea typeface="Calibri"/>
                <a:cs typeface="Calibri"/>
              </a:defRPr>
            </a:lvl5pPr>
            <a:lvl6pPr algn="l">
              <a:defRPr sz="950" b="0">
                <a:solidFill>
                  <a:srgbClr val="4A4F6A"/>
                </a:solidFill>
                <a:latin typeface="Calibri"/>
                <a:ea typeface="Calibri"/>
                <a:cs typeface="Calibri"/>
              </a:defRPr>
            </a:lvl6pPr>
            <a:lvl7pPr algn="l">
              <a:defRPr sz="950" b="0">
                <a:solidFill>
                  <a:srgbClr val="4A4F6A"/>
                </a:solidFill>
                <a:latin typeface="Calibri"/>
                <a:ea typeface="Calibri"/>
                <a:cs typeface="Calibri"/>
              </a:defRPr>
            </a:lvl7pPr>
            <a:lvl8pPr algn="l">
              <a:defRPr sz="950" b="0">
                <a:solidFill>
                  <a:srgbClr val="4A4F6A"/>
                </a:solidFill>
                <a:latin typeface="Calibri"/>
                <a:ea typeface="Calibri"/>
                <a:cs typeface="Calibri"/>
              </a:defRPr>
            </a:lvl8pPr>
            <a:lvl9pPr algn="l">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6  Planning</a:t>
            </a:r>
          </a:p>
        </p:txBody>
      </p:sp>
      <p:sp>
        <p:nvSpPr>
          <p:cNvPr id="4" name="Rectangle 3">
            <a:extLst>
              <a:ext uri="{FF2B5EF4-FFF2-40B4-BE49-F238E27FC236}">
                <a16:creationId xmlns:a16="http://schemas.microsoft.com/office/drawing/2014/main" id="{C649534D-0A44-4440-B807-8FD39093E5AF}"/>
              </a:ext>
            </a:extLst>
          </p:cNvPr>
          <p:cNvSpPr>
            <a:spLocks noGrp="1"/>
          </p:cNvSpPr>
          <p:nvPr/>
        </p:nvSpPr>
        <p:spPr>
          <a:xfrm>
            <a:off x="10953750" y="6229350"/>
            <a:ext cx="619125" cy="266700"/>
          </a:xfrm>
          <a:prstGeom prst="rect">
            <a:avLst/>
          </a:prstGeom>
          <a:noFill/>
          <a:ln w="0">
            <a:noFill/>
            <a:prstDash val="solid"/>
          </a:ln>
        </p:spPr>
        <p:txBody>
          <a:bodyPr wrap="square" lIns="0" tIns="0" rIns="0" bIns="0" anchor="ctr">
            <a:noAutofit/>
          </a:bodyPr>
          <a:lstStyle>
            <a:defPPr algn="r">
              <a:defRPr sz="950" b="0">
                <a:solidFill>
                  <a:srgbClr val="4A4F6A"/>
                </a:solidFill>
                <a:latin typeface="Calibri"/>
                <a:ea typeface="Calibri"/>
                <a:cs typeface="Calibri"/>
              </a:defRPr>
            </a:defPPr>
            <a:lvl1pPr algn="r">
              <a:defRPr sz="950" b="0">
                <a:solidFill>
                  <a:srgbClr val="4A4F6A"/>
                </a:solidFill>
                <a:latin typeface="Calibri"/>
                <a:ea typeface="Calibri"/>
                <a:cs typeface="Calibri"/>
              </a:defRPr>
            </a:lvl1pPr>
            <a:lvl2pPr algn="r">
              <a:defRPr sz="950" b="0">
                <a:solidFill>
                  <a:srgbClr val="4A4F6A"/>
                </a:solidFill>
                <a:latin typeface="Calibri"/>
                <a:ea typeface="Calibri"/>
                <a:cs typeface="Calibri"/>
              </a:defRPr>
            </a:lvl2pPr>
            <a:lvl3pPr algn="r">
              <a:defRPr sz="950" b="0">
                <a:solidFill>
                  <a:srgbClr val="4A4F6A"/>
                </a:solidFill>
                <a:latin typeface="Calibri"/>
                <a:ea typeface="Calibri"/>
                <a:cs typeface="Calibri"/>
              </a:defRPr>
            </a:lvl3pPr>
            <a:lvl4pPr algn="r">
              <a:defRPr sz="950" b="0">
                <a:solidFill>
                  <a:srgbClr val="4A4F6A"/>
                </a:solidFill>
                <a:latin typeface="Calibri"/>
                <a:ea typeface="Calibri"/>
                <a:cs typeface="Calibri"/>
              </a:defRPr>
            </a:lvl4pPr>
            <a:lvl5pPr algn="r">
              <a:defRPr sz="950" b="0">
                <a:solidFill>
                  <a:srgbClr val="4A4F6A"/>
                </a:solidFill>
                <a:latin typeface="Calibri"/>
                <a:ea typeface="Calibri"/>
                <a:cs typeface="Calibri"/>
              </a:defRPr>
            </a:lvl5pPr>
            <a:lvl6pPr algn="r">
              <a:defRPr sz="950" b="0">
                <a:solidFill>
                  <a:srgbClr val="4A4F6A"/>
                </a:solidFill>
                <a:latin typeface="Calibri"/>
                <a:ea typeface="Calibri"/>
                <a:cs typeface="Calibri"/>
              </a:defRPr>
            </a:lvl6pPr>
            <a:lvl7pPr algn="r">
              <a:defRPr sz="950" b="0">
                <a:solidFill>
                  <a:srgbClr val="4A4F6A"/>
                </a:solidFill>
                <a:latin typeface="Calibri"/>
                <a:ea typeface="Calibri"/>
                <a:cs typeface="Calibri"/>
              </a:defRPr>
            </a:lvl7pPr>
            <a:lvl8pPr algn="r">
              <a:defRPr sz="950" b="0">
                <a:solidFill>
                  <a:srgbClr val="4A4F6A"/>
                </a:solidFill>
                <a:latin typeface="Calibri"/>
                <a:ea typeface="Calibri"/>
                <a:cs typeface="Calibri"/>
              </a:defRPr>
            </a:lvl8pPr>
            <a:lvl9pPr algn="r">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14</a:t>
            </a:r>
          </a:p>
        </p:txBody>
      </p:sp>
      <p:sp>
        <p:nvSpPr>
          <p:cNvPr id="5" name="Rectangle 4">
            <a:extLst>
              <a:ext uri="{FF2B5EF4-FFF2-40B4-BE49-F238E27FC236}">
                <a16:creationId xmlns:a16="http://schemas.microsoft.com/office/drawing/2014/main" id="{D0FC64B6-F7CB-4BA9-9E89-DF905574194C}"/>
              </a:ext>
            </a:extLst>
          </p:cNvPr>
          <p:cNvSpPr>
            <a:spLocks noGrp="1"/>
          </p:cNvSpPr>
          <p:nvPr/>
        </p:nvSpPr>
        <p:spPr>
          <a:xfrm>
            <a:off x="1514475" y="3324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6" name="Rectangle 5">
            <a:extLst>
              <a:ext uri="{FF2B5EF4-FFF2-40B4-BE49-F238E27FC236}">
                <a16:creationId xmlns:a16="http://schemas.microsoft.com/office/drawing/2014/main" id="{A62D531F-3C0F-43D5-ACF4-FA7CFC12D014}"/>
              </a:ext>
            </a:extLst>
          </p:cNvPr>
          <p:cNvSpPr>
            <a:spLocks noGrp="1"/>
          </p:cNvSpPr>
          <p:nvPr/>
        </p:nvSpPr>
        <p:spPr>
          <a:xfrm>
            <a:off x="3990975" y="208597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7" name="Straight Arrow Connector 6">
            <a:extLst>
              <a:ext uri="{FF2B5EF4-FFF2-40B4-BE49-F238E27FC236}">
                <a16:creationId xmlns:a16="http://schemas.microsoft.com/office/drawing/2014/main" id="{4140EB36-F9BF-47FF-82FF-A7E7DF5B9F40}"/>
              </a:ext>
            </a:extLst>
          </p:cNvPr>
          <p:cNvCxnSpPr>
            <a:stCxn id="5" idx="3"/>
            <a:endCxn id="6" idx="1"/>
          </p:cNvCxnSpPr>
          <p:nvPr/>
        </p:nvCxnSpPr>
        <p:spPr>
          <a:xfrm flipV="1">
            <a:off x="1533525" y="2095500"/>
            <a:ext cx="2457451" cy="1238251"/>
          </a:xfrm>
          <a:prstGeom prst="straightConnector1">
            <a:avLst/>
          </a:prstGeom>
          <a:ln w="35719">
            <a:solidFill>
              <a:srgbClr val="C9CEF2"/>
            </a:solidFill>
            <a:prstDash val="solid"/>
          </a:ln>
        </p:spPr>
      </p:cxnSp>
      <p:sp>
        <p:nvSpPr>
          <p:cNvPr id="8" name="Oval 7">
            <a:extLst>
              <a:ext uri="{FF2B5EF4-FFF2-40B4-BE49-F238E27FC236}">
                <a16:creationId xmlns:a16="http://schemas.microsoft.com/office/drawing/2014/main" id="{7303DDDE-D288-498C-BEED-58C196F1BDFE}"/>
              </a:ext>
            </a:extLst>
          </p:cNvPr>
          <p:cNvSpPr>
            <a:spLocks noGrp="1"/>
          </p:cNvSpPr>
          <p:nvPr/>
        </p:nvSpPr>
        <p:spPr>
          <a:xfrm>
            <a:off x="2552701" y="2514600"/>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9" name="Rectangle 8">
            <a:extLst>
              <a:ext uri="{FF2B5EF4-FFF2-40B4-BE49-F238E27FC236}">
                <a16:creationId xmlns:a16="http://schemas.microsoft.com/office/drawing/2014/main" id="{B6911FDD-1E22-47CA-82E1-4BFC19BE7748}"/>
              </a:ext>
            </a:extLst>
          </p:cNvPr>
          <p:cNvSpPr>
            <a:spLocks noGrp="1"/>
          </p:cNvSpPr>
          <p:nvPr/>
        </p:nvSpPr>
        <p:spPr>
          <a:xfrm>
            <a:off x="2552701" y="2505075"/>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2</a:t>
            </a:r>
          </a:p>
        </p:txBody>
      </p:sp>
      <p:sp>
        <p:nvSpPr>
          <p:cNvPr id="10" name="Rectangle 9">
            <a:extLst>
              <a:ext uri="{FF2B5EF4-FFF2-40B4-BE49-F238E27FC236}">
                <a16:creationId xmlns:a16="http://schemas.microsoft.com/office/drawing/2014/main" id="{8D7F9E96-D2E0-495F-BDBA-5F09EE087746}"/>
              </a:ext>
            </a:extLst>
          </p:cNvPr>
          <p:cNvSpPr>
            <a:spLocks noGrp="1"/>
          </p:cNvSpPr>
          <p:nvPr/>
        </p:nvSpPr>
        <p:spPr>
          <a:xfrm>
            <a:off x="1514475" y="3324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11" name="Rectangle 10">
            <a:extLst>
              <a:ext uri="{FF2B5EF4-FFF2-40B4-BE49-F238E27FC236}">
                <a16:creationId xmlns:a16="http://schemas.microsoft.com/office/drawing/2014/main" id="{762BE915-293A-49EF-991B-370733F14BCC}"/>
              </a:ext>
            </a:extLst>
          </p:cNvPr>
          <p:cNvSpPr>
            <a:spLocks noGrp="1"/>
          </p:cNvSpPr>
          <p:nvPr/>
        </p:nvSpPr>
        <p:spPr>
          <a:xfrm>
            <a:off x="3990975" y="4467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12" name="Straight Arrow Connector 11">
            <a:extLst>
              <a:ext uri="{FF2B5EF4-FFF2-40B4-BE49-F238E27FC236}">
                <a16:creationId xmlns:a16="http://schemas.microsoft.com/office/drawing/2014/main" id="{12E2B5D3-150A-4BF9-A0DE-5A2838605D06}"/>
              </a:ext>
            </a:extLst>
          </p:cNvPr>
          <p:cNvCxnSpPr>
            <a:stCxn id="10" idx="3"/>
            <a:endCxn id="11" idx="1"/>
          </p:cNvCxnSpPr>
          <p:nvPr/>
        </p:nvCxnSpPr>
        <p:spPr>
          <a:xfrm>
            <a:off x="1533525" y="3333749"/>
            <a:ext cx="2457451" cy="1143000"/>
          </a:xfrm>
          <a:prstGeom prst="straightConnector1">
            <a:avLst/>
          </a:prstGeom>
          <a:ln w="35719">
            <a:solidFill>
              <a:srgbClr val="C9CEF2"/>
            </a:solidFill>
            <a:prstDash val="solid"/>
          </a:ln>
        </p:spPr>
      </p:cxnSp>
      <p:sp>
        <p:nvSpPr>
          <p:cNvPr id="13" name="Oval 12">
            <a:extLst>
              <a:ext uri="{FF2B5EF4-FFF2-40B4-BE49-F238E27FC236}">
                <a16:creationId xmlns:a16="http://schemas.microsoft.com/office/drawing/2014/main" id="{51B326E5-E114-4C9F-A272-55F21595646C}"/>
              </a:ext>
            </a:extLst>
          </p:cNvPr>
          <p:cNvSpPr>
            <a:spLocks noGrp="1"/>
          </p:cNvSpPr>
          <p:nvPr/>
        </p:nvSpPr>
        <p:spPr>
          <a:xfrm>
            <a:off x="2552701" y="3705225"/>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14" name="Rectangle 13">
            <a:extLst>
              <a:ext uri="{FF2B5EF4-FFF2-40B4-BE49-F238E27FC236}">
                <a16:creationId xmlns:a16="http://schemas.microsoft.com/office/drawing/2014/main" id="{103C8437-8042-4E59-AE87-F0F1F34225DC}"/>
              </a:ext>
            </a:extLst>
          </p:cNvPr>
          <p:cNvSpPr>
            <a:spLocks noGrp="1"/>
          </p:cNvSpPr>
          <p:nvPr/>
        </p:nvSpPr>
        <p:spPr>
          <a:xfrm>
            <a:off x="2552701" y="3695701"/>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5</a:t>
            </a:r>
          </a:p>
        </p:txBody>
      </p:sp>
      <p:sp>
        <p:nvSpPr>
          <p:cNvPr id="15" name="Rectangle 14">
            <a:extLst>
              <a:ext uri="{FF2B5EF4-FFF2-40B4-BE49-F238E27FC236}">
                <a16:creationId xmlns:a16="http://schemas.microsoft.com/office/drawing/2014/main" id="{CD3BA686-7874-4F67-B0D9-4C55F1191CD7}"/>
              </a:ext>
            </a:extLst>
          </p:cNvPr>
          <p:cNvSpPr>
            <a:spLocks noGrp="1"/>
          </p:cNvSpPr>
          <p:nvPr/>
        </p:nvSpPr>
        <p:spPr>
          <a:xfrm>
            <a:off x="3990975" y="208597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16" name="Rectangle 15">
            <a:extLst>
              <a:ext uri="{FF2B5EF4-FFF2-40B4-BE49-F238E27FC236}">
                <a16:creationId xmlns:a16="http://schemas.microsoft.com/office/drawing/2014/main" id="{21A10C09-1022-409C-8814-7A6F6A39E5FF}"/>
              </a:ext>
            </a:extLst>
          </p:cNvPr>
          <p:cNvSpPr>
            <a:spLocks noGrp="1"/>
          </p:cNvSpPr>
          <p:nvPr/>
        </p:nvSpPr>
        <p:spPr>
          <a:xfrm>
            <a:off x="3990975" y="4467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17" name="Straight Arrow Connector 16">
            <a:extLst>
              <a:ext uri="{FF2B5EF4-FFF2-40B4-BE49-F238E27FC236}">
                <a16:creationId xmlns:a16="http://schemas.microsoft.com/office/drawing/2014/main" id="{454ABDE9-5C96-4FF2-B5E9-8DEC5D446CDD}"/>
              </a:ext>
            </a:extLst>
          </p:cNvPr>
          <p:cNvCxnSpPr>
            <a:stCxn id="15" idx="2"/>
            <a:endCxn id="16" idx="0"/>
          </p:cNvCxnSpPr>
          <p:nvPr/>
        </p:nvCxnSpPr>
        <p:spPr>
          <a:xfrm>
            <a:off x="4000500" y="2105025"/>
            <a:ext cx="0" cy="2362200"/>
          </a:xfrm>
          <a:prstGeom prst="straightConnector1">
            <a:avLst/>
          </a:prstGeom>
          <a:ln w="35719">
            <a:solidFill>
              <a:srgbClr val="C9CEF2"/>
            </a:solidFill>
            <a:prstDash val="solid"/>
          </a:ln>
        </p:spPr>
      </p:cxnSp>
      <p:sp>
        <p:nvSpPr>
          <p:cNvPr id="18" name="Oval 17">
            <a:extLst>
              <a:ext uri="{FF2B5EF4-FFF2-40B4-BE49-F238E27FC236}">
                <a16:creationId xmlns:a16="http://schemas.microsoft.com/office/drawing/2014/main" id="{8CAF4C38-D0C2-4CD3-A601-288C5D2EAF1A}"/>
              </a:ext>
            </a:extLst>
          </p:cNvPr>
          <p:cNvSpPr>
            <a:spLocks noGrp="1"/>
          </p:cNvSpPr>
          <p:nvPr/>
        </p:nvSpPr>
        <p:spPr>
          <a:xfrm>
            <a:off x="3790950" y="3086100"/>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19" name="Rectangle 18">
            <a:extLst>
              <a:ext uri="{FF2B5EF4-FFF2-40B4-BE49-F238E27FC236}">
                <a16:creationId xmlns:a16="http://schemas.microsoft.com/office/drawing/2014/main" id="{AFF6BAA8-E19A-4813-AA89-93E031041291}"/>
              </a:ext>
            </a:extLst>
          </p:cNvPr>
          <p:cNvSpPr>
            <a:spLocks noGrp="1"/>
          </p:cNvSpPr>
          <p:nvPr/>
        </p:nvSpPr>
        <p:spPr>
          <a:xfrm>
            <a:off x="3790950" y="3076575"/>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1</a:t>
            </a:r>
          </a:p>
        </p:txBody>
      </p:sp>
      <p:sp>
        <p:nvSpPr>
          <p:cNvPr id="20" name="Rectangle 19">
            <a:extLst>
              <a:ext uri="{FF2B5EF4-FFF2-40B4-BE49-F238E27FC236}">
                <a16:creationId xmlns:a16="http://schemas.microsoft.com/office/drawing/2014/main" id="{8AA096A1-C29B-4CBA-BE3A-828FC143A434}"/>
              </a:ext>
            </a:extLst>
          </p:cNvPr>
          <p:cNvSpPr>
            <a:spLocks noGrp="1"/>
          </p:cNvSpPr>
          <p:nvPr/>
        </p:nvSpPr>
        <p:spPr>
          <a:xfrm>
            <a:off x="3990975" y="208597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21" name="Rectangle 20">
            <a:extLst>
              <a:ext uri="{FF2B5EF4-FFF2-40B4-BE49-F238E27FC236}">
                <a16:creationId xmlns:a16="http://schemas.microsoft.com/office/drawing/2014/main" id="{78C17317-0B30-46F5-BEC3-42A8F5719A14}"/>
              </a:ext>
            </a:extLst>
          </p:cNvPr>
          <p:cNvSpPr>
            <a:spLocks noGrp="1"/>
          </p:cNvSpPr>
          <p:nvPr/>
        </p:nvSpPr>
        <p:spPr>
          <a:xfrm>
            <a:off x="7134225" y="208597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22" name="Straight Arrow Connector 21">
            <a:extLst>
              <a:ext uri="{FF2B5EF4-FFF2-40B4-BE49-F238E27FC236}">
                <a16:creationId xmlns:a16="http://schemas.microsoft.com/office/drawing/2014/main" id="{2A9C538E-BC98-4FDB-A28B-1A56D28732C6}"/>
              </a:ext>
            </a:extLst>
          </p:cNvPr>
          <p:cNvCxnSpPr>
            <a:stCxn id="20" idx="3"/>
            <a:endCxn id="21" idx="1"/>
          </p:cNvCxnSpPr>
          <p:nvPr/>
        </p:nvCxnSpPr>
        <p:spPr>
          <a:xfrm>
            <a:off x="4010025" y="2095500"/>
            <a:ext cx="3124200" cy="0"/>
          </a:xfrm>
          <a:prstGeom prst="straightConnector1">
            <a:avLst/>
          </a:prstGeom>
          <a:ln w="35719">
            <a:solidFill>
              <a:srgbClr val="C9CEF2"/>
            </a:solidFill>
            <a:prstDash val="solid"/>
          </a:ln>
        </p:spPr>
      </p:cxnSp>
      <p:sp>
        <p:nvSpPr>
          <p:cNvPr id="23" name="Oval 22">
            <a:extLst>
              <a:ext uri="{FF2B5EF4-FFF2-40B4-BE49-F238E27FC236}">
                <a16:creationId xmlns:a16="http://schemas.microsoft.com/office/drawing/2014/main" id="{567266C5-E195-431C-AD77-6DCCE0C8729D}"/>
              </a:ext>
            </a:extLst>
          </p:cNvPr>
          <p:cNvSpPr>
            <a:spLocks noGrp="1"/>
          </p:cNvSpPr>
          <p:nvPr/>
        </p:nvSpPr>
        <p:spPr>
          <a:xfrm>
            <a:off x="5362575" y="1895475"/>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24" name="Rectangle 23">
            <a:extLst>
              <a:ext uri="{FF2B5EF4-FFF2-40B4-BE49-F238E27FC236}">
                <a16:creationId xmlns:a16="http://schemas.microsoft.com/office/drawing/2014/main" id="{F860E074-68C7-4668-A190-863BC6896AEE}"/>
              </a:ext>
            </a:extLst>
          </p:cNvPr>
          <p:cNvSpPr>
            <a:spLocks noGrp="1"/>
          </p:cNvSpPr>
          <p:nvPr/>
        </p:nvSpPr>
        <p:spPr>
          <a:xfrm>
            <a:off x="5362575" y="1885950"/>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4</a:t>
            </a:r>
          </a:p>
        </p:txBody>
      </p:sp>
      <p:sp>
        <p:nvSpPr>
          <p:cNvPr id="25" name="Rectangle 24">
            <a:extLst>
              <a:ext uri="{FF2B5EF4-FFF2-40B4-BE49-F238E27FC236}">
                <a16:creationId xmlns:a16="http://schemas.microsoft.com/office/drawing/2014/main" id="{EC0F0C8B-29BF-489F-846F-2941CB4FDFFD}"/>
              </a:ext>
            </a:extLst>
          </p:cNvPr>
          <p:cNvSpPr>
            <a:spLocks noGrp="1"/>
          </p:cNvSpPr>
          <p:nvPr/>
        </p:nvSpPr>
        <p:spPr>
          <a:xfrm>
            <a:off x="3990975" y="4467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26" name="Rectangle 25">
            <a:extLst>
              <a:ext uri="{FF2B5EF4-FFF2-40B4-BE49-F238E27FC236}">
                <a16:creationId xmlns:a16="http://schemas.microsoft.com/office/drawing/2014/main" id="{BC12992B-ED54-42AE-AB95-B1633BDF3EF2}"/>
              </a:ext>
            </a:extLst>
          </p:cNvPr>
          <p:cNvSpPr>
            <a:spLocks noGrp="1"/>
          </p:cNvSpPr>
          <p:nvPr/>
        </p:nvSpPr>
        <p:spPr>
          <a:xfrm>
            <a:off x="7134225" y="208597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27" name="Straight Arrow Connector 26">
            <a:extLst>
              <a:ext uri="{FF2B5EF4-FFF2-40B4-BE49-F238E27FC236}">
                <a16:creationId xmlns:a16="http://schemas.microsoft.com/office/drawing/2014/main" id="{5187C8DD-BA5E-426F-8A71-7550B1E2634A}"/>
              </a:ext>
            </a:extLst>
          </p:cNvPr>
          <p:cNvCxnSpPr>
            <a:stCxn id="25" idx="3"/>
            <a:endCxn id="26" idx="1"/>
          </p:cNvCxnSpPr>
          <p:nvPr/>
        </p:nvCxnSpPr>
        <p:spPr>
          <a:xfrm flipV="1">
            <a:off x="4010025" y="2095500"/>
            <a:ext cx="3124200" cy="2381251"/>
          </a:xfrm>
          <a:prstGeom prst="straightConnector1">
            <a:avLst/>
          </a:prstGeom>
          <a:ln w="35719">
            <a:solidFill>
              <a:srgbClr val="C9CEF2"/>
            </a:solidFill>
            <a:prstDash val="solid"/>
          </a:ln>
        </p:spPr>
      </p:cxnSp>
      <p:sp>
        <p:nvSpPr>
          <p:cNvPr id="28" name="Oval 27">
            <a:extLst>
              <a:ext uri="{FF2B5EF4-FFF2-40B4-BE49-F238E27FC236}">
                <a16:creationId xmlns:a16="http://schemas.microsoft.com/office/drawing/2014/main" id="{45CD034A-7E5B-4B9C-AD00-FD8673A3F486}"/>
              </a:ext>
            </a:extLst>
          </p:cNvPr>
          <p:cNvSpPr>
            <a:spLocks noGrp="1"/>
          </p:cNvSpPr>
          <p:nvPr/>
        </p:nvSpPr>
        <p:spPr>
          <a:xfrm>
            <a:off x="5362575" y="3086100"/>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29" name="Rectangle 28">
            <a:extLst>
              <a:ext uri="{FF2B5EF4-FFF2-40B4-BE49-F238E27FC236}">
                <a16:creationId xmlns:a16="http://schemas.microsoft.com/office/drawing/2014/main" id="{97921EE1-1892-4CCC-9C8C-15996C922C81}"/>
              </a:ext>
            </a:extLst>
          </p:cNvPr>
          <p:cNvSpPr>
            <a:spLocks noGrp="1"/>
          </p:cNvSpPr>
          <p:nvPr/>
        </p:nvSpPr>
        <p:spPr>
          <a:xfrm>
            <a:off x="5362575" y="3076575"/>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1</a:t>
            </a:r>
          </a:p>
        </p:txBody>
      </p:sp>
      <p:sp>
        <p:nvSpPr>
          <p:cNvPr id="30" name="Rectangle 29">
            <a:extLst>
              <a:ext uri="{FF2B5EF4-FFF2-40B4-BE49-F238E27FC236}">
                <a16:creationId xmlns:a16="http://schemas.microsoft.com/office/drawing/2014/main" id="{423C7647-70C0-4935-8B08-235836405171}"/>
              </a:ext>
            </a:extLst>
          </p:cNvPr>
          <p:cNvSpPr>
            <a:spLocks noGrp="1"/>
          </p:cNvSpPr>
          <p:nvPr/>
        </p:nvSpPr>
        <p:spPr>
          <a:xfrm>
            <a:off x="3990975" y="4467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31" name="Rectangle 30">
            <a:extLst>
              <a:ext uri="{FF2B5EF4-FFF2-40B4-BE49-F238E27FC236}">
                <a16:creationId xmlns:a16="http://schemas.microsoft.com/office/drawing/2014/main" id="{6BC3EB0F-9482-4E59-89D7-39018AC8628F}"/>
              </a:ext>
            </a:extLst>
          </p:cNvPr>
          <p:cNvSpPr>
            <a:spLocks noGrp="1"/>
          </p:cNvSpPr>
          <p:nvPr/>
        </p:nvSpPr>
        <p:spPr>
          <a:xfrm>
            <a:off x="9991725" y="3324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32" name="Straight Arrow Connector 31">
            <a:extLst>
              <a:ext uri="{FF2B5EF4-FFF2-40B4-BE49-F238E27FC236}">
                <a16:creationId xmlns:a16="http://schemas.microsoft.com/office/drawing/2014/main" id="{5A061242-ED63-413C-8989-7A5E8703FC44}"/>
              </a:ext>
            </a:extLst>
          </p:cNvPr>
          <p:cNvCxnSpPr>
            <a:stCxn id="30" idx="3"/>
            <a:endCxn id="31" idx="1"/>
          </p:cNvCxnSpPr>
          <p:nvPr/>
        </p:nvCxnSpPr>
        <p:spPr>
          <a:xfrm flipV="1">
            <a:off x="4010026" y="3333749"/>
            <a:ext cx="5981700" cy="1143000"/>
          </a:xfrm>
          <a:prstGeom prst="straightConnector1">
            <a:avLst/>
          </a:prstGeom>
          <a:ln w="35719">
            <a:solidFill>
              <a:srgbClr val="C9CEF2"/>
            </a:solidFill>
            <a:prstDash val="solid"/>
          </a:ln>
        </p:spPr>
      </p:cxnSp>
      <p:sp>
        <p:nvSpPr>
          <p:cNvPr id="33" name="Oval 32">
            <a:extLst>
              <a:ext uri="{FF2B5EF4-FFF2-40B4-BE49-F238E27FC236}">
                <a16:creationId xmlns:a16="http://schemas.microsoft.com/office/drawing/2014/main" id="{10927D83-554D-49B9-841B-B94C2355E70E}"/>
              </a:ext>
            </a:extLst>
          </p:cNvPr>
          <p:cNvSpPr>
            <a:spLocks noGrp="1"/>
          </p:cNvSpPr>
          <p:nvPr/>
        </p:nvSpPr>
        <p:spPr>
          <a:xfrm>
            <a:off x="6791326" y="3895725"/>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34" name="Rectangle 33">
            <a:extLst>
              <a:ext uri="{FF2B5EF4-FFF2-40B4-BE49-F238E27FC236}">
                <a16:creationId xmlns:a16="http://schemas.microsoft.com/office/drawing/2014/main" id="{5D412AE8-185E-4F0E-B80D-357379F602A5}"/>
              </a:ext>
            </a:extLst>
          </p:cNvPr>
          <p:cNvSpPr>
            <a:spLocks noGrp="1"/>
          </p:cNvSpPr>
          <p:nvPr/>
        </p:nvSpPr>
        <p:spPr>
          <a:xfrm>
            <a:off x="6791326" y="3886201"/>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8</a:t>
            </a:r>
          </a:p>
        </p:txBody>
      </p:sp>
      <p:sp>
        <p:nvSpPr>
          <p:cNvPr id="35" name="Rectangle 34">
            <a:extLst>
              <a:ext uri="{FF2B5EF4-FFF2-40B4-BE49-F238E27FC236}">
                <a16:creationId xmlns:a16="http://schemas.microsoft.com/office/drawing/2014/main" id="{2A2B7F99-D67F-478D-8DDF-52067E279213}"/>
              </a:ext>
            </a:extLst>
          </p:cNvPr>
          <p:cNvSpPr>
            <a:spLocks noGrp="1"/>
          </p:cNvSpPr>
          <p:nvPr/>
        </p:nvSpPr>
        <p:spPr>
          <a:xfrm>
            <a:off x="7134225" y="208597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36" name="Rectangle 35">
            <a:extLst>
              <a:ext uri="{FF2B5EF4-FFF2-40B4-BE49-F238E27FC236}">
                <a16:creationId xmlns:a16="http://schemas.microsoft.com/office/drawing/2014/main" id="{8D97CF28-295A-4A26-832C-B638C527CEEA}"/>
              </a:ext>
            </a:extLst>
          </p:cNvPr>
          <p:cNvSpPr>
            <a:spLocks noGrp="1"/>
          </p:cNvSpPr>
          <p:nvPr/>
        </p:nvSpPr>
        <p:spPr>
          <a:xfrm>
            <a:off x="9991725" y="3324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37" name="Straight Arrow Connector 36">
            <a:extLst>
              <a:ext uri="{FF2B5EF4-FFF2-40B4-BE49-F238E27FC236}">
                <a16:creationId xmlns:a16="http://schemas.microsoft.com/office/drawing/2014/main" id="{BA63F8DE-DACB-49AC-BEBA-EF13D19C4925}"/>
              </a:ext>
            </a:extLst>
          </p:cNvPr>
          <p:cNvCxnSpPr>
            <a:stCxn id="35" idx="3"/>
            <a:endCxn id="36" idx="1"/>
          </p:cNvCxnSpPr>
          <p:nvPr/>
        </p:nvCxnSpPr>
        <p:spPr>
          <a:xfrm>
            <a:off x="7153275" y="2095500"/>
            <a:ext cx="2838451" cy="1238251"/>
          </a:xfrm>
          <a:prstGeom prst="straightConnector1">
            <a:avLst/>
          </a:prstGeom>
          <a:ln w="35719">
            <a:solidFill>
              <a:srgbClr val="C9CEF2"/>
            </a:solidFill>
            <a:prstDash val="solid"/>
          </a:ln>
        </p:spPr>
      </p:cxnSp>
      <p:sp>
        <p:nvSpPr>
          <p:cNvPr id="38" name="Oval 37">
            <a:extLst>
              <a:ext uri="{FF2B5EF4-FFF2-40B4-BE49-F238E27FC236}">
                <a16:creationId xmlns:a16="http://schemas.microsoft.com/office/drawing/2014/main" id="{DAFAA38A-F502-4B95-BD9C-7D5B60C40FC3}"/>
              </a:ext>
            </a:extLst>
          </p:cNvPr>
          <p:cNvSpPr>
            <a:spLocks noGrp="1"/>
          </p:cNvSpPr>
          <p:nvPr/>
        </p:nvSpPr>
        <p:spPr>
          <a:xfrm>
            <a:off x="8362950" y="2514600"/>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39" name="Rectangle 38">
            <a:extLst>
              <a:ext uri="{FF2B5EF4-FFF2-40B4-BE49-F238E27FC236}">
                <a16:creationId xmlns:a16="http://schemas.microsoft.com/office/drawing/2014/main" id="{384C6CCE-8129-468E-B54A-80E76DED57EC}"/>
              </a:ext>
            </a:extLst>
          </p:cNvPr>
          <p:cNvSpPr>
            <a:spLocks noGrp="1"/>
          </p:cNvSpPr>
          <p:nvPr/>
        </p:nvSpPr>
        <p:spPr>
          <a:xfrm>
            <a:off x="8362950" y="2505075"/>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3</a:t>
            </a:r>
          </a:p>
        </p:txBody>
      </p:sp>
      <p:sp>
        <p:nvSpPr>
          <p:cNvPr id="40" name="Oval 39">
            <a:extLst>
              <a:ext uri="{FF2B5EF4-FFF2-40B4-BE49-F238E27FC236}">
                <a16:creationId xmlns:a16="http://schemas.microsoft.com/office/drawing/2014/main" id="{B5F62F4F-A5C4-4A49-B7BA-042A3667847E}"/>
              </a:ext>
            </a:extLst>
          </p:cNvPr>
          <p:cNvSpPr>
            <a:spLocks noGrp="1"/>
          </p:cNvSpPr>
          <p:nvPr/>
        </p:nvSpPr>
        <p:spPr>
          <a:xfrm>
            <a:off x="1066800" y="2876549"/>
            <a:ext cx="914400" cy="914400"/>
          </a:xfrm>
          <a:prstGeom prst="ellipse">
            <a:avLst/>
          </a:prstGeom>
          <a:solidFill>
            <a:srgbClr val="FFFFFF"/>
          </a:solidFill>
          <a:ln w="21431">
            <a:solidFill>
              <a:srgbClr val="1B1F3B"/>
            </a:solidFill>
            <a:prstDash val="solid"/>
          </a:ln>
        </p:spPr>
        <p:txBody>
          <a:bodyPr/>
          <a:lstStyle/>
          <a:p>
            <a:pPr defTabSz="1219170"/>
            <a:endParaRPr sz="2400">
              <a:solidFill>
                <a:srgbClr val="1B1F3B"/>
              </a:solidFill>
              <a:latin typeface="Calibri"/>
            </a:endParaRPr>
          </a:p>
        </p:txBody>
      </p:sp>
      <p:sp>
        <p:nvSpPr>
          <p:cNvPr id="41" name="Rectangle 40">
            <a:extLst>
              <a:ext uri="{FF2B5EF4-FFF2-40B4-BE49-F238E27FC236}">
                <a16:creationId xmlns:a16="http://schemas.microsoft.com/office/drawing/2014/main" id="{6BF82538-69B4-4433-BAEA-CB185AE2BE01}"/>
              </a:ext>
            </a:extLst>
          </p:cNvPr>
          <p:cNvSpPr>
            <a:spLocks noGrp="1"/>
          </p:cNvSpPr>
          <p:nvPr/>
        </p:nvSpPr>
        <p:spPr>
          <a:xfrm>
            <a:off x="1143000" y="2990852"/>
            <a:ext cx="762000" cy="352425"/>
          </a:xfrm>
          <a:prstGeom prst="rect">
            <a:avLst/>
          </a:prstGeom>
          <a:noFill/>
          <a:ln w="0">
            <a:noFill/>
            <a:prstDash val="solid"/>
          </a:ln>
        </p:spPr>
        <p:txBody>
          <a:bodyPr wrap="square" lIns="0" tIns="0" rIns="0" bIns="0" anchor="ctr">
            <a:noAutofit/>
          </a:bodyPr>
          <a:lstStyle>
            <a:defPPr algn="ctr">
              <a:defRPr sz="1650" b="1">
                <a:solidFill>
                  <a:srgbClr val="1B1F3B"/>
                </a:solidFill>
                <a:latin typeface="Calibri"/>
                <a:ea typeface="Calibri"/>
                <a:cs typeface="Calibri"/>
              </a:defRPr>
            </a:defPPr>
            <a:lvl1pPr algn="ctr">
              <a:defRPr sz="1650" b="1">
                <a:solidFill>
                  <a:srgbClr val="1B1F3B"/>
                </a:solidFill>
                <a:latin typeface="Calibri"/>
                <a:ea typeface="Calibri"/>
                <a:cs typeface="Calibri"/>
              </a:defRPr>
            </a:lvl1pPr>
            <a:lvl2pPr algn="ctr">
              <a:defRPr sz="1650" b="1">
                <a:solidFill>
                  <a:srgbClr val="1B1F3B"/>
                </a:solidFill>
                <a:latin typeface="Calibri"/>
                <a:ea typeface="Calibri"/>
                <a:cs typeface="Calibri"/>
              </a:defRPr>
            </a:lvl2pPr>
            <a:lvl3pPr algn="ctr">
              <a:defRPr sz="1650" b="1">
                <a:solidFill>
                  <a:srgbClr val="1B1F3B"/>
                </a:solidFill>
                <a:latin typeface="Calibri"/>
                <a:ea typeface="Calibri"/>
                <a:cs typeface="Calibri"/>
              </a:defRPr>
            </a:lvl3pPr>
            <a:lvl4pPr algn="ctr">
              <a:defRPr sz="1650" b="1">
                <a:solidFill>
                  <a:srgbClr val="1B1F3B"/>
                </a:solidFill>
                <a:latin typeface="Calibri"/>
                <a:ea typeface="Calibri"/>
                <a:cs typeface="Calibri"/>
              </a:defRPr>
            </a:lvl4pPr>
            <a:lvl5pPr algn="ctr">
              <a:defRPr sz="1650" b="1">
                <a:solidFill>
                  <a:srgbClr val="1B1F3B"/>
                </a:solidFill>
                <a:latin typeface="Calibri"/>
                <a:ea typeface="Calibri"/>
                <a:cs typeface="Calibri"/>
              </a:defRPr>
            </a:lvl5pPr>
            <a:lvl6pPr algn="ctr">
              <a:defRPr sz="1650" b="1">
                <a:solidFill>
                  <a:srgbClr val="1B1F3B"/>
                </a:solidFill>
                <a:latin typeface="Calibri"/>
                <a:ea typeface="Calibri"/>
                <a:cs typeface="Calibri"/>
              </a:defRPr>
            </a:lvl6pPr>
            <a:lvl7pPr algn="ctr">
              <a:defRPr sz="1650" b="1">
                <a:solidFill>
                  <a:srgbClr val="1B1F3B"/>
                </a:solidFill>
                <a:latin typeface="Calibri"/>
                <a:ea typeface="Calibri"/>
                <a:cs typeface="Calibri"/>
              </a:defRPr>
            </a:lvl7pPr>
            <a:lvl8pPr algn="ctr">
              <a:defRPr sz="1650" b="1">
                <a:solidFill>
                  <a:srgbClr val="1B1F3B"/>
                </a:solidFill>
                <a:latin typeface="Calibri"/>
                <a:ea typeface="Calibri"/>
                <a:cs typeface="Calibri"/>
              </a:defRPr>
            </a:lvl8pPr>
            <a:lvl9pPr algn="ctr">
              <a:defRPr sz="1650" b="1">
                <a:solidFill>
                  <a:srgbClr val="1B1F3B"/>
                </a:solidFill>
                <a:latin typeface="Calibri"/>
                <a:ea typeface="Calibri"/>
                <a:cs typeface="Calibri"/>
              </a:defRPr>
            </a:lvl9pPr>
          </a:lstStyle>
          <a:p>
            <a:pPr defTabSz="1219170">
              <a:defRPr sz="1650" b="1">
                <a:solidFill>
                  <a:srgbClr val="1B1F3B"/>
                </a:solidFill>
                <a:latin typeface="Calibri"/>
                <a:ea typeface="Calibri"/>
                <a:cs typeface="Calibri"/>
              </a:defRPr>
            </a:pPr>
            <a:r>
              <a:rPr sz="2200"/>
              <a:t>S</a:t>
            </a:r>
          </a:p>
        </p:txBody>
      </p:sp>
      <p:sp>
        <p:nvSpPr>
          <p:cNvPr id="42" name="Rectangle 41">
            <a:extLst>
              <a:ext uri="{FF2B5EF4-FFF2-40B4-BE49-F238E27FC236}">
                <a16:creationId xmlns:a16="http://schemas.microsoft.com/office/drawing/2014/main" id="{3E44CE16-7707-45B7-B15A-034F4D2031C4}"/>
              </a:ext>
            </a:extLst>
          </p:cNvPr>
          <p:cNvSpPr>
            <a:spLocks noGrp="1"/>
          </p:cNvSpPr>
          <p:nvPr/>
        </p:nvSpPr>
        <p:spPr>
          <a:xfrm>
            <a:off x="1143000" y="3343276"/>
            <a:ext cx="762000" cy="352425"/>
          </a:xfrm>
          <a:prstGeom prst="rect">
            <a:avLst/>
          </a:prstGeom>
          <a:noFill/>
          <a:ln w="0">
            <a:noFill/>
            <a:prstDash val="solid"/>
          </a:ln>
        </p:spPr>
        <p:txBody>
          <a:bodyPr wrap="square" lIns="0" tIns="0" rIns="0" bIns="0" anchor="ctr">
            <a:noAutofit/>
          </a:bodyPr>
          <a:lstStyle>
            <a:defPPr algn="ctr">
              <a:defRPr sz="1450" b="1">
                <a:solidFill>
                  <a:srgbClr val="2D3A8C"/>
                </a:solidFill>
                <a:latin typeface="Calibri"/>
                <a:ea typeface="Calibri"/>
                <a:cs typeface="Calibri"/>
              </a:defRPr>
            </a:defPPr>
            <a:lvl1pPr algn="ctr">
              <a:defRPr sz="1450" b="1">
                <a:solidFill>
                  <a:srgbClr val="2D3A8C"/>
                </a:solidFill>
                <a:latin typeface="Calibri"/>
                <a:ea typeface="Calibri"/>
                <a:cs typeface="Calibri"/>
              </a:defRPr>
            </a:lvl1pPr>
            <a:lvl2pPr algn="ctr">
              <a:defRPr sz="1450" b="1">
                <a:solidFill>
                  <a:srgbClr val="2D3A8C"/>
                </a:solidFill>
                <a:latin typeface="Calibri"/>
                <a:ea typeface="Calibri"/>
                <a:cs typeface="Calibri"/>
              </a:defRPr>
            </a:lvl2pPr>
            <a:lvl3pPr algn="ctr">
              <a:defRPr sz="1450" b="1">
                <a:solidFill>
                  <a:srgbClr val="2D3A8C"/>
                </a:solidFill>
                <a:latin typeface="Calibri"/>
                <a:ea typeface="Calibri"/>
                <a:cs typeface="Calibri"/>
              </a:defRPr>
            </a:lvl3pPr>
            <a:lvl4pPr algn="ctr">
              <a:defRPr sz="1450" b="1">
                <a:solidFill>
                  <a:srgbClr val="2D3A8C"/>
                </a:solidFill>
                <a:latin typeface="Calibri"/>
                <a:ea typeface="Calibri"/>
                <a:cs typeface="Calibri"/>
              </a:defRPr>
            </a:lvl4pPr>
            <a:lvl5pPr algn="ctr">
              <a:defRPr sz="1450" b="1">
                <a:solidFill>
                  <a:srgbClr val="2D3A8C"/>
                </a:solidFill>
                <a:latin typeface="Calibri"/>
                <a:ea typeface="Calibri"/>
                <a:cs typeface="Calibri"/>
              </a:defRPr>
            </a:lvl5pPr>
            <a:lvl6pPr algn="ctr">
              <a:defRPr sz="1450" b="1">
                <a:solidFill>
                  <a:srgbClr val="2D3A8C"/>
                </a:solidFill>
                <a:latin typeface="Calibri"/>
                <a:ea typeface="Calibri"/>
                <a:cs typeface="Calibri"/>
              </a:defRPr>
            </a:lvl6pPr>
            <a:lvl7pPr algn="ctr">
              <a:defRPr sz="1450" b="1">
                <a:solidFill>
                  <a:srgbClr val="2D3A8C"/>
                </a:solidFill>
                <a:latin typeface="Calibri"/>
                <a:ea typeface="Calibri"/>
                <a:cs typeface="Calibri"/>
              </a:defRPr>
            </a:lvl7pPr>
            <a:lvl8pPr algn="ctr">
              <a:defRPr sz="1450" b="1">
                <a:solidFill>
                  <a:srgbClr val="2D3A8C"/>
                </a:solidFill>
                <a:latin typeface="Calibri"/>
                <a:ea typeface="Calibri"/>
                <a:cs typeface="Calibri"/>
              </a:defRPr>
            </a:lvl8pPr>
            <a:lvl9pPr algn="ctr">
              <a:defRPr sz="1450" b="1">
                <a:solidFill>
                  <a:srgbClr val="2D3A8C"/>
                </a:solidFill>
                <a:latin typeface="Calibri"/>
                <a:ea typeface="Calibri"/>
                <a:cs typeface="Calibri"/>
              </a:defRPr>
            </a:lvl9pPr>
          </a:lstStyle>
          <a:p>
            <a:pPr defTabSz="1219170">
              <a:defRPr sz="1450" b="1">
                <a:solidFill>
                  <a:srgbClr val="2D3A8C"/>
                </a:solidFill>
                <a:latin typeface="Calibri"/>
                <a:ea typeface="Calibri"/>
                <a:cs typeface="Calibri"/>
              </a:defRPr>
            </a:pPr>
            <a:r>
              <a:rPr sz="1933"/>
              <a:t>0</a:t>
            </a:r>
          </a:p>
        </p:txBody>
      </p:sp>
      <p:sp>
        <p:nvSpPr>
          <p:cNvPr id="43" name="Oval 42">
            <a:extLst>
              <a:ext uri="{FF2B5EF4-FFF2-40B4-BE49-F238E27FC236}">
                <a16:creationId xmlns:a16="http://schemas.microsoft.com/office/drawing/2014/main" id="{BB1E3E98-B4AD-4BA7-9388-A33DC2387F9E}"/>
              </a:ext>
            </a:extLst>
          </p:cNvPr>
          <p:cNvSpPr>
            <a:spLocks noGrp="1"/>
          </p:cNvSpPr>
          <p:nvPr/>
        </p:nvSpPr>
        <p:spPr>
          <a:xfrm>
            <a:off x="3543300" y="1638300"/>
            <a:ext cx="914400" cy="914400"/>
          </a:xfrm>
          <a:prstGeom prst="ellipse">
            <a:avLst/>
          </a:prstGeom>
          <a:solidFill>
            <a:srgbClr val="FFFFFF"/>
          </a:solidFill>
          <a:ln w="21431">
            <a:solidFill>
              <a:srgbClr val="1B1F3B"/>
            </a:solidFill>
            <a:prstDash val="solid"/>
          </a:ln>
        </p:spPr>
        <p:txBody>
          <a:bodyPr/>
          <a:lstStyle/>
          <a:p>
            <a:pPr defTabSz="1219170"/>
            <a:endParaRPr sz="2400">
              <a:solidFill>
                <a:srgbClr val="1B1F3B"/>
              </a:solidFill>
              <a:latin typeface="Calibri"/>
            </a:endParaRPr>
          </a:p>
        </p:txBody>
      </p:sp>
      <p:sp>
        <p:nvSpPr>
          <p:cNvPr id="44" name="Rectangle 43">
            <a:extLst>
              <a:ext uri="{FF2B5EF4-FFF2-40B4-BE49-F238E27FC236}">
                <a16:creationId xmlns:a16="http://schemas.microsoft.com/office/drawing/2014/main" id="{6AD1A48C-25EB-490C-A47D-6759574CAE2D}"/>
              </a:ext>
            </a:extLst>
          </p:cNvPr>
          <p:cNvSpPr>
            <a:spLocks noGrp="1"/>
          </p:cNvSpPr>
          <p:nvPr/>
        </p:nvSpPr>
        <p:spPr>
          <a:xfrm>
            <a:off x="3619500" y="1752601"/>
            <a:ext cx="762000" cy="352425"/>
          </a:xfrm>
          <a:prstGeom prst="rect">
            <a:avLst/>
          </a:prstGeom>
          <a:noFill/>
          <a:ln w="0">
            <a:noFill/>
            <a:prstDash val="solid"/>
          </a:ln>
        </p:spPr>
        <p:txBody>
          <a:bodyPr wrap="square" lIns="0" tIns="0" rIns="0" bIns="0" anchor="ctr">
            <a:noAutofit/>
          </a:bodyPr>
          <a:lstStyle>
            <a:defPPr algn="ctr">
              <a:defRPr sz="1650" b="1">
                <a:solidFill>
                  <a:srgbClr val="1B1F3B"/>
                </a:solidFill>
                <a:latin typeface="Calibri"/>
                <a:ea typeface="Calibri"/>
                <a:cs typeface="Calibri"/>
              </a:defRPr>
            </a:defPPr>
            <a:lvl1pPr algn="ctr">
              <a:defRPr sz="1650" b="1">
                <a:solidFill>
                  <a:srgbClr val="1B1F3B"/>
                </a:solidFill>
                <a:latin typeface="Calibri"/>
                <a:ea typeface="Calibri"/>
                <a:cs typeface="Calibri"/>
              </a:defRPr>
            </a:lvl1pPr>
            <a:lvl2pPr algn="ctr">
              <a:defRPr sz="1650" b="1">
                <a:solidFill>
                  <a:srgbClr val="1B1F3B"/>
                </a:solidFill>
                <a:latin typeface="Calibri"/>
                <a:ea typeface="Calibri"/>
                <a:cs typeface="Calibri"/>
              </a:defRPr>
            </a:lvl2pPr>
            <a:lvl3pPr algn="ctr">
              <a:defRPr sz="1650" b="1">
                <a:solidFill>
                  <a:srgbClr val="1B1F3B"/>
                </a:solidFill>
                <a:latin typeface="Calibri"/>
                <a:ea typeface="Calibri"/>
                <a:cs typeface="Calibri"/>
              </a:defRPr>
            </a:lvl3pPr>
            <a:lvl4pPr algn="ctr">
              <a:defRPr sz="1650" b="1">
                <a:solidFill>
                  <a:srgbClr val="1B1F3B"/>
                </a:solidFill>
                <a:latin typeface="Calibri"/>
                <a:ea typeface="Calibri"/>
                <a:cs typeface="Calibri"/>
              </a:defRPr>
            </a:lvl4pPr>
            <a:lvl5pPr algn="ctr">
              <a:defRPr sz="1650" b="1">
                <a:solidFill>
                  <a:srgbClr val="1B1F3B"/>
                </a:solidFill>
                <a:latin typeface="Calibri"/>
                <a:ea typeface="Calibri"/>
                <a:cs typeface="Calibri"/>
              </a:defRPr>
            </a:lvl5pPr>
            <a:lvl6pPr algn="ctr">
              <a:defRPr sz="1650" b="1">
                <a:solidFill>
                  <a:srgbClr val="1B1F3B"/>
                </a:solidFill>
                <a:latin typeface="Calibri"/>
                <a:ea typeface="Calibri"/>
                <a:cs typeface="Calibri"/>
              </a:defRPr>
            </a:lvl6pPr>
            <a:lvl7pPr algn="ctr">
              <a:defRPr sz="1650" b="1">
                <a:solidFill>
                  <a:srgbClr val="1B1F3B"/>
                </a:solidFill>
                <a:latin typeface="Calibri"/>
                <a:ea typeface="Calibri"/>
                <a:cs typeface="Calibri"/>
              </a:defRPr>
            </a:lvl7pPr>
            <a:lvl8pPr algn="ctr">
              <a:defRPr sz="1650" b="1">
                <a:solidFill>
                  <a:srgbClr val="1B1F3B"/>
                </a:solidFill>
                <a:latin typeface="Calibri"/>
                <a:ea typeface="Calibri"/>
                <a:cs typeface="Calibri"/>
              </a:defRPr>
            </a:lvl8pPr>
            <a:lvl9pPr algn="ctr">
              <a:defRPr sz="1650" b="1">
                <a:solidFill>
                  <a:srgbClr val="1B1F3B"/>
                </a:solidFill>
                <a:latin typeface="Calibri"/>
                <a:ea typeface="Calibri"/>
                <a:cs typeface="Calibri"/>
              </a:defRPr>
            </a:lvl9pPr>
          </a:lstStyle>
          <a:p>
            <a:pPr defTabSz="1219170">
              <a:defRPr sz="1650" b="1">
                <a:solidFill>
                  <a:srgbClr val="1B1F3B"/>
                </a:solidFill>
                <a:latin typeface="Calibri"/>
                <a:ea typeface="Calibri"/>
                <a:cs typeface="Calibri"/>
              </a:defRPr>
            </a:pPr>
            <a:r>
              <a:rPr sz="2200"/>
              <a:t>A</a:t>
            </a:r>
          </a:p>
        </p:txBody>
      </p:sp>
      <p:sp>
        <p:nvSpPr>
          <p:cNvPr id="45" name="Rectangle 44">
            <a:extLst>
              <a:ext uri="{FF2B5EF4-FFF2-40B4-BE49-F238E27FC236}">
                <a16:creationId xmlns:a16="http://schemas.microsoft.com/office/drawing/2014/main" id="{626D0549-2D7F-4EFC-8E85-4DAB6D3AAB8E}"/>
              </a:ext>
            </a:extLst>
          </p:cNvPr>
          <p:cNvSpPr>
            <a:spLocks noGrp="1"/>
          </p:cNvSpPr>
          <p:nvPr/>
        </p:nvSpPr>
        <p:spPr>
          <a:xfrm>
            <a:off x="3619500" y="2105026"/>
            <a:ext cx="762000" cy="352425"/>
          </a:xfrm>
          <a:prstGeom prst="rect">
            <a:avLst/>
          </a:prstGeom>
          <a:noFill/>
          <a:ln w="0">
            <a:noFill/>
            <a:prstDash val="solid"/>
          </a:ln>
        </p:spPr>
        <p:txBody>
          <a:bodyPr wrap="square" lIns="0" tIns="0" rIns="0" bIns="0" anchor="ctr">
            <a:noAutofit/>
          </a:bodyPr>
          <a:lstStyle>
            <a:defPPr algn="ctr">
              <a:defRPr sz="1450" b="1">
                <a:solidFill>
                  <a:srgbClr val="2D3A8C"/>
                </a:solidFill>
                <a:latin typeface="Calibri"/>
                <a:ea typeface="Calibri"/>
                <a:cs typeface="Calibri"/>
              </a:defRPr>
            </a:defPPr>
            <a:lvl1pPr algn="ctr">
              <a:defRPr sz="1450" b="1">
                <a:solidFill>
                  <a:srgbClr val="2D3A8C"/>
                </a:solidFill>
                <a:latin typeface="Calibri"/>
                <a:ea typeface="Calibri"/>
                <a:cs typeface="Calibri"/>
              </a:defRPr>
            </a:lvl1pPr>
            <a:lvl2pPr algn="ctr">
              <a:defRPr sz="1450" b="1">
                <a:solidFill>
                  <a:srgbClr val="2D3A8C"/>
                </a:solidFill>
                <a:latin typeface="Calibri"/>
                <a:ea typeface="Calibri"/>
                <a:cs typeface="Calibri"/>
              </a:defRPr>
            </a:lvl2pPr>
            <a:lvl3pPr algn="ctr">
              <a:defRPr sz="1450" b="1">
                <a:solidFill>
                  <a:srgbClr val="2D3A8C"/>
                </a:solidFill>
                <a:latin typeface="Calibri"/>
                <a:ea typeface="Calibri"/>
                <a:cs typeface="Calibri"/>
              </a:defRPr>
            </a:lvl3pPr>
            <a:lvl4pPr algn="ctr">
              <a:defRPr sz="1450" b="1">
                <a:solidFill>
                  <a:srgbClr val="2D3A8C"/>
                </a:solidFill>
                <a:latin typeface="Calibri"/>
                <a:ea typeface="Calibri"/>
                <a:cs typeface="Calibri"/>
              </a:defRPr>
            </a:lvl4pPr>
            <a:lvl5pPr algn="ctr">
              <a:defRPr sz="1450" b="1">
                <a:solidFill>
                  <a:srgbClr val="2D3A8C"/>
                </a:solidFill>
                <a:latin typeface="Calibri"/>
                <a:ea typeface="Calibri"/>
                <a:cs typeface="Calibri"/>
              </a:defRPr>
            </a:lvl5pPr>
            <a:lvl6pPr algn="ctr">
              <a:defRPr sz="1450" b="1">
                <a:solidFill>
                  <a:srgbClr val="2D3A8C"/>
                </a:solidFill>
                <a:latin typeface="Calibri"/>
                <a:ea typeface="Calibri"/>
                <a:cs typeface="Calibri"/>
              </a:defRPr>
            </a:lvl6pPr>
            <a:lvl7pPr algn="ctr">
              <a:defRPr sz="1450" b="1">
                <a:solidFill>
                  <a:srgbClr val="2D3A8C"/>
                </a:solidFill>
                <a:latin typeface="Calibri"/>
                <a:ea typeface="Calibri"/>
                <a:cs typeface="Calibri"/>
              </a:defRPr>
            </a:lvl7pPr>
            <a:lvl8pPr algn="ctr">
              <a:defRPr sz="1450" b="1">
                <a:solidFill>
                  <a:srgbClr val="2D3A8C"/>
                </a:solidFill>
                <a:latin typeface="Calibri"/>
                <a:ea typeface="Calibri"/>
                <a:cs typeface="Calibri"/>
              </a:defRPr>
            </a:lvl8pPr>
            <a:lvl9pPr algn="ctr">
              <a:defRPr sz="1450" b="1">
                <a:solidFill>
                  <a:srgbClr val="2D3A8C"/>
                </a:solidFill>
                <a:latin typeface="Calibri"/>
                <a:ea typeface="Calibri"/>
                <a:cs typeface="Calibri"/>
              </a:defRPr>
            </a:lvl9pPr>
          </a:lstStyle>
          <a:p>
            <a:pPr defTabSz="1219170">
              <a:defRPr sz="1450" b="1">
                <a:solidFill>
                  <a:srgbClr val="2D3A8C"/>
                </a:solidFill>
                <a:latin typeface="Calibri"/>
                <a:ea typeface="Calibri"/>
                <a:cs typeface="Calibri"/>
              </a:defRPr>
            </a:pPr>
            <a:r>
              <a:rPr sz="1933"/>
              <a:t>?</a:t>
            </a:r>
          </a:p>
        </p:txBody>
      </p:sp>
      <p:sp>
        <p:nvSpPr>
          <p:cNvPr id="46" name="Oval 45">
            <a:extLst>
              <a:ext uri="{FF2B5EF4-FFF2-40B4-BE49-F238E27FC236}">
                <a16:creationId xmlns:a16="http://schemas.microsoft.com/office/drawing/2014/main" id="{65A3B7A6-7B4A-4A63-9324-AD3D682EABBE}"/>
              </a:ext>
            </a:extLst>
          </p:cNvPr>
          <p:cNvSpPr>
            <a:spLocks noGrp="1"/>
          </p:cNvSpPr>
          <p:nvPr/>
        </p:nvSpPr>
        <p:spPr>
          <a:xfrm>
            <a:off x="3543300" y="4019549"/>
            <a:ext cx="914400" cy="914400"/>
          </a:xfrm>
          <a:prstGeom prst="ellipse">
            <a:avLst/>
          </a:prstGeom>
          <a:solidFill>
            <a:srgbClr val="FFFFFF"/>
          </a:solidFill>
          <a:ln w="21431">
            <a:solidFill>
              <a:srgbClr val="1B1F3B"/>
            </a:solidFill>
            <a:prstDash val="solid"/>
          </a:ln>
        </p:spPr>
        <p:txBody>
          <a:bodyPr/>
          <a:lstStyle/>
          <a:p>
            <a:pPr defTabSz="1219170"/>
            <a:endParaRPr sz="2400">
              <a:solidFill>
                <a:srgbClr val="1B1F3B"/>
              </a:solidFill>
              <a:latin typeface="Calibri"/>
            </a:endParaRPr>
          </a:p>
        </p:txBody>
      </p:sp>
      <p:sp>
        <p:nvSpPr>
          <p:cNvPr id="47" name="Rectangle 46">
            <a:extLst>
              <a:ext uri="{FF2B5EF4-FFF2-40B4-BE49-F238E27FC236}">
                <a16:creationId xmlns:a16="http://schemas.microsoft.com/office/drawing/2014/main" id="{D39FF7D2-CC63-40EE-A5C3-09232551B32B}"/>
              </a:ext>
            </a:extLst>
          </p:cNvPr>
          <p:cNvSpPr>
            <a:spLocks noGrp="1"/>
          </p:cNvSpPr>
          <p:nvPr/>
        </p:nvSpPr>
        <p:spPr>
          <a:xfrm>
            <a:off x="3619500" y="4133852"/>
            <a:ext cx="762000" cy="352425"/>
          </a:xfrm>
          <a:prstGeom prst="rect">
            <a:avLst/>
          </a:prstGeom>
          <a:noFill/>
          <a:ln w="0">
            <a:noFill/>
            <a:prstDash val="solid"/>
          </a:ln>
        </p:spPr>
        <p:txBody>
          <a:bodyPr wrap="square" lIns="0" tIns="0" rIns="0" bIns="0" anchor="ctr">
            <a:noAutofit/>
          </a:bodyPr>
          <a:lstStyle>
            <a:defPPr algn="ctr">
              <a:defRPr sz="1650" b="1">
                <a:solidFill>
                  <a:srgbClr val="1B1F3B"/>
                </a:solidFill>
                <a:latin typeface="Calibri"/>
                <a:ea typeface="Calibri"/>
                <a:cs typeface="Calibri"/>
              </a:defRPr>
            </a:defPPr>
            <a:lvl1pPr algn="ctr">
              <a:defRPr sz="1650" b="1">
                <a:solidFill>
                  <a:srgbClr val="1B1F3B"/>
                </a:solidFill>
                <a:latin typeface="Calibri"/>
                <a:ea typeface="Calibri"/>
                <a:cs typeface="Calibri"/>
              </a:defRPr>
            </a:lvl1pPr>
            <a:lvl2pPr algn="ctr">
              <a:defRPr sz="1650" b="1">
                <a:solidFill>
                  <a:srgbClr val="1B1F3B"/>
                </a:solidFill>
                <a:latin typeface="Calibri"/>
                <a:ea typeface="Calibri"/>
                <a:cs typeface="Calibri"/>
              </a:defRPr>
            </a:lvl2pPr>
            <a:lvl3pPr algn="ctr">
              <a:defRPr sz="1650" b="1">
                <a:solidFill>
                  <a:srgbClr val="1B1F3B"/>
                </a:solidFill>
                <a:latin typeface="Calibri"/>
                <a:ea typeface="Calibri"/>
                <a:cs typeface="Calibri"/>
              </a:defRPr>
            </a:lvl3pPr>
            <a:lvl4pPr algn="ctr">
              <a:defRPr sz="1650" b="1">
                <a:solidFill>
                  <a:srgbClr val="1B1F3B"/>
                </a:solidFill>
                <a:latin typeface="Calibri"/>
                <a:ea typeface="Calibri"/>
                <a:cs typeface="Calibri"/>
              </a:defRPr>
            </a:lvl4pPr>
            <a:lvl5pPr algn="ctr">
              <a:defRPr sz="1650" b="1">
                <a:solidFill>
                  <a:srgbClr val="1B1F3B"/>
                </a:solidFill>
                <a:latin typeface="Calibri"/>
                <a:ea typeface="Calibri"/>
                <a:cs typeface="Calibri"/>
              </a:defRPr>
            </a:lvl5pPr>
            <a:lvl6pPr algn="ctr">
              <a:defRPr sz="1650" b="1">
                <a:solidFill>
                  <a:srgbClr val="1B1F3B"/>
                </a:solidFill>
                <a:latin typeface="Calibri"/>
                <a:ea typeface="Calibri"/>
                <a:cs typeface="Calibri"/>
              </a:defRPr>
            </a:lvl6pPr>
            <a:lvl7pPr algn="ctr">
              <a:defRPr sz="1650" b="1">
                <a:solidFill>
                  <a:srgbClr val="1B1F3B"/>
                </a:solidFill>
                <a:latin typeface="Calibri"/>
                <a:ea typeface="Calibri"/>
                <a:cs typeface="Calibri"/>
              </a:defRPr>
            </a:lvl7pPr>
            <a:lvl8pPr algn="ctr">
              <a:defRPr sz="1650" b="1">
                <a:solidFill>
                  <a:srgbClr val="1B1F3B"/>
                </a:solidFill>
                <a:latin typeface="Calibri"/>
                <a:ea typeface="Calibri"/>
                <a:cs typeface="Calibri"/>
              </a:defRPr>
            </a:lvl8pPr>
            <a:lvl9pPr algn="ctr">
              <a:defRPr sz="1650" b="1">
                <a:solidFill>
                  <a:srgbClr val="1B1F3B"/>
                </a:solidFill>
                <a:latin typeface="Calibri"/>
                <a:ea typeface="Calibri"/>
                <a:cs typeface="Calibri"/>
              </a:defRPr>
            </a:lvl9pPr>
          </a:lstStyle>
          <a:p>
            <a:pPr defTabSz="1219170">
              <a:defRPr sz="1650" b="1">
                <a:solidFill>
                  <a:srgbClr val="1B1F3B"/>
                </a:solidFill>
                <a:latin typeface="Calibri"/>
                <a:ea typeface="Calibri"/>
                <a:cs typeface="Calibri"/>
              </a:defRPr>
            </a:pPr>
            <a:r>
              <a:rPr sz="2200"/>
              <a:t>B</a:t>
            </a:r>
          </a:p>
        </p:txBody>
      </p:sp>
      <p:sp>
        <p:nvSpPr>
          <p:cNvPr id="48" name="Rectangle 47">
            <a:extLst>
              <a:ext uri="{FF2B5EF4-FFF2-40B4-BE49-F238E27FC236}">
                <a16:creationId xmlns:a16="http://schemas.microsoft.com/office/drawing/2014/main" id="{ED3B0E6F-0908-4325-B26F-CA2D5A339BE5}"/>
              </a:ext>
            </a:extLst>
          </p:cNvPr>
          <p:cNvSpPr>
            <a:spLocks noGrp="1"/>
          </p:cNvSpPr>
          <p:nvPr/>
        </p:nvSpPr>
        <p:spPr>
          <a:xfrm>
            <a:off x="3619500" y="4486276"/>
            <a:ext cx="762000" cy="352425"/>
          </a:xfrm>
          <a:prstGeom prst="rect">
            <a:avLst/>
          </a:prstGeom>
          <a:noFill/>
          <a:ln w="0">
            <a:noFill/>
            <a:prstDash val="solid"/>
          </a:ln>
        </p:spPr>
        <p:txBody>
          <a:bodyPr wrap="square" lIns="0" tIns="0" rIns="0" bIns="0" anchor="ctr">
            <a:noAutofit/>
          </a:bodyPr>
          <a:lstStyle>
            <a:defPPr algn="ctr">
              <a:defRPr sz="1450" b="1">
                <a:solidFill>
                  <a:srgbClr val="2D3A8C"/>
                </a:solidFill>
                <a:latin typeface="Calibri"/>
                <a:ea typeface="Calibri"/>
                <a:cs typeface="Calibri"/>
              </a:defRPr>
            </a:defPPr>
            <a:lvl1pPr algn="ctr">
              <a:defRPr sz="1450" b="1">
                <a:solidFill>
                  <a:srgbClr val="2D3A8C"/>
                </a:solidFill>
                <a:latin typeface="Calibri"/>
                <a:ea typeface="Calibri"/>
                <a:cs typeface="Calibri"/>
              </a:defRPr>
            </a:lvl1pPr>
            <a:lvl2pPr algn="ctr">
              <a:defRPr sz="1450" b="1">
                <a:solidFill>
                  <a:srgbClr val="2D3A8C"/>
                </a:solidFill>
                <a:latin typeface="Calibri"/>
                <a:ea typeface="Calibri"/>
                <a:cs typeface="Calibri"/>
              </a:defRPr>
            </a:lvl2pPr>
            <a:lvl3pPr algn="ctr">
              <a:defRPr sz="1450" b="1">
                <a:solidFill>
                  <a:srgbClr val="2D3A8C"/>
                </a:solidFill>
                <a:latin typeface="Calibri"/>
                <a:ea typeface="Calibri"/>
                <a:cs typeface="Calibri"/>
              </a:defRPr>
            </a:lvl3pPr>
            <a:lvl4pPr algn="ctr">
              <a:defRPr sz="1450" b="1">
                <a:solidFill>
                  <a:srgbClr val="2D3A8C"/>
                </a:solidFill>
                <a:latin typeface="Calibri"/>
                <a:ea typeface="Calibri"/>
                <a:cs typeface="Calibri"/>
              </a:defRPr>
            </a:lvl4pPr>
            <a:lvl5pPr algn="ctr">
              <a:defRPr sz="1450" b="1">
                <a:solidFill>
                  <a:srgbClr val="2D3A8C"/>
                </a:solidFill>
                <a:latin typeface="Calibri"/>
                <a:ea typeface="Calibri"/>
                <a:cs typeface="Calibri"/>
              </a:defRPr>
            </a:lvl5pPr>
            <a:lvl6pPr algn="ctr">
              <a:defRPr sz="1450" b="1">
                <a:solidFill>
                  <a:srgbClr val="2D3A8C"/>
                </a:solidFill>
                <a:latin typeface="Calibri"/>
                <a:ea typeface="Calibri"/>
                <a:cs typeface="Calibri"/>
              </a:defRPr>
            </a:lvl6pPr>
            <a:lvl7pPr algn="ctr">
              <a:defRPr sz="1450" b="1">
                <a:solidFill>
                  <a:srgbClr val="2D3A8C"/>
                </a:solidFill>
                <a:latin typeface="Calibri"/>
                <a:ea typeface="Calibri"/>
                <a:cs typeface="Calibri"/>
              </a:defRPr>
            </a:lvl7pPr>
            <a:lvl8pPr algn="ctr">
              <a:defRPr sz="1450" b="1">
                <a:solidFill>
                  <a:srgbClr val="2D3A8C"/>
                </a:solidFill>
                <a:latin typeface="Calibri"/>
                <a:ea typeface="Calibri"/>
                <a:cs typeface="Calibri"/>
              </a:defRPr>
            </a:lvl8pPr>
            <a:lvl9pPr algn="ctr">
              <a:defRPr sz="1450" b="1">
                <a:solidFill>
                  <a:srgbClr val="2D3A8C"/>
                </a:solidFill>
                <a:latin typeface="Calibri"/>
                <a:ea typeface="Calibri"/>
                <a:cs typeface="Calibri"/>
              </a:defRPr>
            </a:lvl9pPr>
          </a:lstStyle>
          <a:p>
            <a:pPr defTabSz="1219170">
              <a:defRPr sz="1450" b="1">
                <a:solidFill>
                  <a:srgbClr val="2D3A8C"/>
                </a:solidFill>
                <a:latin typeface="Calibri"/>
                <a:ea typeface="Calibri"/>
                <a:cs typeface="Calibri"/>
              </a:defRPr>
            </a:pPr>
            <a:r>
              <a:rPr sz="1933"/>
              <a:t>?</a:t>
            </a:r>
          </a:p>
        </p:txBody>
      </p:sp>
      <p:sp>
        <p:nvSpPr>
          <p:cNvPr id="49" name="Oval 48">
            <a:extLst>
              <a:ext uri="{FF2B5EF4-FFF2-40B4-BE49-F238E27FC236}">
                <a16:creationId xmlns:a16="http://schemas.microsoft.com/office/drawing/2014/main" id="{C2DC76CE-B247-40EB-BB59-396AF853723F}"/>
              </a:ext>
            </a:extLst>
          </p:cNvPr>
          <p:cNvSpPr>
            <a:spLocks noGrp="1"/>
          </p:cNvSpPr>
          <p:nvPr/>
        </p:nvSpPr>
        <p:spPr>
          <a:xfrm>
            <a:off x="6686549" y="1638300"/>
            <a:ext cx="914400" cy="914400"/>
          </a:xfrm>
          <a:prstGeom prst="ellipse">
            <a:avLst/>
          </a:prstGeom>
          <a:solidFill>
            <a:srgbClr val="FFFFFF"/>
          </a:solidFill>
          <a:ln w="21431">
            <a:solidFill>
              <a:srgbClr val="1B1F3B"/>
            </a:solidFill>
            <a:prstDash val="solid"/>
          </a:ln>
        </p:spPr>
        <p:txBody>
          <a:bodyPr/>
          <a:lstStyle/>
          <a:p>
            <a:pPr defTabSz="1219170"/>
            <a:endParaRPr sz="2400">
              <a:solidFill>
                <a:srgbClr val="1B1F3B"/>
              </a:solidFill>
              <a:latin typeface="Calibri"/>
            </a:endParaRPr>
          </a:p>
        </p:txBody>
      </p:sp>
      <p:sp>
        <p:nvSpPr>
          <p:cNvPr id="50" name="Rectangle 49">
            <a:extLst>
              <a:ext uri="{FF2B5EF4-FFF2-40B4-BE49-F238E27FC236}">
                <a16:creationId xmlns:a16="http://schemas.microsoft.com/office/drawing/2014/main" id="{1B47D35A-0341-483A-8905-DEE53956A61F}"/>
              </a:ext>
            </a:extLst>
          </p:cNvPr>
          <p:cNvSpPr>
            <a:spLocks noGrp="1"/>
          </p:cNvSpPr>
          <p:nvPr/>
        </p:nvSpPr>
        <p:spPr>
          <a:xfrm>
            <a:off x="6762749" y="1752601"/>
            <a:ext cx="762000" cy="352425"/>
          </a:xfrm>
          <a:prstGeom prst="rect">
            <a:avLst/>
          </a:prstGeom>
          <a:noFill/>
          <a:ln w="0">
            <a:noFill/>
            <a:prstDash val="solid"/>
          </a:ln>
        </p:spPr>
        <p:txBody>
          <a:bodyPr wrap="square" lIns="0" tIns="0" rIns="0" bIns="0" anchor="ctr">
            <a:noAutofit/>
          </a:bodyPr>
          <a:lstStyle>
            <a:defPPr algn="ctr">
              <a:defRPr sz="1650" b="1">
                <a:solidFill>
                  <a:srgbClr val="1B1F3B"/>
                </a:solidFill>
                <a:latin typeface="Calibri"/>
                <a:ea typeface="Calibri"/>
                <a:cs typeface="Calibri"/>
              </a:defRPr>
            </a:defPPr>
            <a:lvl1pPr algn="ctr">
              <a:defRPr sz="1650" b="1">
                <a:solidFill>
                  <a:srgbClr val="1B1F3B"/>
                </a:solidFill>
                <a:latin typeface="Calibri"/>
                <a:ea typeface="Calibri"/>
                <a:cs typeface="Calibri"/>
              </a:defRPr>
            </a:lvl1pPr>
            <a:lvl2pPr algn="ctr">
              <a:defRPr sz="1650" b="1">
                <a:solidFill>
                  <a:srgbClr val="1B1F3B"/>
                </a:solidFill>
                <a:latin typeface="Calibri"/>
                <a:ea typeface="Calibri"/>
                <a:cs typeface="Calibri"/>
              </a:defRPr>
            </a:lvl2pPr>
            <a:lvl3pPr algn="ctr">
              <a:defRPr sz="1650" b="1">
                <a:solidFill>
                  <a:srgbClr val="1B1F3B"/>
                </a:solidFill>
                <a:latin typeface="Calibri"/>
                <a:ea typeface="Calibri"/>
                <a:cs typeface="Calibri"/>
              </a:defRPr>
            </a:lvl3pPr>
            <a:lvl4pPr algn="ctr">
              <a:defRPr sz="1650" b="1">
                <a:solidFill>
                  <a:srgbClr val="1B1F3B"/>
                </a:solidFill>
                <a:latin typeface="Calibri"/>
                <a:ea typeface="Calibri"/>
                <a:cs typeface="Calibri"/>
              </a:defRPr>
            </a:lvl4pPr>
            <a:lvl5pPr algn="ctr">
              <a:defRPr sz="1650" b="1">
                <a:solidFill>
                  <a:srgbClr val="1B1F3B"/>
                </a:solidFill>
                <a:latin typeface="Calibri"/>
                <a:ea typeface="Calibri"/>
                <a:cs typeface="Calibri"/>
              </a:defRPr>
            </a:lvl5pPr>
            <a:lvl6pPr algn="ctr">
              <a:defRPr sz="1650" b="1">
                <a:solidFill>
                  <a:srgbClr val="1B1F3B"/>
                </a:solidFill>
                <a:latin typeface="Calibri"/>
                <a:ea typeface="Calibri"/>
                <a:cs typeface="Calibri"/>
              </a:defRPr>
            </a:lvl6pPr>
            <a:lvl7pPr algn="ctr">
              <a:defRPr sz="1650" b="1">
                <a:solidFill>
                  <a:srgbClr val="1B1F3B"/>
                </a:solidFill>
                <a:latin typeface="Calibri"/>
                <a:ea typeface="Calibri"/>
                <a:cs typeface="Calibri"/>
              </a:defRPr>
            </a:lvl7pPr>
            <a:lvl8pPr algn="ctr">
              <a:defRPr sz="1650" b="1">
                <a:solidFill>
                  <a:srgbClr val="1B1F3B"/>
                </a:solidFill>
                <a:latin typeface="Calibri"/>
                <a:ea typeface="Calibri"/>
                <a:cs typeface="Calibri"/>
              </a:defRPr>
            </a:lvl8pPr>
            <a:lvl9pPr algn="ctr">
              <a:defRPr sz="1650" b="1">
                <a:solidFill>
                  <a:srgbClr val="1B1F3B"/>
                </a:solidFill>
                <a:latin typeface="Calibri"/>
                <a:ea typeface="Calibri"/>
                <a:cs typeface="Calibri"/>
              </a:defRPr>
            </a:lvl9pPr>
          </a:lstStyle>
          <a:p>
            <a:pPr defTabSz="1219170">
              <a:defRPr sz="1650" b="1">
                <a:solidFill>
                  <a:srgbClr val="1B1F3B"/>
                </a:solidFill>
                <a:latin typeface="Calibri"/>
                <a:ea typeface="Calibri"/>
                <a:cs typeface="Calibri"/>
              </a:defRPr>
            </a:pPr>
            <a:r>
              <a:rPr sz="2200"/>
              <a:t>C</a:t>
            </a:r>
          </a:p>
        </p:txBody>
      </p:sp>
      <p:sp>
        <p:nvSpPr>
          <p:cNvPr id="51" name="Rectangle 50">
            <a:extLst>
              <a:ext uri="{FF2B5EF4-FFF2-40B4-BE49-F238E27FC236}">
                <a16:creationId xmlns:a16="http://schemas.microsoft.com/office/drawing/2014/main" id="{3F44C328-0470-4BE0-BED7-0D6707B273C8}"/>
              </a:ext>
            </a:extLst>
          </p:cNvPr>
          <p:cNvSpPr>
            <a:spLocks noGrp="1"/>
          </p:cNvSpPr>
          <p:nvPr/>
        </p:nvSpPr>
        <p:spPr>
          <a:xfrm>
            <a:off x="6762749" y="2105026"/>
            <a:ext cx="762000" cy="352425"/>
          </a:xfrm>
          <a:prstGeom prst="rect">
            <a:avLst/>
          </a:prstGeom>
          <a:noFill/>
          <a:ln w="0">
            <a:noFill/>
            <a:prstDash val="solid"/>
          </a:ln>
        </p:spPr>
        <p:txBody>
          <a:bodyPr wrap="square" lIns="0" tIns="0" rIns="0" bIns="0" anchor="ctr">
            <a:noAutofit/>
          </a:bodyPr>
          <a:lstStyle>
            <a:defPPr algn="ctr">
              <a:defRPr sz="1450" b="1">
                <a:solidFill>
                  <a:srgbClr val="2D3A8C"/>
                </a:solidFill>
                <a:latin typeface="Calibri"/>
                <a:ea typeface="Calibri"/>
                <a:cs typeface="Calibri"/>
              </a:defRPr>
            </a:defPPr>
            <a:lvl1pPr algn="ctr">
              <a:defRPr sz="1450" b="1">
                <a:solidFill>
                  <a:srgbClr val="2D3A8C"/>
                </a:solidFill>
                <a:latin typeface="Calibri"/>
                <a:ea typeface="Calibri"/>
                <a:cs typeface="Calibri"/>
              </a:defRPr>
            </a:lvl1pPr>
            <a:lvl2pPr algn="ctr">
              <a:defRPr sz="1450" b="1">
                <a:solidFill>
                  <a:srgbClr val="2D3A8C"/>
                </a:solidFill>
                <a:latin typeface="Calibri"/>
                <a:ea typeface="Calibri"/>
                <a:cs typeface="Calibri"/>
              </a:defRPr>
            </a:lvl2pPr>
            <a:lvl3pPr algn="ctr">
              <a:defRPr sz="1450" b="1">
                <a:solidFill>
                  <a:srgbClr val="2D3A8C"/>
                </a:solidFill>
                <a:latin typeface="Calibri"/>
                <a:ea typeface="Calibri"/>
                <a:cs typeface="Calibri"/>
              </a:defRPr>
            </a:lvl3pPr>
            <a:lvl4pPr algn="ctr">
              <a:defRPr sz="1450" b="1">
                <a:solidFill>
                  <a:srgbClr val="2D3A8C"/>
                </a:solidFill>
                <a:latin typeface="Calibri"/>
                <a:ea typeface="Calibri"/>
                <a:cs typeface="Calibri"/>
              </a:defRPr>
            </a:lvl4pPr>
            <a:lvl5pPr algn="ctr">
              <a:defRPr sz="1450" b="1">
                <a:solidFill>
                  <a:srgbClr val="2D3A8C"/>
                </a:solidFill>
                <a:latin typeface="Calibri"/>
                <a:ea typeface="Calibri"/>
                <a:cs typeface="Calibri"/>
              </a:defRPr>
            </a:lvl5pPr>
            <a:lvl6pPr algn="ctr">
              <a:defRPr sz="1450" b="1">
                <a:solidFill>
                  <a:srgbClr val="2D3A8C"/>
                </a:solidFill>
                <a:latin typeface="Calibri"/>
                <a:ea typeface="Calibri"/>
                <a:cs typeface="Calibri"/>
              </a:defRPr>
            </a:lvl6pPr>
            <a:lvl7pPr algn="ctr">
              <a:defRPr sz="1450" b="1">
                <a:solidFill>
                  <a:srgbClr val="2D3A8C"/>
                </a:solidFill>
                <a:latin typeface="Calibri"/>
                <a:ea typeface="Calibri"/>
                <a:cs typeface="Calibri"/>
              </a:defRPr>
            </a:lvl7pPr>
            <a:lvl8pPr algn="ctr">
              <a:defRPr sz="1450" b="1">
                <a:solidFill>
                  <a:srgbClr val="2D3A8C"/>
                </a:solidFill>
                <a:latin typeface="Calibri"/>
                <a:ea typeface="Calibri"/>
                <a:cs typeface="Calibri"/>
              </a:defRPr>
            </a:lvl8pPr>
            <a:lvl9pPr algn="ctr">
              <a:defRPr sz="1450" b="1">
                <a:solidFill>
                  <a:srgbClr val="2D3A8C"/>
                </a:solidFill>
                <a:latin typeface="Calibri"/>
                <a:ea typeface="Calibri"/>
                <a:cs typeface="Calibri"/>
              </a:defRPr>
            </a:lvl9pPr>
          </a:lstStyle>
          <a:p>
            <a:pPr defTabSz="1219170">
              <a:defRPr sz="1450" b="1">
                <a:solidFill>
                  <a:srgbClr val="2D3A8C"/>
                </a:solidFill>
                <a:latin typeface="Calibri"/>
                <a:ea typeface="Calibri"/>
                <a:cs typeface="Calibri"/>
              </a:defRPr>
            </a:pPr>
            <a:r>
              <a:rPr sz="1933"/>
              <a:t>?</a:t>
            </a:r>
          </a:p>
        </p:txBody>
      </p:sp>
      <p:sp>
        <p:nvSpPr>
          <p:cNvPr id="52" name="Oval 51">
            <a:extLst>
              <a:ext uri="{FF2B5EF4-FFF2-40B4-BE49-F238E27FC236}">
                <a16:creationId xmlns:a16="http://schemas.microsoft.com/office/drawing/2014/main" id="{88DC45B8-2B8C-482C-903D-096B7355D46E}"/>
              </a:ext>
            </a:extLst>
          </p:cNvPr>
          <p:cNvSpPr>
            <a:spLocks noGrp="1"/>
          </p:cNvSpPr>
          <p:nvPr/>
        </p:nvSpPr>
        <p:spPr>
          <a:xfrm>
            <a:off x="9544051" y="2876549"/>
            <a:ext cx="914400" cy="914400"/>
          </a:xfrm>
          <a:prstGeom prst="ellipse">
            <a:avLst/>
          </a:prstGeom>
          <a:solidFill>
            <a:srgbClr val="FFFFFF"/>
          </a:solidFill>
          <a:ln w="21431">
            <a:solidFill>
              <a:srgbClr val="1B1F3B"/>
            </a:solidFill>
            <a:prstDash val="solid"/>
          </a:ln>
        </p:spPr>
        <p:txBody>
          <a:bodyPr/>
          <a:lstStyle/>
          <a:p>
            <a:pPr defTabSz="1219170"/>
            <a:endParaRPr sz="2400">
              <a:solidFill>
                <a:srgbClr val="1B1F3B"/>
              </a:solidFill>
              <a:latin typeface="Calibri"/>
            </a:endParaRPr>
          </a:p>
        </p:txBody>
      </p:sp>
      <p:sp>
        <p:nvSpPr>
          <p:cNvPr id="53" name="Rectangle 52">
            <a:extLst>
              <a:ext uri="{FF2B5EF4-FFF2-40B4-BE49-F238E27FC236}">
                <a16:creationId xmlns:a16="http://schemas.microsoft.com/office/drawing/2014/main" id="{FFE58E3E-CDB5-4FF9-BB06-0895523D7CC3}"/>
              </a:ext>
            </a:extLst>
          </p:cNvPr>
          <p:cNvSpPr>
            <a:spLocks noGrp="1"/>
          </p:cNvSpPr>
          <p:nvPr/>
        </p:nvSpPr>
        <p:spPr>
          <a:xfrm>
            <a:off x="9620251" y="2990852"/>
            <a:ext cx="762000" cy="352425"/>
          </a:xfrm>
          <a:prstGeom prst="rect">
            <a:avLst/>
          </a:prstGeom>
          <a:noFill/>
          <a:ln w="0">
            <a:noFill/>
            <a:prstDash val="solid"/>
          </a:ln>
        </p:spPr>
        <p:txBody>
          <a:bodyPr wrap="square" lIns="0" tIns="0" rIns="0" bIns="0" anchor="ctr">
            <a:noAutofit/>
          </a:bodyPr>
          <a:lstStyle>
            <a:defPPr algn="ctr">
              <a:defRPr sz="1650" b="1">
                <a:solidFill>
                  <a:srgbClr val="1B1F3B"/>
                </a:solidFill>
                <a:latin typeface="Calibri"/>
                <a:ea typeface="Calibri"/>
                <a:cs typeface="Calibri"/>
              </a:defRPr>
            </a:defPPr>
            <a:lvl1pPr algn="ctr">
              <a:defRPr sz="1650" b="1">
                <a:solidFill>
                  <a:srgbClr val="1B1F3B"/>
                </a:solidFill>
                <a:latin typeface="Calibri"/>
                <a:ea typeface="Calibri"/>
                <a:cs typeface="Calibri"/>
              </a:defRPr>
            </a:lvl1pPr>
            <a:lvl2pPr algn="ctr">
              <a:defRPr sz="1650" b="1">
                <a:solidFill>
                  <a:srgbClr val="1B1F3B"/>
                </a:solidFill>
                <a:latin typeface="Calibri"/>
                <a:ea typeface="Calibri"/>
                <a:cs typeface="Calibri"/>
              </a:defRPr>
            </a:lvl2pPr>
            <a:lvl3pPr algn="ctr">
              <a:defRPr sz="1650" b="1">
                <a:solidFill>
                  <a:srgbClr val="1B1F3B"/>
                </a:solidFill>
                <a:latin typeface="Calibri"/>
                <a:ea typeface="Calibri"/>
                <a:cs typeface="Calibri"/>
              </a:defRPr>
            </a:lvl3pPr>
            <a:lvl4pPr algn="ctr">
              <a:defRPr sz="1650" b="1">
                <a:solidFill>
                  <a:srgbClr val="1B1F3B"/>
                </a:solidFill>
                <a:latin typeface="Calibri"/>
                <a:ea typeface="Calibri"/>
                <a:cs typeface="Calibri"/>
              </a:defRPr>
            </a:lvl4pPr>
            <a:lvl5pPr algn="ctr">
              <a:defRPr sz="1650" b="1">
                <a:solidFill>
                  <a:srgbClr val="1B1F3B"/>
                </a:solidFill>
                <a:latin typeface="Calibri"/>
                <a:ea typeface="Calibri"/>
                <a:cs typeface="Calibri"/>
              </a:defRPr>
            </a:lvl5pPr>
            <a:lvl6pPr algn="ctr">
              <a:defRPr sz="1650" b="1">
                <a:solidFill>
                  <a:srgbClr val="1B1F3B"/>
                </a:solidFill>
                <a:latin typeface="Calibri"/>
                <a:ea typeface="Calibri"/>
                <a:cs typeface="Calibri"/>
              </a:defRPr>
            </a:lvl6pPr>
            <a:lvl7pPr algn="ctr">
              <a:defRPr sz="1650" b="1">
                <a:solidFill>
                  <a:srgbClr val="1B1F3B"/>
                </a:solidFill>
                <a:latin typeface="Calibri"/>
                <a:ea typeface="Calibri"/>
                <a:cs typeface="Calibri"/>
              </a:defRPr>
            </a:lvl7pPr>
            <a:lvl8pPr algn="ctr">
              <a:defRPr sz="1650" b="1">
                <a:solidFill>
                  <a:srgbClr val="1B1F3B"/>
                </a:solidFill>
                <a:latin typeface="Calibri"/>
                <a:ea typeface="Calibri"/>
                <a:cs typeface="Calibri"/>
              </a:defRPr>
            </a:lvl8pPr>
            <a:lvl9pPr algn="ctr">
              <a:defRPr sz="1650" b="1">
                <a:solidFill>
                  <a:srgbClr val="1B1F3B"/>
                </a:solidFill>
                <a:latin typeface="Calibri"/>
                <a:ea typeface="Calibri"/>
                <a:cs typeface="Calibri"/>
              </a:defRPr>
            </a:lvl9pPr>
          </a:lstStyle>
          <a:p>
            <a:pPr defTabSz="1219170">
              <a:defRPr sz="1650" b="1">
                <a:solidFill>
                  <a:srgbClr val="1B1F3B"/>
                </a:solidFill>
                <a:latin typeface="Calibri"/>
                <a:ea typeface="Calibri"/>
                <a:cs typeface="Calibri"/>
              </a:defRPr>
            </a:pPr>
            <a:r>
              <a:rPr sz="2200"/>
              <a:t>G</a:t>
            </a:r>
          </a:p>
        </p:txBody>
      </p:sp>
      <p:sp>
        <p:nvSpPr>
          <p:cNvPr id="54" name="Rectangle 53">
            <a:extLst>
              <a:ext uri="{FF2B5EF4-FFF2-40B4-BE49-F238E27FC236}">
                <a16:creationId xmlns:a16="http://schemas.microsoft.com/office/drawing/2014/main" id="{57A820C4-C6FA-41E3-9032-CBC9504C3786}"/>
              </a:ext>
            </a:extLst>
          </p:cNvPr>
          <p:cNvSpPr>
            <a:spLocks noGrp="1"/>
          </p:cNvSpPr>
          <p:nvPr/>
        </p:nvSpPr>
        <p:spPr>
          <a:xfrm>
            <a:off x="9620251" y="3343276"/>
            <a:ext cx="762000" cy="352425"/>
          </a:xfrm>
          <a:prstGeom prst="rect">
            <a:avLst/>
          </a:prstGeom>
          <a:noFill/>
          <a:ln w="0">
            <a:noFill/>
            <a:prstDash val="solid"/>
          </a:ln>
        </p:spPr>
        <p:txBody>
          <a:bodyPr wrap="square" lIns="0" tIns="0" rIns="0" bIns="0" anchor="ctr">
            <a:noAutofit/>
          </a:bodyPr>
          <a:lstStyle>
            <a:defPPr algn="ctr">
              <a:defRPr sz="1450" b="1">
                <a:solidFill>
                  <a:srgbClr val="2D3A8C"/>
                </a:solidFill>
                <a:latin typeface="Calibri"/>
                <a:ea typeface="Calibri"/>
                <a:cs typeface="Calibri"/>
              </a:defRPr>
            </a:defPPr>
            <a:lvl1pPr algn="ctr">
              <a:defRPr sz="1450" b="1">
                <a:solidFill>
                  <a:srgbClr val="2D3A8C"/>
                </a:solidFill>
                <a:latin typeface="Calibri"/>
                <a:ea typeface="Calibri"/>
                <a:cs typeface="Calibri"/>
              </a:defRPr>
            </a:lvl1pPr>
            <a:lvl2pPr algn="ctr">
              <a:defRPr sz="1450" b="1">
                <a:solidFill>
                  <a:srgbClr val="2D3A8C"/>
                </a:solidFill>
                <a:latin typeface="Calibri"/>
                <a:ea typeface="Calibri"/>
                <a:cs typeface="Calibri"/>
              </a:defRPr>
            </a:lvl2pPr>
            <a:lvl3pPr algn="ctr">
              <a:defRPr sz="1450" b="1">
                <a:solidFill>
                  <a:srgbClr val="2D3A8C"/>
                </a:solidFill>
                <a:latin typeface="Calibri"/>
                <a:ea typeface="Calibri"/>
                <a:cs typeface="Calibri"/>
              </a:defRPr>
            </a:lvl3pPr>
            <a:lvl4pPr algn="ctr">
              <a:defRPr sz="1450" b="1">
                <a:solidFill>
                  <a:srgbClr val="2D3A8C"/>
                </a:solidFill>
                <a:latin typeface="Calibri"/>
                <a:ea typeface="Calibri"/>
                <a:cs typeface="Calibri"/>
              </a:defRPr>
            </a:lvl4pPr>
            <a:lvl5pPr algn="ctr">
              <a:defRPr sz="1450" b="1">
                <a:solidFill>
                  <a:srgbClr val="2D3A8C"/>
                </a:solidFill>
                <a:latin typeface="Calibri"/>
                <a:ea typeface="Calibri"/>
                <a:cs typeface="Calibri"/>
              </a:defRPr>
            </a:lvl5pPr>
            <a:lvl6pPr algn="ctr">
              <a:defRPr sz="1450" b="1">
                <a:solidFill>
                  <a:srgbClr val="2D3A8C"/>
                </a:solidFill>
                <a:latin typeface="Calibri"/>
                <a:ea typeface="Calibri"/>
                <a:cs typeface="Calibri"/>
              </a:defRPr>
            </a:lvl6pPr>
            <a:lvl7pPr algn="ctr">
              <a:defRPr sz="1450" b="1">
                <a:solidFill>
                  <a:srgbClr val="2D3A8C"/>
                </a:solidFill>
                <a:latin typeface="Calibri"/>
                <a:ea typeface="Calibri"/>
                <a:cs typeface="Calibri"/>
              </a:defRPr>
            </a:lvl7pPr>
            <a:lvl8pPr algn="ctr">
              <a:defRPr sz="1450" b="1">
                <a:solidFill>
                  <a:srgbClr val="2D3A8C"/>
                </a:solidFill>
                <a:latin typeface="Calibri"/>
                <a:ea typeface="Calibri"/>
                <a:cs typeface="Calibri"/>
              </a:defRPr>
            </a:lvl8pPr>
            <a:lvl9pPr algn="ctr">
              <a:defRPr sz="1450" b="1">
                <a:solidFill>
                  <a:srgbClr val="2D3A8C"/>
                </a:solidFill>
                <a:latin typeface="Calibri"/>
                <a:ea typeface="Calibri"/>
                <a:cs typeface="Calibri"/>
              </a:defRPr>
            </a:lvl9pPr>
          </a:lstStyle>
          <a:p>
            <a:pPr defTabSz="1219170">
              <a:defRPr sz="1450" b="1">
                <a:solidFill>
                  <a:srgbClr val="2D3A8C"/>
                </a:solidFill>
                <a:latin typeface="Calibri"/>
                <a:ea typeface="Calibri"/>
                <a:cs typeface="Calibri"/>
              </a:defRPr>
            </a:pPr>
            <a:r>
              <a:rPr sz="1933"/>
              <a:t>?</a:t>
            </a:r>
          </a:p>
        </p:txBody>
      </p:sp>
      <p:sp>
        <p:nvSpPr>
          <p:cNvPr id="55" name="Rectangle 54">
            <a:extLst>
              <a:ext uri="{FF2B5EF4-FFF2-40B4-BE49-F238E27FC236}">
                <a16:creationId xmlns:a16="http://schemas.microsoft.com/office/drawing/2014/main" id="{88F72554-7534-4609-8FB2-33E6C6E86B0A}"/>
              </a:ext>
            </a:extLst>
          </p:cNvPr>
          <p:cNvSpPr>
            <a:spLocks noGrp="1"/>
          </p:cNvSpPr>
          <p:nvPr/>
        </p:nvSpPr>
        <p:spPr>
          <a:xfrm>
            <a:off x="609600" y="5619749"/>
            <a:ext cx="10972800" cy="457200"/>
          </a:xfrm>
          <a:prstGeom prst="rect">
            <a:avLst/>
          </a:prstGeom>
          <a:noFill/>
          <a:ln w="0">
            <a:noFill/>
            <a:prstDash val="solid"/>
          </a:ln>
        </p:spPr>
        <p:txBody>
          <a:bodyPr wrap="square" lIns="0" tIns="0" rIns="0" bIns="0" anchor="ctr">
            <a:noAutofit/>
          </a:bodyPr>
          <a:lstStyle>
            <a:defPPr algn="l">
              <a:defRPr sz="1300" b="0">
                <a:solidFill>
                  <a:srgbClr val="4A4F6A"/>
                </a:solidFill>
                <a:latin typeface="Calibri"/>
                <a:ea typeface="Calibri"/>
                <a:cs typeface="Calibri"/>
              </a:defRPr>
            </a:defPPr>
            <a:lvl1pPr algn="l">
              <a:defRPr sz="1300" b="0">
                <a:solidFill>
                  <a:srgbClr val="4A4F6A"/>
                </a:solidFill>
                <a:latin typeface="Calibri"/>
                <a:ea typeface="Calibri"/>
                <a:cs typeface="Calibri"/>
              </a:defRPr>
            </a:lvl1pPr>
            <a:lvl2pPr algn="l">
              <a:defRPr sz="1300" b="0">
                <a:solidFill>
                  <a:srgbClr val="4A4F6A"/>
                </a:solidFill>
                <a:latin typeface="Calibri"/>
                <a:ea typeface="Calibri"/>
                <a:cs typeface="Calibri"/>
              </a:defRPr>
            </a:lvl2pPr>
            <a:lvl3pPr algn="l">
              <a:defRPr sz="1300" b="0">
                <a:solidFill>
                  <a:srgbClr val="4A4F6A"/>
                </a:solidFill>
                <a:latin typeface="Calibri"/>
                <a:ea typeface="Calibri"/>
                <a:cs typeface="Calibri"/>
              </a:defRPr>
            </a:lvl3pPr>
            <a:lvl4pPr algn="l">
              <a:defRPr sz="1300" b="0">
                <a:solidFill>
                  <a:srgbClr val="4A4F6A"/>
                </a:solidFill>
                <a:latin typeface="Calibri"/>
                <a:ea typeface="Calibri"/>
                <a:cs typeface="Calibri"/>
              </a:defRPr>
            </a:lvl4pPr>
            <a:lvl5pPr algn="l">
              <a:defRPr sz="1300" b="0">
                <a:solidFill>
                  <a:srgbClr val="4A4F6A"/>
                </a:solidFill>
                <a:latin typeface="Calibri"/>
                <a:ea typeface="Calibri"/>
                <a:cs typeface="Calibri"/>
              </a:defRPr>
            </a:lvl5pPr>
            <a:lvl6pPr algn="l">
              <a:defRPr sz="1300" b="0">
                <a:solidFill>
                  <a:srgbClr val="4A4F6A"/>
                </a:solidFill>
                <a:latin typeface="Calibri"/>
                <a:ea typeface="Calibri"/>
                <a:cs typeface="Calibri"/>
              </a:defRPr>
            </a:lvl6pPr>
            <a:lvl7pPr algn="l">
              <a:defRPr sz="1300" b="0">
                <a:solidFill>
                  <a:srgbClr val="4A4F6A"/>
                </a:solidFill>
                <a:latin typeface="Calibri"/>
                <a:ea typeface="Calibri"/>
                <a:cs typeface="Calibri"/>
              </a:defRPr>
            </a:lvl7pPr>
            <a:lvl8pPr algn="l">
              <a:defRPr sz="1300" b="0">
                <a:solidFill>
                  <a:srgbClr val="4A4F6A"/>
                </a:solidFill>
                <a:latin typeface="Calibri"/>
                <a:ea typeface="Calibri"/>
                <a:cs typeface="Calibri"/>
              </a:defRPr>
            </a:lvl8pPr>
            <a:lvl9pPr algn="l">
              <a:defRPr sz="1300" b="0">
                <a:solidFill>
                  <a:srgbClr val="4A4F6A"/>
                </a:solidFill>
                <a:latin typeface="Calibri"/>
                <a:ea typeface="Calibri"/>
                <a:cs typeface="Calibri"/>
              </a:defRPr>
            </a:lvl9pPr>
          </a:lstStyle>
          <a:p>
            <a:pPr defTabSz="1219170">
              <a:defRPr sz="1300" b="0">
                <a:solidFill>
                  <a:srgbClr val="4A4F6A"/>
                </a:solidFill>
                <a:latin typeface="Calibri"/>
                <a:ea typeface="Calibri"/>
                <a:cs typeface="Calibri"/>
              </a:defRPr>
            </a:pPr>
            <a:r>
              <a:rPr sz="1733"/>
              <a:t>Road numbers are move costs. Blue numbers inside places are totals from S.</a:t>
            </a:r>
          </a:p>
        </p:txBody>
      </p:sp>
      <p:sp>
        <p:nvSpPr>
          <p:cNvPr id="56" name="Oval 55">
            <a:extLst>
              <a:ext uri="{FF2B5EF4-FFF2-40B4-BE49-F238E27FC236}">
                <a16:creationId xmlns:a16="http://schemas.microsoft.com/office/drawing/2014/main" id="{A1B0C0BB-B72A-4357-8844-A802FE27D4B5}"/>
              </a:ext>
            </a:extLst>
          </p:cNvPr>
          <p:cNvSpPr>
            <a:spLocks noGrp="1"/>
          </p:cNvSpPr>
          <p:nvPr/>
        </p:nvSpPr>
        <p:spPr>
          <a:xfrm>
            <a:off x="857251" y="5143500"/>
            <a:ext cx="209549" cy="209549"/>
          </a:xfrm>
          <a:prstGeom prst="ellipse">
            <a:avLst/>
          </a:prstGeom>
          <a:solidFill>
            <a:srgbClr val="F8D19C"/>
          </a:solidFill>
          <a:ln w="7144">
            <a:solidFill>
              <a:srgbClr val="1B1F3B"/>
            </a:solidFill>
            <a:prstDash val="solid"/>
          </a:ln>
        </p:spPr>
        <p:txBody>
          <a:bodyPr/>
          <a:lstStyle/>
          <a:p>
            <a:pPr defTabSz="1219170"/>
            <a:endParaRPr sz="2400">
              <a:solidFill>
                <a:srgbClr val="1B1F3B"/>
              </a:solidFill>
              <a:latin typeface="Calibri"/>
            </a:endParaRPr>
          </a:p>
        </p:txBody>
      </p:sp>
      <p:sp>
        <p:nvSpPr>
          <p:cNvPr id="57" name="Rectangle 56">
            <a:extLst>
              <a:ext uri="{FF2B5EF4-FFF2-40B4-BE49-F238E27FC236}">
                <a16:creationId xmlns:a16="http://schemas.microsoft.com/office/drawing/2014/main" id="{698F17D9-79F5-4290-A3DC-700FE7880C87}"/>
              </a:ext>
            </a:extLst>
          </p:cNvPr>
          <p:cNvSpPr>
            <a:spLocks noGrp="1"/>
          </p:cNvSpPr>
          <p:nvPr/>
        </p:nvSpPr>
        <p:spPr>
          <a:xfrm>
            <a:off x="1181101" y="5067300"/>
            <a:ext cx="2714625" cy="361949"/>
          </a:xfrm>
          <a:prstGeom prst="rect">
            <a:avLst/>
          </a:prstGeom>
          <a:noFill/>
          <a:ln w="0">
            <a:noFill/>
            <a:prstDash val="solid"/>
          </a:ln>
        </p:spPr>
        <p:txBody>
          <a:bodyPr wrap="square" lIns="0" tIns="0" rIns="0" bIns="0" anchor="ctr">
            <a:noAutofit/>
          </a:bodyPr>
          <a:lstStyle>
            <a:defPPr algn="l">
              <a:defRPr sz="1200" b="0">
                <a:solidFill>
                  <a:srgbClr val="4A4F6A"/>
                </a:solidFill>
                <a:latin typeface="Calibri"/>
                <a:ea typeface="Calibri"/>
                <a:cs typeface="Calibri"/>
              </a:defRPr>
            </a:defPPr>
            <a:lvl1pPr algn="l">
              <a:defRPr sz="1200" b="0">
                <a:solidFill>
                  <a:srgbClr val="4A4F6A"/>
                </a:solidFill>
                <a:latin typeface="Calibri"/>
                <a:ea typeface="Calibri"/>
                <a:cs typeface="Calibri"/>
              </a:defRPr>
            </a:lvl1pPr>
            <a:lvl2pPr algn="l">
              <a:defRPr sz="1200" b="0">
                <a:solidFill>
                  <a:srgbClr val="4A4F6A"/>
                </a:solidFill>
                <a:latin typeface="Calibri"/>
                <a:ea typeface="Calibri"/>
                <a:cs typeface="Calibri"/>
              </a:defRPr>
            </a:lvl2pPr>
            <a:lvl3pPr algn="l">
              <a:defRPr sz="1200" b="0">
                <a:solidFill>
                  <a:srgbClr val="4A4F6A"/>
                </a:solidFill>
                <a:latin typeface="Calibri"/>
                <a:ea typeface="Calibri"/>
                <a:cs typeface="Calibri"/>
              </a:defRPr>
            </a:lvl3pPr>
            <a:lvl4pPr algn="l">
              <a:defRPr sz="1200" b="0">
                <a:solidFill>
                  <a:srgbClr val="4A4F6A"/>
                </a:solidFill>
                <a:latin typeface="Calibri"/>
                <a:ea typeface="Calibri"/>
                <a:cs typeface="Calibri"/>
              </a:defRPr>
            </a:lvl4pPr>
            <a:lvl5pPr algn="l">
              <a:defRPr sz="1200" b="0">
                <a:solidFill>
                  <a:srgbClr val="4A4F6A"/>
                </a:solidFill>
                <a:latin typeface="Calibri"/>
                <a:ea typeface="Calibri"/>
                <a:cs typeface="Calibri"/>
              </a:defRPr>
            </a:lvl5pPr>
            <a:lvl6pPr algn="l">
              <a:defRPr sz="1200" b="0">
                <a:solidFill>
                  <a:srgbClr val="4A4F6A"/>
                </a:solidFill>
                <a:latin typeface="Calibri"/>
                <a:ea typeface="Calibri"/>
                <a:cs typeface="Calibri"/>
              </a:defRPr>
            </a:lvl6pPr>
            <a:lvl7pPr algn="l">
              <a:defRPr sz="1200" b="0">
                <a:solidFill>
                  <a:srgbClr val="4A4F6A"/>
                </a:solidFill>
                <a:latin typeface="Calibri"/>
                <a:ea typeface="Calibri"/>
                <a:cs typeface="Calibri"/>
              </a:defRPr>
            </a:lvl7pPr>
            <a:lvl8pPr algn="l">
              <a:defRPr sz="1200" b="0">
                <a:solidFill>
                  <a:srgbClr val="4A4F6A"/>
                </a:solidFill>
                <a:latin typeface="Calibri"/>
                <a:ea typeface="Calibri"/>
                <a:cs typeface="Calibri"/>
              </a:defRPr>
            </a:lvl8pPr>
            <a:lvl9pPr algn="l">
              <a:defRPr sz="1200" b="0">
                <a:solidFill>
                  <a:srgbClr val="4A4F6A"/>
                </a:solidFill>
                <a:latin typeface="Calibri"/>
                <a:ea typeface="Calibri"/>
                <a:cs typeface="Calibri"/>
              </a:defRPr>
            </a:lvl9pPr>
          </a:lstStyle>
          <a:p>
            <a:pPr defTabSz="1219170">
              <a:defRPr sz="1200" b="0">
                <a:solidFill>
                  <a:srgbClr val="4A4F6A"/>
                </a:solidFill>
                <a:latin typeface="Calibri"/>
                <a:ea typeface="Calibri"/>
                <a:cs typeface="Calibri"/>
              </a:defRPr>
            </a:pPr>
            <a:r>
              <a:rPr sz="1600"/>
              <a:t>Work next</a:t>
            </a:r>
          </a:p>
        </p:txBody>
      </p:sp>
      <p:sp>
        <p:nvSpPr>
          <p:cNvPr id="58" name="Oval 57">
            <a:extLst>
              <a:ext uri="{FF2B5EF4-FFF2-40B4-BE49-F238E27FC236}">
                <a16:creationId xmlns:a16="http://schemas.microsoft.com/office/drawing/2014/main" id="{347FD086-BA9A-4C03-A786-B9C693543A3D}"/>
              </a:ext>
            </a:extLst>
          </p:cNvPr>
          <p:cNvSpPr>
            <a:spLocks noGrp="1"/>
          </p:cNvSpPr>
          <p:nvPr/>
        </p:nvSpPr>
        <p:spPr>
          <a:xfrm>
            <a:off x="3952875" y="5143500"/>
            <a:ext cx="209549" cy="209549"/>
          </a:xfrm>
          <a:prstGeom prst="ellipse">
            <a:avLst/>
          </a:prstGeom>
          <a:solidFill>
            <a:srgbClr val="E0F1ED"/>
          </a:solidFill>
          <a:ln w="7144">
            <a:solidFill>
              <a:srgbClr val="1B1F3B"/>
            </a:solidFill>
            <a:prstDash val="solid"/>
          </a:ln>
        </p:spPr>
        <p:txBody>
          <a:bodyPr/>
          <a:lstStyle/>
          <a:p>
            <a:pPr defTabSz="1219170"/>
            <a:endParaRPr sz="2400">
              <a:solidFill>
                <a:srgbClr val="1B1F3B"/>
              </a:solidFill>
              <a:latin typeface="Calibri"/>
            </a:endParaRPr>
          </a:p>
        </p:txBody>
      </p:sp>
      <p:sp>
        <p:nvSpPr>
          <p:cNvPr id="59" name="Rectangle 58">
            <a:extLst>
              <a:ext uri="{FF2B5EF4-FFF2-40B4-BE49-F238E27FC236}">
                <a16:creationId xmlns:a16="http://schemas.microsoft.com/office/drawing/2014/main" id="{BF49008A-8BBF-4EC1-82D7-1C672ADC38CF}"/>
              </a:ext>
            </a:extLst>
          </p:cNvPr>
          <p:cNvSpPr>
            <a:spLocks noGrp="1"/>
          </p:cNvSpPr>
          <p:nvPr/>
        </p:nvSpPr>
        <p:spPr>
          <a:xfrm>
            <a:off x="4276726" y="5067300"/>
            <a:ext cx="2714625" cy="361949"/>
          </a:xfrm>
          <a:prstGeom prst="rect">
            <a:avLst/>
          </a:prstGeom>
          <a:noFill/>
          <a:ln w="0">
            <a:noFill/>
            <a:prstDash val="solid"/>
          </a:ln>
        </p:spPr>
        <p:txBody>
          <a:bodyPr wrap="square" lIns="0" tIns="0" rIns="0" bIns="0" anchor="ctr">
            <a:noAutofit/>
          </a:bodyPr>
          <a:lstStyle>
            <a:defPPr algn="l">
              <a:defRPr sz="1200" b="0">
                <a:solidFill>
                  <a:srgbClr val="4A4F6A"/>
                </a:solidFill>
                <a:latin typeface="Calibri"/>
                <a:ea typeface="Calibri"/>
                <a:cs typeface="Calibri"/>
              </a:defRPr>
            </a:defPPr>
            <a:lvl1pPr algn="l">
              <a:defRPr sz="1200" b="0">
                <a:solidFill>
                  <a:srgbClr val="4A4F6A"/>
                </a:solidFill>
                <a:latin typeface="Calibri"/>
                <a:ea typeface="Calibri"/>
                <a:cs typeface="Calibri"/>
              </a:defRPr>
            </a:lvl1pPr>
            <a:lvl2pPr algn="l">
              <a:defRPr sz="1200" b="0">
                <a:solidFill>
                  <a:srgbClr val="4A4F6A"/>
                </a:solidFill>
                <a:latin typeface="Calibri"/>
                <a:ea typeface="Calibri"/>
                <a:cs typeface="Calibri"/>
              </a:defRPr>
            </a:lvl2pPr>
            <a:lvl3pPr algn="l">
              <a:defRPr sz="1200" b="0">
                <a:solidFill>
                  <a:srgbClr val="4A4F6A"/>
                </a:solidFill>
                <a:latin typeface="Calibri"/>
                <a:ea typeface="Calibri"/>
                <a:cs typeface="Calibri"/>
              </a:defRPr>
            </a:lvl3pPr>
            <a:lvl4pPr algn="l">
              <a:defRPr sz="1200" b="0">
                <a:solidFill>
                  <a:srgbClr val="4A4F6A"/>
                </a:solidFill>
                <a:latin typeface="Calibri"/>
                <a:ea typeface="Calibri"/>
                <a:cs typeface="Calibri"/>
              </a:defRPr>
            </a:lvl4pPr>
            <a:lvl5pPr algn="l">
              <a:defRPr sz="1200" b="0">
                <a:solidFill>
                  <a:srgbClr val="4A4F6A"/>
                </a:solidFill>
                <a:latin typeface="Calibri"/>
                <a:ea typeface="Calibri"/>
                <a:cs typeface="Calibri"/>
              </a:defRPr>
            </a:lvl5pPr>
            <a:lvl6pPr algn="l">
              <a:defRPr sz="1200" b="0">
                <a:solidFill>
                  <a:srgbClr val="4A4F6A"/>
                </a:solidFill>
                <a:latin typeface="Calibri"/>
                <a:ea typeface="Calibri"/>
                <a:cs typeface="Calibri"/>
              </a:defRPr>
            </a:lvl6pPr>
            <a:lvl7pPr algn="l">
              <a:defRPr sz="1200" b="0">
                <a:solidFill>
                  <a:srgbClr val="4A4F6A"/>
                </a:solidFill>
                <a:latin typeface="Calibri"/>
                <a:ea typeface="Calibri"/>
                <a:cs typeface="Calibri"/>
              </a:defRPr>
            </a:lvl7pPr>
            <a:lvl8pPr algn="l">
              <a:defRPr sz="1200" b="0">
                <a:solidFill>
                  <a:srgbClr val="4A4F6A"/>
                </a:solidFill>
                <a:latin typeface="Calibri"/>
                <a:ea typeface="Calibri"/>
                <a:cs typeface="Calibri"/>
              </a:defRPr>
            </a:lvl8pPr>
            <a:lvl9pPr algn="l">
              <a:defRPr sz="1200" b="0">
                <a:solidFill>
                  <a:srgbClr val="4A4F6A"/>
                </a:solidFill>
                <a:latin typeface="Calibri"/>
                <a:ea typeface="Calibri"/>
                <a:cs typeface="Calibri"/>
              </a:defRPr>
            </a:lvl9pPr>
          </a:lstStyle>
          <a:p>
            <a:pPr defTabSz="1219170">
              <a:defRPr sz="1200" b="0">
                <a:solidFill>
                  <a:srgbClr val="4A4F6A"/>
                </a:solidFill>
                <a:latin typeface="Calibri"/>
                <a:ea typeface="Calibri"/>
                <a:cs typeface="Calibri"/>
              </a:defRPr>
            </a:pPr>
            <a:r>
              <a:rPr sz="1600"/>
              <a:t>Finished</a:t>
            </a:r>
          </a:p>
        </p:txBody>
      </p:sp>
      <p:sp>
        <p:nvSpPr>
          <p:cNvPr id="60" name="Oval 59">
            <a:extLst>
              <a:ext uri="{FF2B5EF4-FFF2-40B4-BE49-F238E27FC236}">
                <a16:creationId xmlns:a16="http://schemas.microsoft.com/office/drawing/2014/main" id="{C455321B-7CB9-4024-8D39-36E85605F4F2}"/>
              </a:ext>
            </a:extLst>
          </p:cNvPr>
          <p:cNvSpPr>
            <a:spLocks noGrp="1"/>
          </p:cNvSpPr>
          <p:nvPr/>
        </p:nvSpPr>
        <p:spPr>
          <a:xfrm>
            <a:off x="7048500" y="5143500"/>
            <a:ext cx="209549" cy="209549"/>
          </a:xfrm>
          <a:prstGeom prst="ellipse">
            <a:avLst/>
          </a:prstGeom>
          <a:solidFill>
            <a:srgbClr val="FFFFFF"/>
          </a:solidFill>
          <a:ln w="7144">
            <a:solidFill>
              <a:srgbClr val="1B1F3B"/>
            </a:solidFill>
            <a:prstDash val="solid"/>
          </a:ln>
        </p:spPr>
        <p:txBody>
          <a:bodyPr/>
          <a:lstStyle/>
          <a:p>
            <a:pPr defTabSz="1219170"/>
            <a:endParaRPr sz="2400">
              <a:solidFill>
                <a:srgbClr val="1B1F3B"/>
              </a:solidFill>
              <a:latin typeface="Calibri"/>
            </a:endParaRPr>
          </a:p>
        </p:txBody>
      </p:sp>
      <p:sp>
        <p:nvSpPr>
          <p:cNvPr id="61" name="Rectangle 60">
            <a:extLst>
              <a:ext uri="{FF2B5EF4-FFF2-40B4-BE49-F238E27FC236}">
                <a16:creationId xmlns:a16="http://schemas.microsoft.com/office/drawing/2014/main" id="{008D47E8-C3F3-4DEB-BD2B-AC5B406CAEFC}"/>
              </a:ext>
            </a:extLst>
          </p:cNvPr>
          <p:cNvSpPr>
            <a:spLocks noGrp="1"/>
          </p:cNvSpPr>
          <p:nvPr/>
        </p:nvSpPr>
        <p:spPr>
          <a:xfrm>
            <a:off x="7372350" y="5067300"/>
            <a:ext cx="2714625" cy="361949"/>
          </a:xfrm>
          <a:prstGeom prst="rect">
            <a:avLst/>
          </a:prstGeom>
          <a:noFill/>
          <a:ln w="0">
            <a:noFill/>
            <a:prstDash val="solid"/>
          </a:ln>
        </p:spPr>
        <p:txBody>
          <a:bodyPr wrap="square" lIns="0" tIns="0" rIns="0" bIns="0" anchor="ctr">
            <a:noAutofit/>
          </a:bodyPr>
          <a:lstStyle>
            <a:defPPr algn="l">
              <a:defRPr sz="1200" b="0">
                <a:solidFill>
                  <a:srgbClr val="4A4F6A"/>
                </a:solidFill>
                <a:latin typeface="Calibri"/>
                <a:ea typeface="Calibri"/>
                <a:cs typeface="Calibri"/>
              </a:defRPr>
            </a:defPPr>
            <a:lvl1pPr algn="l">
              <a:defRPr sz="1200" b="0">
                <a:solidFill>
                  <a:srgbClr val="4A4F6A"/>
                </a:solidFill>
                <a:latin typeface="Calibri"/>
                <a:ea typeface="Calibri"/>
                <a:cs typeface="Calibri"/>
              </a:defRPr>
            </a:lvl1pPr>
            <a:lvl2pPr algn="l">
              <a:defRPr sz="1200" b="0">
                <a:solidFill>
                  <a:srgbClr val="4A4F6A"/>
                </a:solidFill>
                <a:latin typeface="Calibri"/>
                <a:ea typeface="Calibri"/>
                <a:cs typeface="Calibri"/>
              </a:defRPr>
            </a:lvl2pPr>
            <a:lvl3pPr algn="l">
              <a:defRPr sz="1200" b="0">
                <a:solidFill>
                  <a:srgbClr val="4A4F6A"/>
                </a:solidFill>
                <a:latin typeface="Calibri"/>
                <a:ea typeface="Calibri"/>
                <a:cs typeface="Calibri"/>
              </a:defRPr>
            </a:lvl3pPr>
            <a:lvl4pPr algn="l">
              <a:defRPr sz="1200" b="0">
                <a:solidFill>
                  <a:srgbClr val="4A4F6A"/>
                </a:solidFill>
                <a:latin typeface="Calibri"/>
                <a:ea typeface="Calibri"/>
                <a:cs typeface="Calibri"/>
              </a:defRPr>
            </a:lvl4pPr>
            <a:lvl5pPr algn="l">
              <a:defRPr sz="1200" b="0">
                <a:solidFill>
                  <a:srgbClr val="4A4F6A"/>
                </a:solidFill>
                <a:latin typeface="Calibri"/>
                <a:ea typeface="Calibri"/>
                <a:cs typeface="Calibri"/>
              </a:defRPr>
            </a:lvl5pPr>
            <a:lvl6pPr algn="l">
              <a:defRPr sz="1200" b="0">
                <a:solidFill>
                  <a:srgbClr val="4A4F6A"/>
                </a:solidFill>
                <a:latin typeface="Calibri"/>
                <a:ea typeface="Calibri"/>
                <a:cs typeface="Calibri"/>
              </a:defRPr>
            </a:lvl6pPr>
            <a:lvl7pPr algn="l">
              <a:defRPr sz="1200" b="0">
                <a:solidFill>
                  <a:srgbClr val="4A4F6A"/>
                </a:solidFill>
                <a:latin typeface="Calibri"/>
                <a:ea typeface="Calibri"/>
                <a:cs typeface="Calibri"/>
              </a:defRPr>
            </a:lvl7pPr>
            <a:lvl8pPr algn="l">
              <a:defRPr sz="1200" b="0">
                <a:solidFill>
                  <a:srgbClr val="4A4F6A"/>
                </a:solidFill>
                <a:latin typeface="Calibri"/>
                <a:ea typeface="Calibri"/>
                <a:cs typeface="Calibri"/>
              </a:defRPr>
            </a:lvl8pPr>
            <a:lvl9pPr algn="l">
              <a:defRPr sz="1200" b="0">
                <a:solidFill>
                  <a:srgbClr val="4A4F6A"/>
                </a:solidFill>
                <a:latin typeface="Calibri"/>
                <a:ea typeface="Calibri"/>
                <a:cs typeface="Calibri"/>
              </a:defRPr>
            </a:lvl9pPr>
          </a:lstStyle>
          <a:p>
            <a:pPr defTabSz="1219170">
              <a:defRPr sz="1200" b="0">
                <a:solidFill>
                  <a:srgbClr val="4A4F6A"/>
                </a:solidFill>
                <a:latin typeface="Calibri"/>
                <a:ea typeface="Calibri"/>
                <a:cs typeface="Calibri"/>
              </a:defRPr>
            </a:pPr>
            <a:r>
              <a:rPr sz="1600"/>
              <a:t>Not processed</a:t>
            </a:r>
          </a:p>
        </p:txBody>
      </p:sp>
      <p:sp>
        <p:nvSpPr>
          <p:cNvPr id="62" name="Rectangle 61">
            <a:extLst>
              <a:ext uri="{FF2B5EF4-FFF2-40B4-BE49-F238E27FC236}">
                <a16:creationId xmlns:a16="http://schemas.microsoft.com/office/drawing/2014/main" id="{712C761D-3D8E-4490-88F8-0CD86B37D450}"/>
              </a:ext>
            </a:extLst>
          </p:cNvPr>
          <p:cNvSpPr>
            <a:spLocks noGrp="1"/>
          </p:cNvSpPr>
          <p:nvPr/>
        </p:nvSpPr>
        <p:spPr>
          <a:xfrm>
            <a:off x="714375" y="1285875"/>
            <a:ext cx="10763251" cy="295275"/>
          </a:xfrm>
          <a:prstGeom prst="rect">
            <a:avLst/>
          </a:prstGeom>
          <a:noFill/>
          <a:ln w="0">
            <a:noFill/>
            <a:prstDash val="solid"/>
          </a:ln>
        </p:spPr>
        <p:txBody>
          <a:bodyPr wrap="square" lIns="0" tIns="0" rIns="0" bIns="0" anchor="ctr">
            <a:noAutofit/>
          </a:bodyPr>
          <a:lstStyle>
            <a:defPPr algn="l">
              <a:defRPr sz="1250" b="0">
                <a:solidFill>
                  <a:srgbClr val="4A4F6A"/>
                </a:solidFill>
                <a:latin typeface="Calibri"/>
                <a:ea typeface="Calibri"/>
                <a:cs typeface="Calibri"/>
              </a:defRPr>
            </a:defPPr>
            <a:lvl1pPr algn="l">
              <a:defRPr sz="1250" b="0">
                <a:solidFill>
                  <a:srgbClr val="4A4F6A"/>
                </a:solidFill>
                <a:latin typeface="Calibri"/>
                <a:ea typeface="Calibri"/>
                <a:cs typeface="Calibri"/>
              </a:defRPr>
            </a:lvl1pPr>
            <a:lvl2pPr algn="l">
              <a:defRPr sz="1250" b="0">
                <a:solidFill>
                  <a:srgbClr val="4A4F6A"/>
                </a:solidFill>
                <a:latin typeface="Calibri"/>
                <a:ea typeface="Calibri"/>
                <a:cs typeface="Calibri"/>
              </a:defRPr>
            </a:lvl2pPr>
            <a:lvl3pPr algn="l">
              <a:defRPr sz="1250" b="0">
                <a:solidFill>
                  <a:srgbClr val="4A4F6A"/>
                </a:solidFill>
                <a:latin typeface="Calibri"/>
                <a:ea typeface="Calibri"/>
                <a:cs typeface="Calibri"/>
              </a:defRPr>
            </a:lvl3pPr>
            <a:lvl4pPr algn="l">
              <a:defRPr sz="1250" b="0">
                <a:solidFill>
                  <a:srgbClr val="4A4F6A"/>
                </a:solidFill>
                <a:latin typeface="Calibri"/>
                <a:ea typeface="Calibri"/>
                <a:cs typeface="Calibri"/>
              </a:defRPr>
            </a:lvl4pPr>
            <a:lvl5pPr algn="l">
              <a:defRPr sz="1250" b="0">
                <a:solidFill>
                  <a:srgbClr val="4A4F6A"/>
                </a:solidFill>
                <a:latin typeface="Calibri"/>
                <a:ea typeface="Calibri"/>
                <a:cs typeface="Calibri"/>
              </a:defRPr>
            </a:lvl5pPr>
            <a:lvl6pPr algn="l">
              <a:defRPr sz="1250" b="0">
                <a:solidFill>
                  <a:srgbClr val="4A4F6A"/>
                </a:solidFill>
                <a:latin typeface="Calibri"/>
                <a:ea typeface="Calibri"/>
                <a:cs typeface="Calibri"/>
              </a:defRPr>
            </a:lvl6pPr>
            <a:lvl7pPr algn="l">
              <a:defRPr sz="1250" b="0">
                <a:solidFill>
                  <a:srgbClr val="4A4F6A"/>
                </a:solidFill>
                <a:latin typeface="Calibri"/>
                <a:ea typeface="Calibri"/>
                <a:cs typeface="Calibri"/>
              </a:defRPr>
            </a:lvl7pPr>
            <a:lvl8pPr algn="l">
              <a:defRPr sz="1250" b="0">
                <a:solidFill>
                  <a:srgbClr val="4A4F6A"/>
                </a:solidFill>
                <a:latin typeface="Calibri"/>
                <a:ea typeface="Calibri"/>
                <a:cs typeface="Calibri"/>
              </a:defRPr>
            </a:lvl8pPr>
            <a:lvl9pPr algn="l">
              <a:defRPr sz="1250" b="0">
                <a:solidFill>
                  <a:srgbClr val="4A4F6A"/>
                </a:solidFill>
                <a:latin typeface="Calibri"/>
                <a:ea typeface="Calibri"/>
                <a:cs typeface="Calibri"/>
              </a:defRPr>
            </a:lvl9pPr>
          </a:lstStyle>
          <a:p>
            <a:pPr defTabSz="1219170">
              <a:defRPr sz="1250" b="0">
                <a:solidFill>
                  <a:srgbClr val="4A4F6A"/>
                </a:solidFill>
                <a:latin typeface="Calibri"/>
                <a:ea typeface="Calibri"/>
                <a:cs typeface="Calibri"/>
              </a:defRPr>
            </a:pPr>
            <a:r>
              <a:rPr sz="1667"/>
              <a:t>Blue number: best total from S.  ? means no route found yet.</a:t>
            </a:r>
          </a:p>
        </p:txBody>
      </p:sp>
    </p:spTree>
    <p:extLst>
      <p:ext uri="{BB962C8B-B14F-4D97-AF65-F5344CB8AC3E}">
        <p14:creationId xmlns:p14="http://schemas.microsoft.com/office/powerpoint/2010/main" val="303169232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 name="Rectangle 62"/>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sz="2400">
              <a:solidFill>
                <a:srgbClr val="FFFFFF"/>
              </a:solidFill>
              <a:latin typeface="Calibri"/>
            </a:endParaRPr>
          </a:p>
        </p:txBody>
      </p:sp>
      <p:sp>
        <p:nvSpPr>
          <p:cNvPr id="2" name="Rectangle 1">
            <a:extLst>
              <a:ext uri="{FF2B5EF4-FFF2-40B4-BE49-F238E27FC236}">
                <a16:creationId xmlns:a16="http://schemas.microsoft.com/office/drawing/2014/main" id="{C83D6232-56A5-422B-BC2C-A97F60B01A9C}"/>
              </a:ext>
            </a:extLst>
          </p:cNvPr>
          <p:cNvSpPr>
            <a:spLocks noGrp="1"/>
          </p:cNvSpPr>
          <p:nvPr/>
        </p:nvSpPr>
        <p:spPr>
          <a:xfrm>
            <a:off x="731520" y="365760"/>
            <a:ext cx="10728960" cy="853440"/>
          </a:xfrm>
          <a:prstGeom prst="rect">
            <a:avLst/>
          </a:prstGeom>
          <a:noFill/>
          <a:ln w="0">
            <a:noFill/>
            <a:prstDash val="solid"/>
          </a:ln>
        </p:spPr>
        <p:txBody>
          <a:bodyPr wrap="square" lIns="0" tIns="0" rIns="0" bIns="0" anchor="ctr">
            <a:noAutofit/>
          </a:bodyPr>
          <a:lstStyle>
            <a:defPPr algn="l">
              <a:defRPr sz="2350" b="1">
                <a:solidFill>
                  <a:srgbClr val="1B1F3B"/>
                </a:solidFill>
                <a:latin typeface="Calibri"/>
                <a:ea typeface="Calibri"/>
                <a:cs typeface="Calibri"/>
              </a:defRPr>
            </a:defPPr>
            <a:lvl1pPr algn="l">
              <a:defRPr sz="2350" b="1">
                <a:solidFill>
                  <a:srgbClr val="1B1F3B"/>
                </a:solidFill>
                <a:latin typeface="Calibri"/>
                <a:ea typeface="Calibri"/>
                <a:cs typeface="Calibri"/>
              </a:defRPr>
            </a:lvl1pPr>
            <a:lvl2pPr algn="l">
              <a:defRPr sz="2350" b="1">
                <a:solidFill>
                  <a:srgbClr val="1B1F3B"/>
                </a:solidFill>
                <a:latin typeface="Calibri"/>
                <a:ea typeface="Calibri"/>
                <a:cs typeface="Calibri"/>
              </a:defRPr>
            </a:lvl2pPr>
            <a:lvl3pPr algn="l">
              <a:defRPr sz="2350" b="1">
                <a:solidFill>
                  <a:srgbClr val="1B1F3B"/>
                </a:solidFill>
                <a:latin typeface="Calibri"/>
                <a:ea typeface="Calibri"/>
                <a:cs typeface="Calibri"/>
              </a:defRPr>
            </a:lvl3pPr>
            <a:lvl4pPr algn="l">
              <a:defRPr sz="2350" b="1">
                <a:solidFill>
                  <a:srgbClr val="1B1F3B"/>
                </a:solidFill>
                <a:latin typeface="Calibri"/>
                <a:ea typeface="Calibri"/>
                <a:cs typeface="Calibri"/>
              </a:defRPr>
            </a:lvl4pPr>
            <a:lvl5pPr algn="l">
              <a:defRPr sz="2350" b="1">
                <a:solidFill>
                  <a:srgbClr val="1B1F3B"/>
                </a:solidFill>
                <a:latin typeface="Calibri"/>
                <a:ea typeface="Calibri"/>
                <a:cs typeface="Calibri"/>
              </a:defRPr>
            </a:lvl5pPr>
            <a:lvl6pPr algn="l">
              <a:defRPr sz="2350" b="1">
                <a:solidFill>
                  <a:srgbClr val="1B1F3B"/>
                </a:solidFill>
                <a:latin typeface="Calibri"/>
                <a:ea typeface="Calibri"/>
                <a:cs typeface="Calibri"/>
              </a:defRPr>
            </a:lvl6pPr>
            <a:lvl7pPr algn="l">
              <a:defRPr sz="2350" b="1">
                <a:solidFill>
                  <a:srgbClr val="1B1F3B"/>
                </a:solidFill>
                <a:latin typeface="Calibri"/>
                <a:ea typeface="Calibri"/>
                <a:cs typeface="Calibri"/>
              </a:defRPr>
            </a:lvl7pPr>
            <a:lvl8pPr algn="l">
              <a:defRPr sz="2350" b="1">
                <a:solidFill>
                  <a:srgbClr val="1B1F3B"/>
                </a:solidFill>
                <a:latin typeface="Calibri"/>
                <a:ea typeface="Calibri"/>
                <a:cs typeface="Calibri"/>
              </a:defRPr>
            </a:lvl8pPr>
            <a:lvl9pPr algn="l">
              <a:defRPr sz="2350" b="1">
                <a:solidFill>
                  <a:srgbClr val="1B1F3B"/>
                </a:solidFill>
                <a:latin typeface="Calibri"/>
                <a:ea typeface="Calibri"/>
                <a:cs typeface="Calibri"/>
              </a:defRPr>
            </a:lvl9pPr>
          </a:lstStyle>
          <a:p>
            <a:pPr defTabSz="1219170">
              <a:defRPr sz="2350" b="1">
                <a:solidFill>
                  <a:srgbClr val="1B1F3B"/>
                </a:solidFill>
                <a:latin typeface="Calibri"/>
                <a:ea typeface="Calibri"/>
                <a:cs typeface="Calibri"/>
              </a:defRPr>
            </a:pPr>
            <a:r>
              <a:rPr sz="3733"/>
              <a:t>Start at S with a total of zero</a:t>
            </a:r>
          </a:p>
        </p:txBody>
      </p:sp>
      <p:sp>
        <p:nvSpPr>
          <p:cNvPr id="3" name="Rectangle 2">
            <a:extLst>
              <a:ext uri="{FF2B5EF4-FFF2-40B4-BE49-F238E27FC236}">
                <a16:creationId xmlns:a16="http://schemas.microsoft.com/office/drawing/2014/main" id="{CE29DE8B-51D1-4777-A936-D8DFBDFB7F87}"/>
              </a:ext>
            </a:extLst>
          </p:cNvPr>
          <p:cNvSpPr>
            <a:spLocks noGrp="1"/>
          </p:cNvSpPr>
          <p:nvPr/>
        </p:nvSpPr>
        <p:spPr>
          <a:xfrm>
            <a:off x="609601" y="6229350"/>
            <a:ext cx="9334500" cy="266700"/>
          </a:xfrm>
          <a:prstGeom prst="rect">
            <a:avLst/>
          </a:prstGeom>
          <a:noFill/>
          <a:ln w="0">
            <a:noFill/>
            <a:prstDash val="solid"/>
          </a:ln>
        </p:spPr>
        <p:txBody>
          <a:bodyPr wrap="square" lIns="0" tIns="0" rIns="0" bIns="0" anchor="ctr">
            <a:noAutofit/>
          </a:bodyPr>
          <a:lstStyle>
            <a:defPPr algn="l">
              <a:defRPr sz="950" b="0">
                <a:solidFill>
                  <a:srgbClr val="4A4F6A"/>
                </a:solidFill>
                <a:latin typeface="Calibri"/>
                <a:ea typeface="Calibri"/>
                <a:cs typeface="Calibri"/>
              </a:defRPr>
            </a:defPPr>
            <a:lvl1pPr algn="l">
              <a:defRPr sz="950" b="0">
                <a:solidFill>
                  <a:srgbClr val="4A4F6A"/>
                </a:solidFill>
                <a:latin typeface="Calibri"/>
                <a:ea typeface="Calibri"/>
                <a:cs typeface="Calibri"/>
              </a:defRPr>
            </a:lvl1pPr>
            <a:lvl2pPr algn="l">
              <a:defRPr sz="950" b="0">
                <a:solidFill>
                  <a:srgbClr val="4A4F6A"/>
                </a:solidFill>
                <a:latin typeface="Calibri"/>
                <a:ea typeface="Calibri"/>
                <a:cs typeface="Calibri"/>
              </a:defRPr>
            </a:lvl2pPr>
            <a:lvl3pPr algn="l">
              <a:defRPr sz="950" b="0">
                <a:solidFill>
                  <a:srgbClr val="4A4F6A"/>
                </a:solidFill>
                <a:latin typeface="Calibri"/>
                <a:ea typeface="Calibri"/>
                <a:cs typeface="Calibri"/>
              </a:defRPr>
            </a:lvl3pPr>
            <a:lvl4pPr algn="l">
              <a:defRPr sz="950" b="0">
                <a:solidFill>
                  <a:srgbClr val="4A4F6A"/>
                </a:solidFill>
                <a:latin typeface="Calibri"/>
                <a:ea typeface="Calibri"/>
                <a:cs typeface="Calibri"/>
              </a:defRPr>
            </a:lvl4pPr>
            <a:lvl5pPr algn="l">
              <a:defRPr sz="950" b="0">
                <a:solidFill>
                  <a:srgbClr val="4A4F6A"/>
                </a:solidFill>
                <a:latin typeface="Calibri"/>
                <a:ea typeface="Calibri"/>
                <a:cs typeface="Calibri"/>
              </a:defRPr>
            </a:lvl5pPr>
            <a:lvl6pPr algn="l">
              <a:defRPr sz="950" b="0">
                <a:solidFill>
                  <a:srgbClr val="4A4F6A"/>
                </a:solidFill>
                <a:latin typeface="Calibri"/>
                <a:ea typeface="Calibri"/>
                <a:cs typeface="Calibri"/>
              </a:defRPr>
            </a:lvl6pPr>
            <a:lvl7pPr algn="l">
              <a:defRPr sz="950" b="0">
                <a:solidFill>
                  <a:srgbClr val="4A4F6A"/>
                </a:solidFill>
                <a:latin typeface="Calibri"/>
                <a:ea typeface="Calibri"/>
                <a:cs typeface="Calibri"/>
              </a:defRPr>
            </a:lvl7pPr>
            <a:lvl8pPr algn="l">
              <a:defRPr sz="950" b="0">
                <a:solidFill>
                  <a:srgbClr val="4A4F6A"/>
                </a:solidFill>
                <a:latin typeface="Calibri"/>
                <a:ea typeface="Calibri"/>
                <a:cs typeface="Calibri"/>
              </a:defRPr>
            </a:lvl8pPr>
            <a:lvl9pPr algn="l">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6  Planning</a:t>
            </a:r>
          </a:p>
        </p:txBody>
      </p:sp>
      <p:sp>
        <p:nvSpPr>
          <p:cNvPr id="4" name="Rectangle 3">
            <a:extLst>
              <a:ext uri="{FF2B5EF4-FFF2-40B4-BE49-F238E27FC236}">
                <a16:creationId xmlns:a16="http://schemas.microsoft.com/office/drawing/2014/main" id="{C41BD1F4-D464-47BA-A4D9-F1AFEF0D5079}"/>
              </a:ext>
            </a:extLst>
          </p:cNvPr>
          <p:cNvSpPr>
            <a:spLocks noGrp="1"/>
          </p:cNvSpPr>
          <p:nvPr/>
        </p:nvSpPr>
        <p:spPr>
          <a:xfrm>
            <a:off x="10953750" y="6229350"/>
            <a:ext cx="619125" cy="266700"/>
          </a:xfrm>
          <a:prstGeom prst="rect">
            <a:avLst/>
          </a:prstGeom>
          <a:noFill/>
          <a:ln w="0">
            <a:noFill/>
            <a:prstDash val="solid"/>
          </a:ln>
        </p:spPr>
        <p:txBody>
          <a:bodyPr wrap="square" lIns="0" tIns="0" rIns="0" bIns="0" anchor="ctr">
            <a:noAutofit/>
          </a:bodyPr>
          <a:lstStyle>
            <a:defPPr algn="r">
              <a:defRPr sz="950" b="0">
                <a:solidFill>
                  <a:srgbClr val="4A4F6A"/>
                </a:solidFill>
                <a:latin typeface="Calibri"/>
                <a:ea typeface="Calibri"/>
                <a:cs typeface="Calibri"/>
              </a:defRPr>
            </a:defPPr>
            <a:lvl1pPr algn="r">
              <a:defRPr sz="950" b="0">
                <a:solidFill>
                  <a:srgbClr val="4A4F6A"/>
                </a:solidFill>
                <a:latin typeface="Calibri"/>
                <a:ea typeface="Calibri"/>
                <a:cs typeface="Calibri"/>
              </a:defRPr>
            </a:lvl1pPr>
            <a:lvl2pPr algn="r">
              <a:defRPr sz="950" b="0">
                <a:solidFill>
                  <a:srgbClr val="4A4F6A"/>
                </a:solidFill>
                <a:latin typeface="Calibri"/>
                <a:ea typeface="Calibri"/>
                <a:cs typeface="Calibri"/>
              </a:defRPr>
            </a:lvl2pPr>
            <a:lvl3pPr algn="r">
              <a:defRPr sz="950" b="0">
                <a:solidFill>
                  <a:srgbClr val="4A4F6A"/>
                </a:solidFill>
                <a:latin typeface="Calibri"/>
                <a:ea typeface="Calibri"/>
                <a:cs typeface="Calibri"/>
              </a:defRPr>
            </a:lvl3pPr>
            <a:lvl4pPr algn="r">
              <a:defRPr sz="950" b="0">
                <a:solidFill>
                  <a:srgbClr val="4A4F6A"/>
                </a:solidFill>
                <a:latin typeface="Calibri"/>
                <a:ea typeface="Calibri"/>
                <a:cs typeface="Calibri"/>
              </a:defRPr>
            </a:lvl4pPr>
            <a:lvl5pPr algn="r">
              <a:defRPr sz="950" b="0">
                <a:solidFill>
                  <a:srgbClr val="4A4F6A"/>
                </a:solidFill>
                <a:latin typeface="Calibri"/>
                <a:ea typeface="Calibri"/>
                <a:cs typeface="Calibri"/>
              </a:defRPr>
            </a:lvl5pPr>
            <a:lvl6pPr algn="r">
              <a:defRPr sz="950" b="0">
                <a:solidFill>
                  <a:srgbClr val="4A4F6A"/>
                </a:solidFill>
                <a:latin typeface="Calibri"/>
                <a:ea typeface="Calibri"/>
                <a:cs typeface="Calibri"/>
              </a:defRPr>
            </a:lvl6pPr>
            <a:lvl7pPr algn="r">
              <a:defRPr sz="950" b="0">
                <a:solidFill>
                  <a:srgbClr val="4A4F6A"/>
                </a:solidFill>
                <a:latin typeface="Calibri"/>
                <a:ea typeface="Calibri"/>
                <a:cs typeface="Calibri"/>
              </a:defRPr>
            </a:lvl7pPr>
            <a:lvl8pPr algn="r">
              <a:defRPr sz="950" b="0">
                <a:solidFill>
                  <a:srgbClr val="4A4F6A"/>
                </a:solidFill>
                <a:latin typeface="Calibri"/>
                <a:ea typeface="Calibri"/>
                <a:cs typeface="Calibri"/>
              </a:defRPr>
            </a:lvl8pPr>
            <a:lvl9pPr algn="r">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15</a:t>
            </a:r>
          </a:p>
        </p:txBody>
      </p:sp>
      <p:sp>
        <p:nvSpPr>
          <p:cNvPr id="5" name="Rectangle 4">
            <a:extLst>
              <a:ext uri="{FF2B5EF4-FFF2-40B4-BE49-F238E27FC236}">
                <a16:creationId xmlns:a16="http://schemas.microsoft.com/office/drawing/2014/main" id="{824CDBD1-EFA3-48EF-AB81-B9C4E033D670}"/>
              </a:ext>
            </a:extLst>
          </p:cNvPr>
          <p:cNvSpPr>
            <a:spLocks noGrp="1"/>
          </p:cNvSpPr>
          <p:nvPr/>
        </p:nvSpPr>
        <p:spPr>
          <a:xfrm>
            <a:off x="1514475" y="3324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6" name="Rectangle 5">
            <a:extLst>
              <a:ext uri="{FF2B5EF4-FFF2-40B4-BE49-F238E27FC236}">
                <a16:creationId xmlns:a16="http://schemas.microsoft.com/office/drawing/2014/main" id="{3B66FCFE-185E-4E92-BBFC-C572DD1CC0B6}"/>
              </a:ext>
            </a:extLst>
          </p:cNvPr>
          <p:cNvSpPr>
            <a:spLocks noGrp="1"/>
          </p:cNvSpPr>
          <p:nvPr/>
        </p:nvSpPr>
        <p:spPr>
          <a:xfrm>
            <a:off x="3990975" y="208597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7" name="Straight Arrow Connector 6">
            <a:extLst>
              <a:ext uri="{FF2B5EF4-FFF2-40B4-BE49-F238E27FC236}">
                <a16:creationId xmlns:a16="http://schemas.microsoft.com/office/drawing/2014/main" id="{00AA89CE-B80A-48CA-8234-BA6E2F422E47}"/>
              </a:ext>
            </a:extLst>
          </p:cNvPr>
          <p:cNvCxnSpPr>
            <a:stCxn id="5" idx="3"/>
            <a:endCxn id="6" idx="1"/>
          </p:cNvCxnSpPr>
          <p:nvPr/>
        </p:nvCxnSpPr>
        <p:spPr>
          <a:xfrm flipV="1">
            <a:off x="1533525" y="2095500"/>
            <a:ext cx="2457451" cy="1238251"/>
          </a:xfrm>
          <a:prstGeom prst="straightConnector1">
            <a:avLst/>
          </a:prstGeom>
          <a:ln w="35719">
            <a:solidFill>
              <a:srgbClr val="C9CEF2"/>
            </a:solidFill>
            <a:prstDash val="solid"/>
          </a:ln>
        </p:spPr>
      </p:cxnSp>
      <p:sp>
        <p:nvSpPr>
          <p:cNvPr id="8" name="Oval 7">
            <a:extLst>
              <a:ext uri="{FF2B5EF4-FFF2-40B4-BE49-F238E27FC236}">
                <a16:creationId xmlns:a16="http://schemas.microsoft.com/office/drawing/2014/main" id="{82CDE98B-3260-4B7A-A91C-AB229784C8DD}"/>
              </a:ext>
            </a:extLst>
          </p:cNvPr>
          <p:cNvSpPr>
            <a:spLocks noGrp="1"/>
          </p:cNvSpPr>
          <p:nvPr/>
        </p:nvSpPr>
        <p:spPr>
          <a:xfrm>
            <a:off x="2552701" y="2514600"/>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9" name="Rectangle 8">
            <a:extLst>
              <a:ext uri="{FF2B5EF4-FFF2-40B4-BE49-F238E27FC236}">
                <a16:creationId xmlns:a16="http://schemas.microsoft.com/office/drawing/2014/main" id="{76FD8639-A0B4-4E76-B9A2-14F99FE3FC2B}"/>
              </a:ext>
            </a:extLst>
          </p:cNvPr>
          <p:cNvSpPr>
            <a:spLocks noGrp="1"/>
          </p:cNvSpPr>
          <p:nvPr/>
        </p:nvSpPr>
        <p:spPr>
          <a:xfrm>
            <a:off x="2552701" y="2505075"/>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2</a:t>
            </a:r>
          </a:p>
        </p:txBody>
      </p:sp>
      <p:sp>
        <p:nvSpPr>
          <p:cNvPr id="10" name="Rectangle 9">
            <a:extLst>
              <a:ext uri="{FF2B5EF4-FFF2-40B4-BE49-F238E27FC236}">
                <a16:creationId xmlns:a16="http://schemas.microsoft.com/office/drawing/2014/main" id="{DBFCC152-823E-4C0F-91B5-407E0B706937}"/>
              </a:ext>
            </a:extLst>
          </p:cNvPr>
          <p:cNvSpPr>
            <a:spLocks noGrp="1"/>
          </p:cNvSpPr>
          <p:nvPr/>
        </p:nvSpPr>
        <p:spPr>
          <a:xfrm>
            <a:off x="1514475" y="3324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11" name="Rectangle 10">
            <a:extLst>
              <a:ext uri="{FF2B5EF4-FFF2-40B4-BE49-F238E27FC236}">
                <a16:creationId xmlns:a16="http://schemas.microsoft.com/office/drawing/2014/main" id="{81A915C2-C41C-41AC-A5BD-D80D431EA5A2}"/>
              </a:ext>
            </a:extLst>
          </p:cNvPr>
          <p:cNvSpPr>
            <a:spLocks noGrp="1"/>
          </p:cNvSpPr>
          <p:nvPr/>
        </p:nvSpPr>
        <p:spPr>
          <a:xfrm>
            <a:off x="3990975" y="4467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12" name="Straight Arrow Connector 11">
            <a:extLst>
              <a:ext uri="{FF2B5EF4-FFF2-40B4-BE49-F238E27FC236}">
                <a16:creationId xmlns:a16="http://schemas.microsoft.com/office/drawing/2014/main" id="{EE9A891A-2F4A-4F1A-B5EF-EA6D5C7550B8}"/>
              </a:ext>
            </a:extLst>
          </p:cNvPr>
          <p:cNvCxnSpPr>
            <a:stCxn id="10" idx="3"/>
            <a:endCxn id="11" idx="1"/>
          </p:cNvCxnSpPr>
          <p:nvPr/>
        </p:nvCxnSpPr>
        <p:spPr>
          <a:xfrm>
            <a:off x="1533525" y="3333749"/>
            <a:ext cx="2457451" cy="1143000"/>
          </a:xfrm>
          <a:prstGeom prst="straightConnector1">
            <a:avLst/>
          </a:prstGeom>
          <a:ln w="35719">
            <a:solidFill>
              <a:srgbClr val="C9CEF2"/>
            </a:solidFill>
            <a:prstDash val="solid"/>
          </a:ln>
        </p:spPr>
      </p:cxnSp>
      <p:sp>
        <p:nvSpPr>
          <p:cNvPr id="13" name="Oval 12">
            <a:extLst>
              <a:ext uri="{FF2B5EF4-FFF2-40B4-BE49-F238E27FC236}">
                <a16:creationId xmlns:a16="http://schemas.microsoft.com/office/drawing/2014/main" id="{A34E2695-82BC-4833-BEBB-D0B8556BBEEC}"/>
              </a:ext>
            </a:extLst>
          </p:cNvPr>
          <p:cNvSpPr>
            <a:spLocks noGrp="1"/>
          </p:cNvSpPr>
          <p:nvPr/>
        </p:nvSpPr>
        <p:spPr>
          <a:xfrm>
            <a:off x="2552701" y="3705225"/>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14" name="Rectangle 13">
            <a:extLst>
              <a:ext uri="{FF2B5EF4-FFF2-40B4-BE49-F238E27FC236}">
                <a16:creationId xmlns:a16="http://schemas.microsoft.com/office/drawing/2014/main" id="{6DD49876-0EE1-42EF-AE8A-B5D4A1E4AA9C}"/>
              </a:ext>
            </a:extLst>
          </p:cNvPr>
          <p:cNvSpPr>
            <a:spLocks noGrp="1"/>
          </p:cNvSpPr>
          <p:nvPr/>
        </p:nvSpPr>
        <p:spPr>
          <a:xfrm>
            <a:off x="2552701" y="3695701"/>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5</a:t>
            </a:r>
          </a:p>
        </p:txBody>
      </p:sp>
      <p:sp>
        <p:nvSpPr>
          <p:cNvPr id="15" name="Rectangle 14">
            <a:extLst>
              <a:ext uri="{FF2B5EF4-FFF2-40B4-BE49-F238E27FC236}">
                <a16:creationId xmlns:a16="http://schemas.microsoft.com/office/drawing/2014/main" id="{7C90CD1C-75A9-4FBA-A54F-8E0F672CF14D}"/>
              </a:ext>
            </a:extLst>
          </p:cNvPr>
          <p:cNvSpPr>
            <a:spLocks noGrp="1"/>
          </p:cNvSpPr>
          <p:nvPr/>
        </p:nvSpPr>
        <p:spPr>
          <a:xfrm>
            <a:off x="3990975" y="208597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16" name="Rectangle 15">
            <a:extLst>
              <a:ext uri="{FF2B5EF4-FFF2-40B4-BE49-F238E27FC236}">
                <a16:creationId xmlns:a16="http://schemas.microsoft.com/office/drawing/2014/main" id="{7D1D804A-3002-4A8F-BD01-5DC8F1F2BF87}"/>
              </a:ext>
            </a:extLst>
          </p:cNvPr>
          <p:cNvSpPr>
            <a:spLocks noGrp="1"/>
          </p:cNvSpPr>
          <p:nvPr/>
        </p:nvSpPr>
        <p:spPr>
          <a:xfrm>
            <a:off x="3990975" y="4467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17" name="Straight Arrow Connector 16">
            <a:extLst>
              <a:ext uri="{FF2B5EF4-FFF2-40B4-BE49-F238E27FC236}">
                <a16:creationId xmlns:a16="http://schemas.microsoft.com/office/drawing/2014/main" id="{8EA305D5-26D1-4F78-A1CF-1338B61A6965}"/>
              </a:ext>
            </a:extLst>
          </p:cNvPr>
          <p:cNvCxnSpPr>
            <a:stCxn id="15" idx="2"/>
            <a:endCxn id="16" idx="0"/>
          </p:cNvCxnSpPr>
          <p:nvPr/>
        </p:nvCxnSpPr>
        <p:spPr>
          <a:xfrm>
            <a:off x="4000500" y="2105025"/>
            <a:ext cx="0" cy="2362200"/>
          </a:xfrm>
          <a:prstGeom prst="straightConnector1">
            <a:avLst/>
          </a:prstGeom>
          <a:ln w="35719">
            <a:solidFill>
              <a:srgbClr val="C9CEF2"/>
            </a:solidFill>
            <a:prstDash val="solid"/>
          </a:ln>
        </p:spPr>
      </p:cxnSp>
      <p:sp>
        <p:nvSpPr>
          <p:cNvPr id="18" name="Oval 17">
            <a:extLst>
              <a:ext uri="{FF2B5EF4-FFF2-40B4-BE49-F238E27FC236}">
                <a16:creationId xmlns:a16="http://schemas.microsoft.com/office/drawing/2014/main" id="{B6BF983B-9AEC-457F-8447-10B626704B19}"/>
              </a:ext>
            </a:extLst>
          </p:cNvPr>
          <p:cNvSpPr>
            <a:spLocks noGrp="1"/>
          </p:cNvSpPr>
          <p:nvPr/>
        </p:nvSpPr>
        <p:spPr>
          <a:xfrm>
            <a:off x="3790950" y="3086100"/>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19" name="Rectangle 18">
            <a:extLst>
              <a:ext uri="{FF2B5EF4-FFF2-40B4-BE49-F238E27FC236}">
                <a16:creationId xmlns:a16="http://schemas.microsoft.com/office/drawing/2014/main" id="{CCA297DA-0906-43E4-93BB-B2AD51349304}"/>
              </a:ext>
            </a:extLst>
          </p:cNvPr>
          <p:cNvSpPr>
            <a:spLocks noGrp="1"/>
          </p:cNvSpPr>
          <p:nvPr/>
        </p:nvSpPr>
        <p:spPr>
          <a:xfrm>
            <a:off x="3790950" y="3076575"/>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1</a:t>
            </a:r>
          </a:p>
        </p:txBody>
      </p:sp>
      <p:sp>
        <p:nvSpPr>
          <p:cNvPr id="20" name="Rectangle 19">
            <a:extLst>
              <a:ext uri="{FF2B5EF4-FFF2-40B4-BE49-F238E27FC236}">
                <a16:creationId xmlns:a16="http://schemas.microsoft.com/office/drawing/2014/main" id="{C6DFC26D-9299-435A-86A9-3B8641EB6C47}"/>
              </a:ext>
            </a:extLst>
          </p:cNvPr>
          <p:cNvSpPr>
            <a:spLocks noGrp="1"/>
          </p:cNvSpPr>
          <p:nvPr/>
        </p:nvSpPr>
        <p:spPr>
          <a:xfrm>
            <a:off x="3990975" y="208597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21" name="Rectangle 20">
            <a:extLst>
              <a:ext uri="{FF2B5EF4-FFF2-40B4-BE49-F238E27FC236}">
                <a16:creationId xmlns:a16="http://schemas.microsoft.com/office/drawing/2014/main" id="{94EA29FC-3F65-435F-81D1-443702EE3514}"/>
              </a:ext>
            </a:extLst>
          </p:cNvPr>
          <p:cNvSpPr>
            <a:spLocks noGrp="1"/>
          </p:cNvSpPr>
          <p:nvPr/>
        </p:nvSpPr>
        <p:spPr>
          <a:xfrm>
            <a:off x="7134225" y="208597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22" name="Straight Arrow Connector 21">
            <a:extLst>
              <a:ext uri="{FF2B5EF4-FFF2-40B4-BE49-F238E27FC236}">
                <a16:creationId xmlns:a16="http://schemas.microsoft.com/office/drawing/2014/main" id="{5621BB54-15FD-4887-8279-C9CC84850173}"/>
              </a:ext>
            </a:extLst>
          </p:cNvPr>
          <p:cNvCxnSpPr>
            <a:stCxn id="20" idx="3"/>
            <a:endCxn id="21" idx="1"/>
          </p:cNvCxnSpPr>
          <p:nvPr/>
        </p:nvCxnSpPr>
        <p:spPr>
          <a:xfrm>
            <a:off x="4010025" y="2095500"/>
            <a:ext cx="3124200" cy="0"/>
          </a:xfrm>
          <a:prstGeom prst="straightConnector1">
            <a:avLst/>
          </a:prstGeom>
          <a:ln w="35719">
            <a:solidFill>
              <a:srgbClr val="C9CEF2"/>
            </a:solidFill>
            <a:prstDash val="solid"/>
          </a:ln>
        </p:spPr>
      </p:cxnSp>
      <p:sp>
        <p:nvSpPr>
          <p:cNvPr id="23" name="Oval 22">
            <a:extLst>
              <a:ext uri="{FF2B5EF4-FFF2-40B4-BE49-F238E27FC236}">
                <a16:creationId xmlns:a16="http://schemas.microsoft.com/office/drawing/2014/main" id="{D1F7FBEB-4B99-41FB-9293-667B6D94B03F}"/>
              </a:ext>
            </a:extLst>
          </p:cNvPr>
          <p:cNvSpPr>
            <a:spLocks noGrp="1"/>
          </p:cNvSpPr>
          <p:nvPr/>
        </p:nvSpPr>
        <p:spPr>
          <a:xfrm>
            <a:off x="5362575" y="1895475"/>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24" name="Rectangle 23">
            <a:extLst>
              <a:ext uri="{FF2B5EF4-FFF2-40B4-BE49-F238E27FC236}">
                <a16:creationId xmlns:a16="http://schemas.microsoft.com/office/drawing/2014/main" id="{64BC0BAE-731F-49F3-AFD3-8A4AF5836AA6}"/>
              </a:ext>
            </a:extLst>
          </p:cNvPr>
          <p:cNvSpPr>
            <a:spLocks noGrp="1"/>
          </p:cNvSpPr>
          <p:nvPr/>
        </p:nvSpPr>
        <p:spPr>
          <a:xfrm>
            <a:off x="5362575" y="1885950"/>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4</a:t>
            </a:r>
          </a:p>
        </p:txBody>
      </p:sp>
      <p:sp>
        <p:nvSpPr>
          <p:cNvPr id="25" name="Rectangle 24">
            <a:extLst>
              <a:ext uri="{FF2B5EF4-FFF2-40B4-BE49-F238E27FC236}">
                <a16:creationId xmlns:a16="http://schemas.microsoft.com/office/drawing/2014/main" id="{DEB14DCF-9073-467E-BE1B-6B661B4184D7}"/>
              </a:ext>
            </a:extLst>
          </p:cNvPr>
          <p:cNvSpPr>
            <a:spLocks noGrp="1"/>
          </p:cNvSpPr>
          <p:nvPr/>
        </p:nvSpPr>
        <p:spPr>
          <a:xfrm>
            <a:off x="3990975" y="4467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26" name="Rectangle 25">
            <a:extLst>
              <a:ext uri="{FF2B5EF4-FFF2-40B4-BE49-F238E27FC236}">
                <a16:creationId xmlns:a16="http://schemas.microsoft.com/office/drawing/2014/main" id="{59F9E050-A299-4564-9C8E-F621CF6C70B4}"/>
              </a:ext>
            </a:extLst>
          </p:cNvPr>
          <p:cNvSpPr>
            <a:spLocks noGrp="1"/>
          </p:cNvSpPr>
          <p:nvPr/>
        </p:nvSpPr>
        <p:spPr>
          <a:xfrm>
            <a:off x="7134225" y="208597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27" name="Straight Arrow Connector 26">
            <a:extLst>
              <a:ext uri="{FF2B5EF4-FFF2-40B4-BE49-F238E27FC236}">
                <a16:creationId xmlns:a16="http://schemas.microsoft.com/office/drawing/2014/main" id="{FF944660-9171-4A9D-A4FB-B760121E8446}"/>
              </a:ext>
            </a:extLst>
          </p:cNvPr>
          <p:cNvCxnSpPr>
            <a:stCxn id="25" idx="3"/>
            <a:endCxn id="26" idx="1"/>
          </p:cNvCxnSpPr>
          <p:nvPr/>
        </p:nvCxnSpPr>
        <p:spPr>
          <a:xfrm flipV="1">
            <a:off x="4010025" y="2095500"/>
            <a:ext cx="3124200" cy="2381251"/>
          </a:xfrm>
          <a:prstGeom prst="straightConnector1">
            <a:avLst/>
          </a:prstGeom>
          <a:ln w="35719">
            <a:solidFill>
              <a:srgbClr val="C9CEF2"/>
            </a:solidFill>
            <a:prstDash val="solid"/>
          </a:ln>
        </p:spPr>
      </p:cxnSp>
      <p:sp>
        <p:nvSpPr>
          <p:cNvPr id="28" name="Oval 27">
            <a:extLst>
              <a:ext uri="{FF2B5EF4-FFF2-40B4-BE49-F238E27FC236}">
                <a16:creationId xmlns:a16="http://schemas.microsoft.com/office/drawing/2014/main" id="{401C3923-1D4A-43D1-8A90-3C4264983009}"/>
              </a:ext>
            </a:extLst>
          </p:cNvPr>
          <p:cNvSpPr>
            <a:spLocks noGrp="1"/>
          </p:cNvSpPr>
          <p:nvPr/>
        </p:nvSpPr>
        <p:spPr>
          <a:xfrm>
            <a:off x="5362575" y="3086100"/>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29" name="Rectangle 28">
            <a:extLst>
              <a:ext uri="{FF2B5EF4-FFF2-40B4-BE49-F238E27FC236}">
                <a16:creationId xmlns:a16="http://schemas.microsoft.com/office/drawing/2014/main" id="{A4BB92D0-BEE3-49F4-8E63-743998438154}"/>
              </a:ext>
            </a:extLst>
          </p:cNvPr>
          <p:cNvSpPr>
            <a:spLocks noGrp="1"/>
          </p:cNvSpPr>
          <p:nvPr/>
        </p:nvSpPr>
        <p:spPr>
          <a:xfrm>
            <a:off x="5362575" y="3076575"/>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1</a:t>
            </a:r>
          </a:p>
        </p:txBody>
      </p:sp>
      <p:sp>
        <p:nvSpPr>
          <p:cNvPr id="30" name="Rectangle 29">
            <a:extLst>
              <a:ext uri="{FF2B5EF4-FFF2-40B4-BE49-F238E27FC236}">
                <a16:creationId xmlns:a16="http://schemas.microsoft.com/office/drawing/2014/main" id="{69C8231D-DE1C-40E2-A128-394AC41D7E61}"/>
              </a:ext>
            </a:extLst>
          </p:cNvPr>
          <p:cNvSpPr>
            <a:spLocks noGrp="1"/>
          </p:cNvSpPr>
          <p:nvPr/>
        </p:nvSpPr>
        <p:spPr>
          <a:xfrm>
            <a:off x="3990975" y="4467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31" name="Rectangle 30">
            <a:extLst>
              <a:ext uri="{FF2B5EF4-FFF2-40B4-BE49-F238E27FC236}">
                <a16:creationId xmlns:a16="http://schemas.microsoft.com/office/drawing/2014/main" id="{646B7153-0E57-492E-B534-F3764C8AE905}"/>
              </a:ext>
            </a:extLst>
          </p:cNvPr>
          <p:cNvSpPr>
            <a:spLocks noGrp="1"/>
          </p:cNvSpPr>
          <p:nvPr/>
        </p:nvSpPr>
        <p:spPr>
          <a:xfrm>
            <a:off x="9991725" y="3324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32" name="Straight Arrow Connector 31">
            <a:extLst>
              <a:ext uri="{FF2B5EF4-FFF2-40B4-BE49-F238E27FC236}">
                <a16:creationId xmlns:a16="http://schemas.microsoft.com/office/drawing/2014/main" id="{72734F5C-1359-4B28-AF85-A636B95D364B}"/>
              </a:ext>
            </a:extLst>
          </p:cNvPr>
          <p:cNvCxnSpPr>
            <a:stCxn id="30" idx="3"/>
            <a:endCxn id="31" idx="1"/>
          </p:cNvCxnSpPr>
          <p:nvPr/>
        </p:nvCxnSpPr>
        <p:spPr>
          <a:xfrm flipV="1">
            <a:off x="4010026" y="3333749"/>
            <a:ext cx="5981700" cy="1143000"/>
          </a:xfrm>
          <a:prstGeom prst="straightConnector1">
            <a:avLst/>
          </a:prstGeom>
          <a:ln w="35719">
            <a:solidFill>
              <a:srgbClr val="C9CEF2"/>
            </a:solidFill>
            <a:prstDash val="solid"/>
          </a:ln>
        </p:spPr>
      </p:cxnSp>
      <p:sp>
        <p:nvSpPr>
          <p:cNvPr id="33" name="Oval 32">
            <a:extLst>
              <a:ext uri="{FF2B5EF4-FFF2-40B4-BE49-F238E27FC236}">
                <a16:creationId xmlns:a16="http://schemas.microsoft.com/office/drawing/2014/main" id="{A5D92468-79DF-466F-AC55-80C493EA13B4}"/>
              </a:ext>
            </a:extLst>
          </p:cNvPr>
          <p:cNvSpPr>
            <a:spLocks noGrp="1"/>
          </p:cNvSpPr>
          <p:nvPr/>
        </p:nvSpPr>
        <p:spPr>
          <a:xfrm>
            <a:off x="6791326" y="3895725"/>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34" name="Rectangle 33">
            <a:extLst>
              <a:ext uri="{FF2B5EF4-FFF2-40B4-BE49-F238E27FC236}">
                <a16:creationId xmlns:a16="http://schemas.microsoft.com/office/drawing/2014/main" id="{E736C42B-3EDE-47F6-A44F-FD204242B4C9}"/>
              </a:ext>
            </a:extLst>
          </p:cNvPr>
          <p:cNvSpPr>
            <a:spLocks noGrp="1"/>
          </p:cNvSpPr>
          <p:nvPr/>
        </p:nvSpPr>
        <p:spPr>
          <a:xfrm>
            <a:off x="6791326" y="3886201"/>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8</a:t>
            </a:r>
          </a:p>
        </p:txBody>
      </p:sp>
      <p:sp>
        <p:nvSpPr>
          <p:cNvPr id="35" name="Rectangle 34">
            <a:extLst>
              <a:ext uri="{FF2B5EF4-FFF2-40B4-BE49-F238E27FC236}">
                <a16:creationId xmlns:a16="http://schemas.microsoft.com/office/drawing/2014/main" id="{EE6AD679-81E3-461E-B83F-8442CE5F68F2}"/>
              </a:ext>
            </a:extLst>
          </p:cNvPr>
          <p:cNvSpPr>
            <a:spLocks noGrp="1"/>
          </p:cNvSpPr>
          <p:nvPr/>
        </p:nvSpPr>
        <p:spPr>
          <a:xfrm>
            <a:off x="7134225" y="208597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36" name="Rectangle 35">
            <a:extLst>
              <a:ext uri="{FF2B5EF4-FFF2-40B4-BE49-F238E27FC236}">
                <a16:creationId xmlns:a16="http://schemas.microsoft.com/office/drawing/2014/main" id="{CDF85676-B504-43FC-8D47-6756809C11F5}"/>
              </a:ext>
            </a:extLst>
          </p:cNvPr>
          <p:cNvSpPr>
            <a:spLocks noGrp="1"/>
          </p:cNvSpPr>
          <p:nvPr/>
        </p:nvSpPr>
        <p:spPr>
          <a:xfrm>
            <a:off x="9991725" y="3324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37" name="Straight Arrow Connector 36">
            <a:extLst>
              <a:ext uri="{FF2B5EF4-FFF2-40B4-BE49-F238E27FC236}">
                <a16:creationId xmlns:a16="http://schemas.microsoft.com/office/drawing/2014/main" id="{9CE45178-C3B3-49AD-9B54-00EBC04AA6FF}"/>
              </a:ext>
            </a:extLst>
          </p:cNvPr>
          <p:cNvCxnSpPr>
            <a:stCxn id="35" idx="3"/>
            <a:endCxn id="36" idx="1"/>
          </p:cNvCxnSpPr>
          <p:nvPr/>
        </p:nvCxnSpPr>
        <p:spPr>
          <a:xfrm>
            <a:off x="7153275" y="2095500"/>
            <a:ext cx="2838451" cy="1238251"/>
          </a:xfrm>
          <a:prstGeom prst="straightConnector1">
            <a:avLst/>
          </a:prstGeom>
          <a:ln w="35719">
            <a:solidFill>
              <a:srgbClr val="C9CEF2"/>
            </a:solidFill>
            <a:prstDash val="solid"/>
          </a:ln>
        </p:spPr>
      </p:cxnSp>
      <p:sp>
        <p:nvSpPr>
          <p:cNvPr id="38" name="Oval 37">
            <a:extLst>
              <a:ext uri="{FF2B5EF4-FFF2-40B4-BE49-F238E27FC236}">
                <a16:creationId xmlns:a16="http://schemas.microsoft.com/office/drawing/2014/main" id="{E8860D31-36A3-4013-AF67-BCA346857D9F}"/>
              </a:ext>
            </a:extLst>
          </p:cNvPr>
          <p:cNvSpPr>
            <a:spLocks noGrp="1"/>
          </p:cNvSpPr>
          <p:nvPr/>
        </p:nvSpPr>
        <p:spPr>
          <a:xfrm>
            <a:off x="8362950" y="2514600"/>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39" name="Rectangle 38">
            <a:extLst>
              <a:ext uri="{FF2B5EF4-FFF2-40B4-BE49-F238E27FC236}">
                <a16:creationId xmlns:a16="http://schemas.microsoft.com/office/drawing/2014/main" id="{D5D82DFF-CD0F-4702-92D7-AF592075F2D8}"/>
              </a:ext>
            </a:extLst>
          </p:cNvPr>
          <p:cNvSpPr>
            <a:spLocks noGrp="1"/>
          </p:cNvSpPr>
          <p:nvPr/>
        </p:nvSpPr>
        <p:spPr>
          <a:xfrm>
            <a:off x="8362950" y="2505075"/>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3</a:t>
            </a:r>
          </a:p>
        </p:txBody>
      </p:sp>
      <p:sp>
        <p:nvSpPr>
          <p:cNvPr id="40" name="Oval 39">
            <a:extLst>
              <a:ext uri="{FF2B5EF4-FFF2-40B4-BE49-F238E27FC236}">
                <a16:creationId xmlns:a16="http://schemas.microsoft.com/office/drawing/2014/main" id="{7ED06B6E-C270-48D5-9389-4D282A414245}"/>
              </a:ext>
            </a:extLst>
          </p:cNvPr>
          <p:cNvSpPr>
            <a:spLocks noGrp="1"/>
          </p:cNvSpPr>
          <p:nvPr/>
        </p:nvSpPr>
        <p:spPr>
          <a:xfrm>
            <a:off x="1066800" y="2876549"/>
            <a:ext cx="914400" cy="914400"/>
          </a:xfrm>
          <a:prstGeom prst="ellipse">
            <a:avLst/>
          </a:prstGeom>
          <a:solidFill>
            <a:srgbClr val="E0F1ED"/>
          </a:solidFill>
          <a:ln w="21431">
            <a:solidFill>
              <a:srgbClr val="1B1F3B"/>
            </a:solidFill>
            <a:prstDash val="solid"/>
          </a:ln>
        </p:spPr>
        <p:txBody>
          <a:bodyPr/>
          <a:lstStyle/>
          <a:p>
            <a:pPr defTabSz="1219170"/>
            <a:endParaRPr sz="2400">
              <a:solidFill>
                <a:srgbClr val="1B1F3B"/>
              </a:solidFill>
              <a:latin typeface="Calibri"/>
            </a:endParaRPr>
          </a:p>
        </p:txBody>
      </p:sp>
      <p:sp>
        <p:nvSpPr>
          <p:cNvPr id="41" name="Rectangle 40">
            <a:extLst>
              <a:ext uri="{FF2B5EF4-FFF2-40B4-BE49-F238E27FC236}">
                <a16:creationId xmlns:a16="http://schemas.microsoft.com/office/drawing/2014/main" id="{245294CE-4270-4280-991C-4CB0A66CE330}"/>
              </a:ext>
            </a:extLst>
          </p:cNvPr>
          <p:cNvSpPr>
            <a:spLocks noGrp="1"/>
          </p:cNvSpPr>
          <p:nvPr/>
        </p:nvSpPr>
        <p:spPr>
          <a:xfrm>
            <a:off x="1143000" y="2990852"/>
            <a:ext cx="762000" cy="352425"/>
          </a:xfrm>
          <a:prstGeom prst="rect">
            <a:avLst/>
          </a:prstGeom>
          <a:noFill/>
          <a:ln w="0">
            <a:noFill/>
            <a:prstDash val="solid"/>
          </a:ln>
        </p:spPr>
        <p:txBody>
          <a:bodyPr wrap="square" lIns="0" tIns="0" rIns="0" bIns="0" anchor="ctr">
            <a:noAutofit/>
          </a:bodyPr>
          <a:lstStyle>
            <a:defPPr algn="ctr">
              <a:defRPr sz="1650" b="1">
                <a:solidFill>
                  <a:srgbClr val="1B1F3B"/>
                </a:solidFill>
                <a:latin typeface="Calibri"/>
                <a:ea typeface="Calibri"/>
                <a:cs typeface="Calibri"/>
              </a:defRPr>
            </a:defPPr>
            <a:lvl1pPr algn="ctr">
              <a:defRPr sz="1650" b="1">
                <a:solidFill>
                  <a:srgbClr val="1B1F3B"/>
                </a:solidFill>
                <a:latin typeface="Calibri"/>
                <a:ea typeface="Calibri"/>
                <a:cs typeface="Calibri"/>
              </a:defRPr>
            </a:lvl1pPr>
            <a:lvl2pPr algn="ctr">
              <a:defRPr sz="1650" b="1">
                <a:solidFill>
                  <a:srgbClr val="1B1F3B"/>
                </a:solidFill>
                <a:latin typeface="Calibri"/>
                <a:ea typeface="Calibri"/>
                <a:cs typeface="Calibri"/>
              </a:defRPr>
            </a:lvl2pPr>
            <a:lvl3pPr algn="ctr">
              <a:defRPr sz="1650" b="1">
                <a:solidFill>
                  <a:srgbClr val="1B1F3B"/>
                </a:solidFill>
                <a:latin typeface="Calibri"/>
                <a:ea typeface="Calibri"/>
                <a:cs typeface="Calibri"/>
              </a:defRPr>
            </a:lvl3pPr>
            <a:lvl4pPr algn="ctr">
              <a:defRPr sz="1650" b="1">
                <a:solidFill>
                  <a:srgbClr val="1B1F3B"/>
                </a:solidFill>
                <a:latin typeface="Calibri"/>
                <a:ea typeface="Calibri"/>
                <a:cs typeface="Calibri"/>
              </a:defRPr>
            </a:lvl4pPr>
            <a:lvl5pPr algn="ctr">
              <a:defRPr sz="1650" b="1">
                <a:solidFill>
                  <a:srgbClr val="1B1F3B"/>
                </a:solidFill>
                <a:latin typeface="Calibri"/>
                <a:ea typeface="Calibri"/>
                <a:cs typeface="Calibri"/>
              </a:defRPr>
            </a:lvl5pPr>
            <a:lvl6pPr algn="ctr">
              <a:defRPr sz="1650" b="1">
                <a:solidFill>
                  <a:srgbClr val="1B1F3B"/>
                </a:solidFill>
                <a:latin typeface="Calibri"/>
                <a:ea typeface="Calibri"/>
                <a:cs typeface="Calibri"/>
              </a:defRPr>
            </a:lvl6pPr>
            <a:lvl7pPr algn="ctr">
              <a:defRPr sz="1650" b="1">
                <a:solidFill>
                  <a:srgbClr val="1B1F3B"/>
                </a:solidFill>
                <a:latin typeface="Calibri"/>
                <a:ea typeface="Calibri"/>
                <a:cs typeface="Calibri"/>
              </a:defRPr>
            </a:lvl7pPr>
            <a:lvl8pPr algn="ctr">
              <a:defRPr sz="1650" b="1">
                <a:solidFill>
                  <a:srgbClr val="1B1F3B"/>
                </a:solidFill>
                <a:latin typeface="Calibri"/>
                <a:ea typeface="Calibri"/>
                <a:cs typeface="Calibri"/>
              </a:defRPr>
            </a:lvl8pPr>
            <a:lvl9pPr algn="ctr">
              <a:defRPr sz="1650" b="1">
                <a:solidFill>
                  <a:srgbClr val="1B1F3B"/>
                </a:solidFill>
                <a:latin typeface="Calibri"/>
                <a:ea typeface="Calibri"/>
                <a:cs typeface="Calibri"/>
              </a:defRPr>
            </a:lvl9pPr>
          </a:lstStyle>
          <a:p>
            <a:pPr defTabSz="1219170">
              <a:defRPr sz="1650" b="1">
                <a:solidFill>
                  <a:srgbClr val="1B1F3B"/>
                </a:solidFill>
                <a:latin typeface="Calibri"/>
                <a:ea typeface="Calibri"/>
                <a:cs typeface="Calibri"/>
              </a:defRPr>
            </a:pPr>
            <a:r>
              <a:rPr sz="2200"/>
              <a:t>S</a:t>
            </a:r>
          </a:p>
        </p:txBody>
      </p:sp>
      <p:sp>
        <p:nvSpPr>
          <p:cNvPr id="42" name="Rectangle 41">
            <a:extLst>
              <a:ext uri="{FF2B5EF4-FFF2-40B4-BE49-F238E27FC236}">
                <a16:creationId xmlns:a16="http://schemas.microsoft.com/office/drawing/2014/main" id="{2873B288-A8CB-44EA-A062-67EAD9287645}"/>
              </a:ext>
            </a:extLst>
          </p:cNvPr>
          <p:cNvSpPr>
            <a:spLocks noGrp="1"/>
          </p:cNvSpPr>
          <p:nvPr/>
        </p:nvSpPr>
        <p:spPr>
          <a:xfrm>
            <a:off x="1143000" y="3343276"/>
            <a:ext cx="762000" cy="352425"/>
          </a:xfrm>
          <a:prstGeom prst="rect">
            <a:avLst/>
          </a:prstGeom>
          <a:noFill/>
          <a:ln w="0">
            <a:noFill/>
            <a:prstDash val="solid"/>
          </a:ln>
        </p:spPr>
        <p:txBody>
          <a:bodyPr wrap="square" lIns="0" tIns="0" rIns="0" bIns="0" anchor="ctr">
            <a:noAutofit/>
          </a:bodyPr>
          <a:lstStyle>
            <a:defPPr algn="ctr">
              <a:defRPr sz="1450" b="1">
                <a:solidFill>
                  <a:srgbClr val="2D3A8C"/>
                </a:solidFill>
                <a:latin typeface="Calibri"/>
                <a:ea typeface="Calibri"/>
                <a:cs typeface="Calibri"/>
              </a:defRPr>
            </a:defPPr>
            <a:lvl1pPr algn="ctr">
              <a:defRPr sz="1450" b="1">
                <a:solidFill>
                  <a:srgbClr val="2D3A8C"/>
                </a:solidFill>
                <a:latin typeface="Calibri"/>
                <a:ea typeface="Calibri"/>
                <a:cs typeface="Calibri"/>
              </a:defRPr>
            </a:lvl1pPr>
            <a:lvl2pPr algn="ctr">
              <a:defRPr sz="1450" b="1">
                <a:solidFill>
                  <a:srgbClr val="2D3A8C"/>
                </a:solidFill>
                <a:latin typeface="Calibri"/>
                <a:ea typeface="Calibri"/>
                <a:cs typeface="Calibri"/>
              </a:defRPr>
            </a:lvl2pPr>
            <a:lvl3pPr algn="ctr">
              <a:defRPr sz="1450" b="1">
                <a:solidFill>
                  <a:srgbClr val="2D3A8C"/>
                </a:solidFill>
                <a:latin typeface="Calibri"/>
                <a:ea typeface="Calibri"/>
                <a:cs typeface="Calibri"/>
              </a:defRPr>
            </a:lvl3pPr>
            <a:lvl4pPr algn="ctr">
              <a:defRPr sz="1450" b="1">
                <a:solidFill>
                  <a:srgbClr val="2D3A8C"/>
                </a:solidFill>
                <a:latin typeface="Calibri"/>
                <a:ea typeface="Calibri"/>
                <a:cs typeface="Calibri"/>
              </a:defRPr>
            </a:lvl4pPr>
            <a:lvl5pPr algn="ctr">
              <a:defRPr sz="1450" b="1">
                <a:solidFill>
                  <a:srgbClr val="2D3A8C"/>
                </a:solidFill>
                <a:latin typeface="Calibri"/>
                <a:ea typeface="Calibri"/>
                <a:cs typeface="Calibri"/>
              </a:defRPr>
            </a:lvl5pPr>
            <a:lvl6pPr algn="ctr">
              <a:defRPr sz="1450" b="1">
                <a:solidFill>
                  <a:srgbClr val="2D3A8C"/>
                </a:solidFill>
                <a:latin typeface="Calibri"/>
                <a:ea typeface="Calibri"/>
                <a:cs typeface="Calibri"/>
              </a:defRPr>
            </a:lvl6pPr>
            <a:lvl7pPr algn="ctr">
              <a:defRPr sz="1450" b="1">
                <a:solidFill>
                  <a:srgbClr val="2D3A8C"/>
                </a:solidFill>
                <a:latin typeface="Calibri"/>
                <a:ea typeface="Calibri"/>
                <a:cs typeface="Calibri"/>
              </a:defRPr>
            </a:lvl7pPr>
            <a:lvl8pPr algn="ctr">
              <a:defRPr sz="1450" b="1">
                <a:solidFill>
                  <a:srgbClr val="2D3A8C"/>
                </a:solidFill>
                <a:latin typeface="Calibri"/>
                <a:ea typeface="Calibri"/>
                <a:cs typeface="Calibri"/>
              </a:defRPr>
            </a:lvl8pPr>
            <a:lvl9pPr algn="ctr">
              <a:defRPr sz="1450" b="1">
                <a:solidFill>
                  <a:srgbClr val="2D3A8C"/>
                </a:solidFill>
                <a:latin typeface="Calibri"/>
                <a:ea typeface="Calibri"/>
                <a:cs typeface="Calibri"/>
              </a:defRPr>
            </a:lvl9pPr>
          </a:lstStyle>
          <a:p>
            <a:pPr defTabSz="1219170">
              <a:defRPr sz="1450" b="1">
                <a:solidFill>
                  <a:srgbClr val="2D3A8C"/>
                </a:solidFill>
                <a:latin typeface="Calibri"/>
                <a:ea typeface="Calibri"/>
                <a:cs typeface="Calibri"/>
              </a:defRPr>
            </a:pPr>
            <a:r>
              <a:rPr sz="1933"/>
              <a:t>0</a:t>
            </a:r>
          </a:p>
        </p:txBody>
      </p:sp>
      <p:sp>
        <p:nvSpPr>
          <p:cNvPr id="43" name="Oval 42">
            <a:extLst>
              <a:ext uri="{FF2B5EF4-FFF2-40B4-BE49-F238E27FC236}">
                <a16:creationId xmlns:a16="http://schemas.microsoft.com/office/drawing/2014/main" id="{D2E6E421-213E-4BDE-B0C1-618760C104B3}"/>
              </a:ext>
            </a:extLst>
          </p:cNvPr>
          <p:cNvSpPr>
            <a:spLocks noGrp="1"/>
          </p:cNvSpPr>
          <p:nvPr/>
        </p:nvSpPr>
        <p:spPr>
          <a:xfrm>
            <a:off x="3543300" y="1638300"/>
            <a:ext cx="914400" cy="914400"/>
          </a:xfrm>
          <a:prstGeom prst="ellipse">
            <a:avLst/>
          </a:prstGeom>
          <a:solidFill>
            <a:srgbClr val="F8D19C"/>
          </a:solidFill>
          <a:ln w="21431">
            <a:solidFill>
              <a:srgbClr val="F2A33A"/>
            </a:solidFill>
            <a:prstDash val="solid"/>
          </a:ln>
        </p:spPr>
        <p:txBody>
          <a:bodyPr/>
          <a:lstStyle/>
          <a:p>
            <a:pPr defTabSz="1219170"/>
            <a:endParaRPr sz="2400">
              <a:solidFill>
                <a:srgbClr val="1B1F3B"/>
              </a:solidFill>
              <a:latin typeface="Calibri"/>
            </a:endParaRPr>
          </a:p>
        </p:txBody>
      </p:sp>
      <p:sp>
        <p:nvSpPr>
          <p:cNvPr id="44" name="Rectangle 43">
            <a:extLst>
              <a:ext uri="{FF2B5EF4-FFF2-40B4-BE49-F238E27FC236}">
                <a16:creationId xmlns:a16="http://schemas.microsoft.com/office/drawing/2014/main" id="{A9926F52-7BF7-4A54-BF67-A8246B7430F4}"/>
              </a:ext>
            </a:extLst>
          </p:cNvPr>
          <p:cNvSpPr>
            <a:spLocks noGrp="1"/>
          </p:cNvSpPr>
          <p:nvPr/>
        </p:nvSpPr>
        <p:spPr>
          <a:xfrm>
            <a:off x="3619500" y="1752601"/>
            <a:ext cx="762000" cy="352425"/>
          </a:xfrm>
          <a:prstGeom prst="rect">
            <a:avLst/>
          </a:prstGeom>
          <a:noFill/>
          <a:ln w="0">
            <a:noFill/>
            <a:prstDash val="solid"/>
          </a:ln>
        </p:spPr>
        <p:txBody>
          <a:bodyPr wrap="square" lIns="0" tIns="0" rIns="0" bIns="0" anchor="ctr">
            <a:noAutofit/>
          </a:bodyPr>
          <a:lstStyle>
            <a:defPPr algn="ctr">
              <a:defRPr sz="1650" b="1">
                <a:solidFill>
                  <a:srgbClr val="1B1F3B"/>
                </a:solidFill>
                <a:latin typeface="Calibri"/>
                <a:ea typeface="Calibri"/>
                <a:cs typeface="Calibri"/>
              </a:defRPr>
            </a:defPPr>
            <a:lvl1pPr algn="ctr">
              <a:defRPr sz="1650" b="1">
                <a:solidFill>
                  <a:srgbClr val="1B1F3B"/>
                </a:solidFill>
                <a:latin typeface="Calibri"/>
                <a:ea typeface="Calibri"/>
                <a:cs typeface="Calibri"/>
              </a:defRPr>
            </a:lvl1pPr>
            <a:lvl2pPr algn="ctr">
              <a:defRPr sz="1650" b="1">
                <a:solidFill>
                  <a:srgbClr val="1B1F3B"/>
                </a:solidFill>
                <a:latin typeface="Calibri"/>
                <a:ea typeface="Calibri"/>
                <a:cs typeface="Calibri"/>
              </a:defRPr>
            </a:lvl2pPr>
            <a:lvl3pPr algn="ctr">
              <a:defRPr sz="1650" b="1">
                <a:solidFill>
                  <a:srgbClr val="1B1F3B"/>
                </a:solidFill>
                <a:latin typeface="Calibri"/>
                <a:ea typeface="Calibri"/>
                <a:cs typeface="Calibri"/>
              </a:defRPr>
            </a:lvl3pPr>
            <a:lvl4pPr algn="ctr">
              <a:defRPr sz="1650" b="1">
                <a:solidFill>
                  <a:srgbClr val="1B1F3B"/>
                </a:solidFill>
                <a:latin typeface="Calibri"/>
                <a:ea typeface="Calibri"/>
                <a:cs typeface="Calibri"/>
              </a:defRPr>
            </a:lvl4pPr>
            <a:lvl5pPr algn="ctr">
              <a:defRPr sz="1650" b="1">
                <a:solidFill>
                  <a:srgbClr val="1B1F3B"/>
                </a:solidFill>
                <a:latin typeface="Calibri"/>
                <a:ea typeface="Calibri"/>
                <a:cs typeface="Calibri"/>
              </a:defRPr>
            </a:lvl5pPr>
            <a:lvl6pPr algn="ctr">
              <a:defRPr sz="1650" b="1">
                <a:solidFill>
                  <a:srgbClr val="1B1F3B"/>
                </a:solidFill>
                <a:latin typeface="Calibri"/>
                <a:ea typeface="Calibri"/>
                <a:cs typeface="Calibri"/>
              </a:defRPr>
            </a:lvl6pPr>
            <a:lvl7pPr algn="ctr">
              <a:defRPr sz="1650" b="1">
                <a:solidFill>
                  <a:srgbClr val="1B1F3B"/>
                </a:solidFill>
                <a:latin typeface="Calibri"/>
                <a:ea typeface="Calibri"/>
                <a:cs typeface="Calibri"/>
              </a:defRPr>
            </a:lvl7pPr>
            <a:lvl8pPr algn="ctr">
              <a:defRPr sz="1650" b="1">
                <a:solidFill>
                  <a:srgbClr val="1B1F3B"/>
                </a:solidFill>
                <a:latin typeface="Calibri"/>
                <a:ea typeface="Calibri"/>
                <a:cs typeface="Calibri"/>
              </a:defRPr>
            </a:lvl8pPr>
            <a:lvl9pPr algn="ctr">
              <a:defRPr sz="1650" b="1">
                <a:solidFill>
                  <a:srgbClr val="1B1F3B"/>
                </a:solidFill>
                <a:latin typeface="Calibri"/>
                <a:ea typeface="Calibri"/>
                <a:cs typeface="Calibri"/>
              </a:defRPr>
            </a:lvl9pPr>
          </a:lstStyle>
          <a:p>
            <a:pPr defTabSz="1219170">
              <a:defRPr sz="1650" b="1">
                <a:solidFill>
                  <a:srgbClr val="1B1F3B"/>
                </a:solidFill>
                <a:latin typeface="Calibri"/>
                <a:ea typeface="Calibri"/>
                <a:cs typeface="Calibri"/>
              </a:defRPr>
            </a:pPr>
            <a:r>
              <a:rPr sz="2200"/>
              <a:t>A</a:t>
            </a:r>
          </a:p>
        </p:txBody>
      </p:sp>
      <p:sp>
        <p:nvSpPr>
          <p:cNvPr id="45" name="Rectangle 44">
            <a:extLst>
              <a:ext uri="{FF2B5EF4-FFF2-40B4-BE49-F238E27FC236}">
                <a16:creationId xmlns:a16="http://schemas.microsoft.com/office/drawing/2014/main" id="{555E8481-795F-4EEC-87F8-6232233D8821}"/>
              </a:ext>
            </a:extLst>
          </p:cNvPr>
          <p:cNvSpPr>
            <a:spLocks noGrp="1"/>
          </p:cNvSpPr>
          <p:nvPr/>
        </p:nvSpPr>
        <p:spPr>
          <a:xfrm>
            <a:off x="3619500" y="2105026"/>
            <a:ext cx="762000" cy="352425"/>
          </a:xfrm>
          <a:prstGeom prst="rect">
            <a:avLst/>
          </a:prstGeom>
          <a:noFill/>
          <a:ln w="0">
            <a:noFill/>
            <a:prstDash val="solid"/>
          </a:ln>
        </p:spPr>
        <p:txBody>
          <a:bodyPr wrap="square" lIns="0" tIns="0" rIns="0" bIns="0" anchor="ctr">
            <a:noAutofit/>
          </a:bodyPr>
          <a:lstStyle>
            <a:defPPr algn="ctr">
              <a:defRPr sz="1450" b="1">
                <a:solidFill>
                  <a:srgbClr val="2D3A8C"/>
                </a:solidFill>
                <a:latin typeface="Calibri"/>
                <a:ea typeface="Calibri"/>
                <a:cs typeface="Calibri"/>
              </a:defRPr>
            </a:defPPr>
            <a:lvl1pPr algn="ctr">
              <a:defRPr sz="1450" b="1">
                <a:solidFill>
                  <a:srgbClr val="2D3A8C"/>
                </a:solidFill>
                <a:latin typeface="Calibri"/>
                <a:ea typeface="Calibri"/>
                <a:cs typeface="Calibri"/>
              </a:defRPr>
            </a:lvl1pPr>
            <a:lvl2pPr algn="ctr">
              <a:defRPr sz="1450" b="1">
                <a:solidFill>
                  <a:srgbClr val="2D3A8C"/>
                </a:solidFill>
                <a:latin typeface="Calibri"/>
                <a:ea typeface="Calibri"/>
                <a:cs typeface="Calibri"/>
              </a:defRPr>
            </a:lvl2pPr>
            <a:lvl3pPr algn="ctr">
              <a:defRPr sz="1450" b="1">
                <a:solidFill>
                  <a:srgbClr val="2D3A8C"/>
                </a:solidFill>
                <a:latin typeface="Calibri"/>
                <a:ea typeface="Calibri"/>
                <a:cs typeface="Calibri"/>
              </a:defRPr>
            </a:lvl3pPr>
            <a:lvl4pPr algn="ctr">
              <a:defRPr sz="1450" b="1">
                <a:solidFill>
                  <a:srgbClr val="2D3A8C"/>
                </a:solidFill>
                <a:latin typeface="Calibri"/>
                <a:ea typeface="Calibri"/>
                <a:cs typeface="Calibri"/>
              </a:defRPr>
            </a:lvl4pPr>
            <a:lvl5pPr algn="ctr">
              <a:defRPr sz="1450" b="1">
                <a:solidFill>
                  <a:srgbClr val="2D3A8C"/>
                </a:solidFill>
                <a:latin typeface="Calibri"/>
                <a:ea typeface="Calibri"/>
                <a:cs typeface="Calibri"/>
              </a:defRPr>
            </a:lvl5pPr>
            <a:lvl6pPr algn="ctr">
              <a:defRPr sz="1450" b="1">
                <a:solidFill>
                  <a:srgbClr val="2D3A8C"/>
                </a:solidFill>
                <a:latin typeface="Calibri"/>
                <a:ea typeface="Calibri"/>
                <a:cs typeface="Calibri"/>
              </a:defRPr>
            </a:lvl6pPr>
            <a:lvl7pPr algn="ctr">
              <a:defRPr sz="1450" b="1">
                <a:solidFill>
                  <a:srgbClr val="2D3A8C"/>
                </a:solidFill>
                <a:latin typeface="Calibri"/>
                <a:ea typeface="Calibri"/>
                <a:cs typeface="Calibri"/>
              </a:defRPr>
            </a:lvl7pPr>
            <a:lvl8pPr algn="ctr">
              <a:defRPr sz="1450" b="1">
                <a:solidFill>
                  <a:srgbClr val="2D3A8C"/>
                </a:solidFill>
                <a:latin typeface="Calibri"/>
                <a:ea typeface="Calibri"/>
                <a:cs typeface="Calibri"/>
              </a:defRPr>
            </a:lvl8pPr>
            <a:lvl9pPr algn="ctr">
              <a:defRPr sz="1450" b="1">
                <a:solidFill>
                  <a:srgbClr val="2D3A8C"/>
                </a:solidFill>
                <a:latin typeface="Calibri"/>
                <a:ea typeface="Calibri"/>
                <a:cs typeface="Calibri"/>
              </a:defRPr>
            </a:lvl9pPr>
          </a:lstStyle>
          <a:p>
            <a:pPr defTabSz="1219170">
              <a:defRPr sz="1450" b="1">
                <a:solidFill>
                  <a:srgbClr val="2D3A8C"/>
                </a:solidFill>
                <a:latin typeface="Calibri"/>
                <a:ea typeface="Calibri"/>
                <a:cs typeface="Calibri"/>
              </a:defRPr>
            </a:pPr>
            <a:r>
              <a:rPr sz="1933"/>
              <a:t>2</a:t>
            </a:r>
          </a:p>
        </p:txBody>
      </p:sp>
      <p:sp>
        <p:nvSpPr>
          <p:cNvPr id="46" name="Oval 45">
            <a:extLst>
              <a:ext uri="{FF2B5EF4-FFF2-40B4-BE49-F238E27FC236}">
                <a16:creationId xmlns:a16="http://schemas.microsoft.com/office/drawing/2014/main" id="{04F01564-0D42-4B8E-B26F-F3B88DA7223D}"/>
              </a:ext>
            </a:extLst>
          </p:cNvPr>
          <p:cNvSpPr>
            <a:spLocks noGrp="1"/>
          </p:cNvSpPr>
          <p:nvPr/>
        </p:nvSpPr>
        <p:spPr>
          <a:xfrm>
            <a:off x="3543300" y="4019549"/>
            <a:ext cx="914400" cy="914400"/>
          </a:xfrm>
          <a:prstGeom prst="ellipse">
            <a:avLst/>
          </a:prstGeom>
          <a:solidFill>
            <a:srgbClr val="FFFFFF"/>
          </a:solidFill>
          <a:ln w="21431">
            <a:solidFill>
              <a:srgbClr val="1B1F3B"/>
            </a:solidFill>
            <a:prstDash val="solid"/>
          </a:ln>
        </p:spPr>
        <p:txBody>
          <a:bodyPr/>
          <a:lstStyle/>
          <a:p>
            <a:pPr defTabSz="1219170"/>
            <a:endParaRPr sz="2400">
              <a:solidFill>
                <a:srgbClr val="1B1F3B"/>
              </a:solidFill>
              <a:latin typeface="Calibri"/>
            </a:endParaRPr>
          </a:p>
        </p:txBody>
      </p:sp>
      <p:sp>
        <p:nvSpPr>
          <p:cNvPr id="47" name="Rectangle 46">
            <a:extLst>
              <a:ext uri="{FF2B5EF4-FFF2-40B4-BE49-F238E27FC236}">
                <a16:creationId xmlns:a16="http://schemas.microsoft.com/office/drawing/2014/main" id="{ED2A57E8-7A2E-42B8-A62E-3C10AD8C8AB5}"/>
              </a:ext>
            </a:extLst>
          </p:cNvPr>
          <p:cNvSpPr>
            <a:spLocks noGrp="1"/>
          </p:cNvSpPr>
          <p:nvPr/>
        </p:nvSpPr>
        <p:spPr>
          <a:xfrm>
            <a:off x="3619500" y="4133852"/>
            <a:ext cx="762000" cy="352425"/>
          </a:xfrm>
          <a:prstGeom prst="rect">
            <a:avLst/>
          </a:prstGeom>
          <a:noFill/>
          <a:ln w="0">
            <a:noFill/>
            <a:prstDash val="solid"/>
          </a:ln>
        </p:spPr>
        <p:txBody>
          <a:bodyPr wrap="square" lIns="0" tIns="0" rIns="0" bIns="0" anchor="ctr">
            <a:noAutofit/>
          </a:bodyPr>
          <a:lstStyle>
            <a:defPPr algn="ctr">
              <a:defRPr sz="1650" b="1">
                <a:solidFill>
                  <a:srgbClr val="1B1F3B"/>
                </a:solidFill>
                <a:latin typeface="Calibri"/>
                <a:ea typeface="Calibri"/>
                <a:cs typeface="Calibri"/>
              </a:defRPr>
            </a:defPPr>
            <a:lvl1pPr algn="ctr">
              <a:defRPr sz="1650" b="1">
                <a:solidFill>
                  <a:srgbClr val="1B1F3B"/>
                </a:solidFill>
                <a:latin typeface="Calibri"/>
                <a:ea typeface="Calibri"/>
                <a:cs typeface="Calibri"/>
              </a:defRPr>
            </a:lvl1pPr>
            <a:lvl2pPr algn="ctr">
              <a:defRPr sz="1650" b="1">
                <a:solidFill>
                  <a:srgbClr val="1B1F3B"/>
                </a:solidFill>
                <a:latin typeface="Calibri"/>
                <a:ea typeface="Calibri"/>
                <a:cs typeface="Calibri"/>
              </a:defRPr>
            </a:lvl2pPr>
            <a:lvl3pPr algn="ctr">
              <a:defRPr sz="1650" b="1">
                <a:solidFill>
                  <a:srgbClr val="1B1F3B"/>
                </a:solidFill>
                <a:latin typeface="Calibri"/>
                <a:ea typeface="Calibri"/>
                <a:cs typeface="Calibri"/>
              </a:defRPr>
            </a:lvl3pPr>
            <a:lvl4pPr algn="ctr">
              <a:defRPr sz="1650" b="1">
                <a:solidFill>
                  <a:srgbClr val="1B1F3B"/>
                </a:solidFill>
                <a:latin typeface="Calibri"/>
                <a:ea typeface="Calibri"/>
                <a:cs typeface="Calibri"/>
              </a:defRPr>
            </a:lvl4pPr>
            <a:lvl5pPr algn="ctr">
              <a:defRPr sz="1650" b="1">
                <a:solidFill>
                  <a:srgbClr val="1B1F3B"/>
                </a:solidFill>
                <a:latin typeface="Calibri"/>
                <a:ea typeface="Calibri"/>
                <a:cs typeface="Calibri"/>
              </a:defRPr>
            </a:lvl5pPr>
            <a:lvl6pPr algn="ctr">
              <a:defRPr sz="1650" b="1">
                <a:solidFill>
                  <a:srgbClr val="1B1F3B"/>
                </a:solidFill>
                <a:latin typeface="Calibri"/>
                <a:ea typeface="Calibri"/>
                <a:cs typeface="Calibri"/>
              </a:defRPr>
            </a:lvl6pPr>
            <a:lvl7pPr algn="ctr">
              <a:defRPr sz="1650" b="1">
                <a:solidFill>
                  <a:srgbClr val="1B1F3B"/>
                </a:solidFill>
                <a:latin typeface="Calibri"/>
                <a:ea typeface="Calibri"/>
                <a:cs typeface="Calibri"/>
              </a:defRPr>
            </a:lvl7pPr>
            <a:lvl8pPr algn="ctr">
              <a:defRPr sz="1650" b="1">
                <a:solidFill>
                  <a:srgbClr val="1B1F3B"/>
                </a:solidFill>
                <a:latin typeface="Calibri"/>
                <a:ea typeface="Calibri"/>
                <a:cs typeface="Calibri"/>
              </a:defRPr>
            </a:lvl8pPr>
            <a:lvl9pPr algn="ctr">
              <a:defRPr sz="1650" b="1">
                <a:solidFill>
                  <a:srgbClr val="1B1F3B"/>
                </a:solidFill>
                <a:latin typeface="Calibri"/>
                <a:ea typeface="Calibri"/>
                <a:cs typeface="Calibri"/>
              </a:defRPr>
            </a:lvl9pPr>
          </a:lstStyle>
          <a:p>
            <a:pPr defTabSz="1219170">
              <a:defRPr sz="1650" b="1">
                <a:solidFill>
                  <a:srgbClr val="1B1F3B"/>
                </a:solidFill>
                <a:latin typeface="Calibri"/>
                <a:ea typeface="Calibri"/>
                <a:cs typeface="Calibri"/>
              </a:defRPr>
            </a:pPr>
            <a:r>
              <a:rPr sz="2200"/>
              <a:t>B</a:t>
            </a:r>
          </a:p>
        </p:txBody>
      </p:sp>
      <p:sp>
        <p:nvSpPr>
          <p:cNvPr id="48" name="Rectangle 47">
            <a:extLst>
              <a:ext uri="{FF2B5EF4-FFF2-40B4-BE49-F238E27FC236}">
                <a16:creationId xmlns:a16="http://schemas.microsoft.com/office/drawing/2014/main" id="{4C3EDD5F-1452-4629-94F1-5DE013C4E560}"/>
              </a:ext>
            </a:extLst>
          </p:cNvPr>
          <p:cNvSpPr>
            <a:spLocks noGrp="1"/>
          </p:cNvSpPr>
          <p:nvPr/>
        </p:nvSpPr>
        <p:spPr>
          <a:xfrm>
            <a:off x="3619500" y="4486276"/>
            <a:ext cx="762000" cy="352425"/>
          </a:xfrm>
          <a:prstGeom prst="rect">
            <a:avLst/>
          </a:prstGeom>
          <a:noFill/>
          <a:ln w="0">
            <a:noFill/>
            <a:prstDash val="solid"/>
          </a:ln>
        </p:spPr>
        <p:txBody>
          <a:bodyPr wrap="square" lIns="0" tIns="0" rIns="0" bIns="0" anchor="ctr">
            <a:noAutofit/>
          </a:bodyPr>
          <a:lstStyle>
            <a:defPPr algn="ctr">
              <a:defRPr sz="1450" b="1">
                <a:solidFill>
                  <a:srgbClr val="2D3A8C"/>
                </a:solidFill>
                <a:latin typeface="Calibri"/>
                <a:ea typeface="Calibri"/>
                <a:cs typeface="Calibri"/>
              </a:defRPr>
            </a:defPPr>
            <a:lvl1pPr algn="ctr">
              <a:defRPr sz="1450" b="1">
                <a:solidFill>
                  <a:srgbClr val="2D3A8C"/>
                </a:solidFill>
                <a:latin typeface="Calibri"/>
                <a:ea typeface="Calibri"/>
                <a:cs typeface="Calibri"/>
              </a:defRPr>
            </a:lvl1pPr>
            <a:lvl2pPr algn="ctr">
              <a:defRPr sz="1450" b="1">
                <a:solidFill>
                  <a:srgbClr val="2D3A8C"/>
                </a:solidFill>
                <a:latin typeface="Calibri"/>
                <a:ea typeface="Calibri"/>
                <a:cs typeface="Calibri"/>
              </a:defRPr>
            </a:lvl2pPr>
            <a:lvl3pPr algn="ctr">
              <a:defRPr sz="1450" b="1">
                <a:solidFill>
                  <a:srgbClr val="2D3A8C"/>
                </a:solidFill>
                <a:latin typeface="Calibri"/>
                <a:ea typeface="Calibri"/>
                <a:cs typeface="Calibri"/>
              </a:defRPr>
            </a:lvl3pPr>
            <a:lvl4pPr algn="ctr">
              <a:defRPr sz="1450" b="1">
                <a:solidFill>
                  <a:srgbClr val="2D3A8C"/>
                </a:solidFill>
                <a:latin typeface="Calibri"/>
                <a:ea typeface="Calibri"/>
                <a:cs typeface="Calibri"/>
              </a:defRPr>
            </a:lvl4pPr>
            <a:lvl5pPr algn="ctr">
              <a:defRPr sz="1450" b="1">
                <a:solidFill>
                  <a:srgbClr val="2D3A8C"/>
                </a:solidFill>
                <a:latin typeface="Calibri"/>
                <a:ea typeface="Calibri"/>
                <a:cs typeface="Calibri"/>
              </a:defRPr>
            </a:lvl5pPr>
            <a:lvl6pPr algn="ctr">
              <a:defRPr sz="1450" b="1">
                <a:solidFill>
                  <a:srgbClr val="2D3A8C"/>
                </a:solidFill>
                <a:latin typeface="Calibri"/>
                <a:ea typeface="Calibri"/>
                <a:cs typeface="Calibri"/>
              </a:defRPr>
            </a:lvl6pPr>
            <a:lvl7pPr algn="ctr">
              <a:defRPr sz="1450" b="1">
                <a:solidFill>
                  <a:srgbClr val="2D3A8C"/>
                </a:solidFill>
                <a:latin typeface="Calibri"/>
                <a:ea typeface="Calibri"/>
                <a:cs typeface="Calibri"/>
              </a:defRPr>
            </a:lvl7pPr>
            <a:lvl8pPr algn="ctr">
              <a:defRPr sz="1450" b="1">
                <a:solidFill>
                  <a:srgbClr val="2D3A8C"/>
                </a:solidFill>
                <a:latin typeface="Calibri"/>
                <a:ea typeface="Calibri"/>
                <a:cs typeface="Calibri"/>
              </a:defRPr>
            </a:lvl8pPr>
            <a:lvl9pPr algn="ctr">
              <a:defRPr sz="1450" b="1">
                <a:solidFill>
                  <a:srgbClr val="2D3A8C"/>
                </a:solidFill>
                <a:latin typeface="Calibri"/>
                <a:ea typeface="Calibri"/>
                <a:cs typeface="Calibri"/>
              </a:defRPr>
            </a:lvl9pPr>
          </a:lstStyle>
          <a:p>
            <a:pPr defTabSz="1219170">
              <a:defRPr sz="1450" b="1">
                <a:solidFill>
                  <a:srgbClr val="2D3A8C"/>
                </a:solidFill>
                <a:latin typeface="Calibri"/>
                <a:ea typeface="Calibri"/>
                <a:cs typeface="Calibri"/>
              </a:defRPr>
            </a:pPr>
            <a:r>
              <a:rPr sz="1933"/>
              <a:t>5</a:t>
            </a:r>
          </a:p>
        </p:txBody>
      </p:sp>
      <p:sp>
        <p:nvSpPr>
          <p:cNvPr id="49" name="Oval 48">
            <a:extLst>
              <a:ext uri="{FF2B5EF4-FFF2-40B4-BE49-F238E27FC236}">
                <a16:creationId xmlns:a16="http://schemas.microsoft.com/office/drawing/2014/main" id="{AF34F706-2846-456D-8A6B-8E169B77DB75}"/>
              </a:ext>
            </a:extLst>
          </p:cNvPr>
          <p:cNvSpPr>
            <a:spLocks noGrp="1"/>
          </p:cNvSpPr>
          <p:nvPr/>
        </p:nvSpPr>
        <p:spPr>
          <a:xfrm>
            <a:off x="6686549" y="1638300"/>
            <a:ext cx="914400" cy="914400"/>
          </a:xfrm>
          <a:prstGeom prst="ellipse">
            <a:avLst/>
          </a:prstGeom>
          <a:solidFill>
            <a:srgbClr val="FFFFFF"/>
          </a:solidFill>
          <a:ln w="21431">
            <a:solidFill>
              <a:srgbClr val="1B1F3B"/>
            </a:solidFill>
            <a:prstDash val="solid"/>
          </a:ln>
        </p:spPr>
        <p:txBody>
          <a:bodyPr/>
          <a:lstStyle/>
          <a:p>
            <a:pPr defTabSz="1219170"/>
            <a:endParaRPr sz="2400">
              <a:solidFill>
                <a:srgbClr val="1B1F3B"/>
              </a:solidFill>
              <a:latin typeface="Calibri"/>
            </a:endParaRPr>
          </a:p>
        </p:txBody>
      </p:sp>
      <p:sp>
        <p:nvSpPr>
          <p:cNvPr id="50" name="Rectangle 49">
            <a:extLst>
              <a:ext uri="{FF2B5EF4-FFF2-40B4-BE49-F238E27FC236}">
                <a16:creationId xmlns:a16="http://schemas.microsoft.com/office/drawing/2014/main" id="{AE267DC4-0AA5-4564-9EF3-8B64FC711226}"/>
              </a:ext>
            </a:extLst>
          </p:cNvPr>
          <p:cNvSpPr>
            <a:spLocks noGrp="1"/>
          </p:cNvSpPr>
          <p:nvPr/>
        </p:nvSpPr>
        <p:spPr>
          <a:xfrm>
            <a:off x="6762749" y="1752601"/>
            <a:ext cx="762000" cy="352425"/>
          </a:xfrm>
          <a:prstGeom prst="rect">
            <a:avLst/>
          </a:prstGeom>
          <a:noFill/>
          <a:ln w="0">
            <a:noFill/>
            <a:prstDash val="solid"/>
          </a:ln>
        </p:spPr>
        <p:txBody>
          <a:bodyPr wrap="square" lIns="0" tIns="0" rIns="0" bIns="0" anchor="ctr">
            <a:noAutofit/>
          </a:bodyPr>
          <a:lstStyle>
            <a:defPPr algn="ctr">
              <a:defRPr sz="1650" b="1">
                <a:solidFill>
                  <a:srgbClr val="1B1F3B"/>
                </a:solidFill>
                <a:latin typeface="Calibri"/>
                <a:ea typeface="Calibri"/>
                <a:cs typeface="Calibri"/>
              </a:defRPr>
            </a:defPPr>
            <a:lvl1pPr algn="ctr">
              <a:defRPr sz="1650" b="1">
                <a:solidFill>
                  <a:srgbClr val="1B1F3B"/>
                </a:solidFill>
                <a:latin typeface="Calibri"/>
                <a:ea typeface="Calibri"/>
                <a:cs typeface="Calibri"/>
              </a:defRPr>
            </a:lvl1pPr>
            <a:lvl2pPr algn="ctr">
              <a:defRPr sz="1650" b="1">
                <a:solidFill>
                  <a:srgbClr val="1B1F3B"/>
                </a:solidFill>
                <a:latin typeface="Calibri"/>
                <a:ea typeface="Calibri"/>
                <a:cs typeface="Calibri"/>
              </a:defRPr>
            </a:lvl2pPr>
            <a:lvl3pPr algn="ctr">
              <a:defRPr sz="1650" b="1">
                <a:solidFill>
                  <a:srgbClr val="1B1F3B"/>
                </a:solidFill>
                <a:latin typeface="Calibri"/>
                <a:ea typeface="Calibri"/>
                <a:cs typeface="Calibri"/>
              </a:defRPr>
            </a:lvl3pPr>
            <a:lvl4pPr algn="ctr">
              <a:defRPr sz="1650" b="1">
                <a:solidFill>
                  <a:srgbClr val="1B1F3B"/>
                </a:solidFill>
                <a:latin typeface="Calibri"/>
                <a:ea typeface="Calibri"/>
                <a:cs typeface="Calibri"/>
              </a:defRPr>
            </a:lvl4pPr>
            <a:lvl5pPr algn="ctr">
              <a:defRPr sz="1650" b="1">
                <a:solidFill>
                  <a:srgbClr val="1B1F3B"/>
                </a:solidFill>
                <a:latin typeface="Calibri"/>
                <a:ea typeface="Calibri"/>
                <a:cs typeface="Calibri"/>
              </a:defRPr>
            </a:lvl5pPr>
            <a:lvl6pPr algn="ctr">
              <a:defRPr sz="1650" b="1">
                <a:solidFill>
                  <a:srgbClr val="1B1F3B"/>
                </a:solidFill>
                <a:latin typeface="Calibri"/>
                <a:ea typeface="Calibri"/>
                <a:cs typeface="Calibri"/>
              </a:defRPr>
            </a:lvl6pPr>
            <a:lvl7pPr algn="ctr">
              <a:defRPr sz="1650" b="1">
                <a:solidFill>
                  <a:srgbClr val="1B1F3B"/>
                </a:solidFill>
                <a:latin typeface="Calibri"/>
                <a:ea typeface="Calibri"/>
                <a:cs typeface="Calibri"/>
              </a:defRPr>
            </a:lvl7pPr>
            <a:lvl8pPr algn="ctr">
              <a:defRPr sz="1650" b="1">
                <a:solidFill>
                  <a:srgbClr val="1B1F3B"/>
                </a:solidFill>
                <a:latin typeface="Calibri"/>
                <a:ea typeface="Calibri"/>
                <a:cs typeface="Calibri"/>
              </a:defRPr>
            </a:lvl8pPr>
            <a:lvl9pPr algn="ctr">
              <a:defRPr sz="1650" b="1">
                <a:solidFill>
                  <a:srgbClr val="1B1F3B"/>
                </a:solidFill>
                <a:latin typeface="Calibri"/>
                <a:ea typeface="Calibri"/>
                <a:cs typeface="Calibri"/>
              </a:defRPr>
            </a:lvl9pPr>
          </a:lstStyle>
          <a:p>
            <a:pPr defTabSz="1219170">
              <a:defRPr sz="1650" b="1">
                <a:solidFill>
                  <a:srgbClr val="1B1F3B"/>
                </a:solidFill>
                <a:latin typeface="Calibri"/>
                <a:ea typeface="Calibri"/>
                <a:cs typeface="Calibri"/>
              </a:defRPr>
            </a:pPr>
            <a:r>
              <a:rPr sz="2200"/>
              <a:t>C</a:t>
            </a:r>
          </a:p>
        </p:txBody>
      </p:sp>
      <p:sp>
        <p:nvSpPr>
          <p:cNvPr id="51" name="Rectangle 50">
            <a:extLst>
              <a:ext uri="{FF2B5EF4-FFF2-40B4-BE49-F238E27FC236}">
                <a16:creationId xmlns:a16="http://schemas.microsoft.com/office/drawing/2014/main" id="{5147AF98-E8A1-4FD8-BD93-F6D39EF932A1}"/>
              </a:ext>
            </a:extLst>
          </p:cNvPr>
          <p:cNvSpPr>
            <a:spLocks noGrp="1"/>
          </p:cNvSpPr>
          <p:nvPr/>
        </p:nvSpPr>
        <p:spPr>
          <a:xfrm>
            <a:off x="6762749" y="2105026"/>
            <a:ext cx="762000" cy="352425"/>
          </a:xfrm>
          <a:prstGeom prst="rect">
            <a:avLst/>
          </a:prstGeom>
          <a:noFill/>
          <a:ln w="0">
            <a:noFill/>
            <a:prstDash val="solid"/>
          </a:ln>
        </p:spPr>
        <p:txBody>
          <a:bodyPr wrap="square" lIns="0" tIns="0" rIns="0" bIns="0" anchor="ctr">
            <a:noAutofit/>
          </a:bodyPr>
          <a:lstStyle>
            <a:defPPr algn="ctr">
              <a:defRPr sz="1450" b="1">
                <a:solidFill>
                  <a:srgbClr val="2D3A8C"/>
                </a:solidFill>
                <a:latin typeface="Calibri"/>
                <a:ea typeface="Calibri"/>
                <a:cs typeface="Calibri"/>
              </a:defRPr>
            </a:defPPr>
            <a:lvl1pPr algn="ctr">
              <a:defRPr sz="1450" b="1">
                <a:solidFill>
                  <a:srgbClr val="2D3A8C"/>
                </a:solidFill>
                <a:latin typeface="Calibri"/>
                <a:ea typeface="Calibri"/>
                <a:cs typeface="Calibri"/>
              </a:defRPr>
            </a:lvl1pPr>
            <a:lvl2pPr algn="ctr">
              <a:defRPr sz="1450" b="1">
                <a:solidFill>
                  <a:srgbClr val="2D3A8C"/>
                </a:solidFill>
                <a:latin typeface="Calibri"/>
                <a:ea typeface="Calibri"/>
                <a:cs typeface="Calibri"/>
              </a:defRPr>
            </a:lvl2pPr>
            <a:lvl3pPr algn="ctr">
              <a:defRPr sz="1450" b="1">
                <a:solidFill>
                  <a:srgbClr val="2D3A8C"/>
                </a:solidFill>
                <a:latin typeface="Calibri"/>
                <a:ea typeface="Calibri"/>
                <a:cs typeface="Calibri"/>
              </a:defRPr>
            </a:lvl3pPr>
            <a:lvl4pPr algn="ctr">
              <a:defRPr sz="1450" b="1">
                <a:solidFill>
                  <a:srgbClr val="2D3A8C"/>
                </a:solidFill>
                <a:latin typeface="Calibri"/>
                <a:ea typeface="Calibri"/>
                <a:cs typeface="Calibri"/>
              </a:defRPr>
            </a:lvl4pPr>
            <a:lvl5pPr algn="ctr">
              <a:defRPr sz="1450" b="1">
                <a:solidFill>
                  <a:srgbClr val="2D3A8C"/>
                </a:solidFill>
                <a:latin typeface="Calibri"/>
                <a:ea typeface="Calibri"/>
                <a:cs typeface="Calibri"/>
              </a:defRPr>
            </a:lvl5pPr>
            <a:lvl6pPr algn="ctr">
              <a:defRPr sz="1450" b="1">
                <a:solidFill>
                  <a:srgbClr val="2D3A8C"/>
                </a:solidFill>
                <a:latin typeface="Calibri"/>
                <a:ea typeface="Calibri"/>
                <a:cs typeface="Calibri"/>
              </a:defRPr>
            </a:lvl6pPr>
            <a:lvl7pPr algn="ctr">
              <a:defRPr sz="1450" b="1">
                <a:solidFill>
                  <a:srgbClr val="2D3A8C"/>
                </a:solidFill>
                <a:latin typeface="Calibri"/>
                <a:ea typeface="Calibri"/>
                <a:cs typeface="Calibri"/>
              </a:defRPr>
            </a:lvl7pPr>
            <a:lvl8pPr algn="ctr">
              <a:defRPr sz="1450" b="1">
                <a:solidFill>
                  <a:srgbClr val="2D3A8C"/>
                </a:solidFill>
                <a:latin typeface="Calibri"/>
                <a:ea typeface="Calibri"/>
                <a:cs typeface="Calibri"/>
              </a:defRPr>
            </a:lvl8pPr>
            <a:lvl9pPr algn="ctr">
              <a:defRPr sz="1450" b="1">
                <a:solidFill>
                  <a:srgbClr val="2D3A8C"/>
                </a:solidFill>
                <a:latin typeface="Calibri"/>
                <a:ea typeface="Calibri"/>
                <a:cs typeface="Calibri"/>
              </a:defRPr>
            </a:lvl9pPr>
          </a:lstStyle>
          <a:p>
            <a:pPr defTabSz="1219170">
              <a:defRPr sz="1450" b="1">
                <a:solidFill>
                  <a:srgbClr val="2D3A8C"/>
                </a:solidFill>
                <a:latin typeface="Calibri"/>
                <a:ea typeface="Calibri"/>
                <a:cs typeface="Calibri"/>
              </a:defRPr>
            </a:pPr>
            <a:r>
              <a:rPr sz="1933"/>
              <a:t>?</a:t>
            </a:r>
          </a:p>
        </p:txBody>
      </p:sp>
      <p:sp>
        <p:nvSpPr>
          <p:cNvPr id="52" name="Oval 51">
            <a:extLst>
              <a:ext uri="{FF2B5EF4-FFF2-40B4-BE49-F238E27FC236}">
                <a16:creationId xmlns:a16="http://schemas.microsoft.com/office/drawing/2014/main" id="{09EBF997-8BAB-4226-818A-911307A501BC}"/>
              </a:ext>
            </a:extLst>
          </p:cNvPr>
          <p:cNvSpPr>
            <a:spLocks noGrp="1"/>
          </p:cNvSpPr>
          <p:nvPr/>
        </p:nvSpPr>
        <p:spPr>
          <a:xfrm>
            <a:off x="9544051" y="2876549"/>
            <a:ext cx="914400" cy="914400"/>
          </a:xfrm>
          <a:prstGeom prst="ellipse">
            <a:avLst/>
          </a:prstGeom>
          <a:solidFill>
            <a:srgbClr val="FFFFFF"/>
          </a:solidFill>
          <a:ln w="21431">
            <a:solidFill>
              <a:srgbClr val="1B1F3B"/>
            </a:solidFill>
            <a:prstDash val="solid"/>
          </a:ln>
        </p:spPr>
        <p:txBody>
          <a:bodyPr/>
          <a:lstStyle/>
          <a:p>
            <a:pPr defTabSz="1219170"/>
            <a:endParaRPr sz="2400">
              <a:solidFill>
                <a:srgbClr val="1B1F3B"/>
              </a:solidFill>
              <a:latin typeface="Calibri"/>
            </a:endParaRPr>
          </a:p>
        </p:txBody>
      </p:sp>
      <p:sp>
        <p:nvSpPr>
          <p:cNvPr id="53" name="Rectangle 52">
            <a:extLst>
              <a:ext uri="{FF2B5EF4-FFF2-40B4-BE49-F238E27FC236}">
                <a16:creationId xmlns:a16="http://schemas.microsoft.com/office/drawing/2014/main" id="{6042C3C8-5E80-4D94-945D-53B79108A0D1}"/>
              </a:ext>
            </a:extLst>
          </p:cNvPr>
          <p:cNvSpPr>
            <a:spLocks noGrp="1"/>
          </p:cNvSpPr>
          <p:nvPr/>
        </p:nvSpPr>
        <p:spPr>
          <a:xfrm>
            <a:off x="9620251" y="2990852"/>
            <a:ext cx="762000" cy="352425"/>
          </a:xfrm>
          <a:prstGeom prst="rect">
            <a:avLst/>
          </a:prstGeom>
          <a:noFill/>
          <a:ln w="0">
            <a:noFill/>
            <a:prstDash val="solid"/>
          </a:ln>
        </p:spPr>
        <p:txBody>
          <a:bodyPr wrap="square" lIns="0" tIns="0" rIns="0" bIns="0" anchor="ctr">
            <a:noAutofit/>
          </a:bodyPr>
          <a:lstStyle>
            <a:defPPr algn="ctr">
              <a:defRPr sz="1650" b="1">
                <a:solidFill>
                  <a:srgbClr val="1B1F3B"/>
                </a:solidFill>
                <a:latin typeface="Calibri"/>
                <a:ea typeface="Calibri"/>
                <a:cs typeface="Calibri"/>
              </a:defRPr>
            </a:defPPr>
            <a:lvl1pPr algn="ctr">
              <a:defRPr sz="1650" b="1">
                <a:solidFill>
                  <a:srgbClr val="1B1F3B"/>
                </a:solidFill>
                <a:latin typeface="Calibri"/>
                <a:ea typeface="Calibri"/>
                <a:cs typeface="Calibri"/>
              </a:defRPr>
            </a:lvl1pPr>
            <a:lvl2pPr algn="ctr">
              <a:defRPr sz="1650" b="1">
                <a:solidFill>
                  <a:srgbClr val="1B1F3B"/>
                </a:solidFill>
                <a:latin typeface="Calibri"/>
                <a:ea typeface="Calibri"/>
                <a:cs typeface="Calibri"/>
              </a:defRPr>
            </a:lvl2pPr>
            <a:lvl3pPr algn="ctr">
              <a:defRPr sz="1650" b="1">
                <a:solidFill>
                  <a:srgbClr val="1B1F3B"/>
                </a:solidFill>
                <a:latin typeface="Calibri"/>
                <a:ea typeface="Calibri"/>
                <a:cs typeface="Calibri"/>
              </a:defRPr>
            </a:lvl3pPr>
            <a:lvl4pPr algn="ctr">
              <a:defRPr sz="1650" b="1">
                <a:solidFill>
                  <a:srgbClr val="1B1F3B"/>
                </a:solidFill>
                <a:latin typeface="Calibri"/>
                <a:ea typeface="Calibri"/>
                <a:cs typeface="Calibri"/>
              </a:defRPr>
            </a:lvl4pPr>
            <a:lvl5pPr algn="ctr">
              <a:defRPr sz="1650" b="1">
                <a:solidFill>
                  <a:srgbClr val="1B1F3B"/>
                </a:solidFill>
                <a:latin typeface="Calibri"/>
                <a:ea typeface="Calibri"/>
                <a:cs typeface="Calibri"/>
              </a:defRPr>
            </a:lvl5pPr>
            <a:lvl6pPr algn="ctr">
              <a:defRPr sz="1650" b="1">
                <a:solidFill>
                  <a:srgbClr val="1B1F3B"/>
                </a:solidFill>
                <a:latin typeface="Calibri"/>
                <a:ea typeface="Calibri"/>
                <a:cs typeface="Calibri"/>
              </a:defRPr>
            </a:lvl6pPr>
            <a:lvl7pPr algn="ctr">
              <a:defRPr sz="1650" b="1">
                <a:solidFill>
                  <a:srgbClr val="1B1F3B"/>
                </a:solidFill>
                <a:latin typeface="Calibri"/>
                <a:ea typeface="Calibri"/>
                <a:cs typeface="Calibri"/>
              </a:defRPr>
            </a:lvl7pPr>
            <a:lvl8pPr algn="ctr">
              <a:defRPr sz="1650" b="1">
                <a:solidFill>
                  <a:srgbClr val="1B1F3B"/>
                </a:solidFill>
                <a:latin typeface="Calibri"/>
                <a:ea typeface="Calibri"/>
                <a:cs typeface="Calibri"/>
              </a:defRPr>
            </a:lvl8pPr>
            <a:lvl9pPr algn="ctr">
              <a:defRPr sz="1650" b="1">
                <a:solidFill>
                  <a:srgbClr val="1B1F3B"/>
                </a:solidFill>
                <a:latin typeface="Calibri"/>
                <a:ea typeface="Calibri"/>
                <a:cs typeface="Calibri"/>
              </a:defRPr>
            </a:lvl9pPr>
          </a:lstStyle>
          <a:p>
            <a:pPr defTabSz="1219170">
              <a:defRPr sz="1650" b="1">
                <a:solidFill>
                  <a:srgbClr val="1B1F3B"/>
                </a:solidFill>
                <a:latin typeface="Calibri"/>
                <a:ea typeface="Calibri"/>
                <a:cs typeface="Calibri"/>
              </a:defRPr>
            </a:pPr>
            <a:r>
              <a:rPr sz="2200"/>
              <a:t>G</a:t>
            </a:r>
          </a:p>
        </p:txBody>
      </p:sp>
      <p:sp>
        <p:nvSpPr>
          <p:cNvPr id="54" name="Rectangle 53">
            <a:extLst>
              <a:ext uri="{FF2B5EF4-FFF2-40B4-BE49-F238E27FC236}">
                <a16:creationId xmlns:a16="http://schemas.microsoft.com/office/drawing/2014/main" id="{AD8A8F8F-07E7-489D-8172-0AF7A25B79DC}"/>
              </a:ext>
            </a:extLst>
          </p:cNvPr>
          <p:cNvSpPr>
            <a:spLocks noGrp="1"/>
          </p:cNvSpPr>
          <p:nvPr/>
        </p:nvSpPr>
        <p:spPr>
          <a:xfrm>
            <a:off x="9620251" y="3343276"/>
            <a:ext cx="762000" cy="352425"/>
          </a:xfrm>
          <a:prstGeom prst="rect">
            <a:avLst/>
          </a:prstGeom>
          <a:noFill/>
          <a:ln w="0">
            <a:noFill/>
            <a:prstDash val="solid"/>
          </a:ln>
        </p:spPr>
        <p:txBody>
          <a:bodyPr wrap="square" lIns="0" tIns="0" rIns="0" bIns="0" anchor="ctr">
            <a:noAutofit/>
          </a:bodyPr>
          <a:lstStyle>
            <a:defPPr algn="ctr">
              <a:defRPr sz="1450" b="1">
                <a:solidFill>
                  <a:srgbClr val="2D3A8C"/>
                </a:solidFill>
                <a:latin typeface="Calibri"/>
                <a:ea typeface="Calibri"/>
                <a:cs typeface="Calibri"/>
              </a:defRPr>
            </a:defPPr>
            <a:lvl1pPr algn="ctr">
              <a:defRPr sz="1450" b="1">
                <a:solidFill>
                  <a:srgbClr val="2D3A8C"/>
                </a:solidFill>
                <a:latin typeface="Calibri"/>
                <a:ea typeface="Calibri"/>
                <a:cs typeface="Calibri"/>
              </a:defRPr>
            </a:lvl1pPr>
            <a:lvl2pPr algn="ctr">
              <a:defRPr sz="1450" b="1">
                <a:solidFill>
                  <a:srgbClr val="2D3A8C"/>
                </a:solidFill>
                <a:latin typeface="Calibri"/>
                <a:ea typeface="Calibri"/>
                <a:cs typeface="Calibri"/>
              </a:defRPr>
            </a:lvl2pPr>
            <a:lvl3pPr algn="ctr">
              <a:defRPr sz="1450" b="1">
                <a:solidFill>
                  <a:srgbClr val="2D3A8C"/>
                </a:solidFill>
                <a:latin typeface="Calibri"/>
                <a:ea typeface="Calibri"/>
                <a:cs typeface="Calibri"/>
              </a:defRPr>
            </a:lvl3pPr>
            <a:lvl4pPr algn="ctr">
              <a:defRPr sz="1450" b="1">
                <a:solidFill>
                  <a:srgbClr val="2D3A8C"/>
                </a:solidFill>
                <a:latin typeface="Calibri"/>
                <a:ea typeface="Calibri"/>
                <a:cs typeface="Calibri"/>
              </a:defRPr>
            </a:lvl4pPr>
            <a:lvl5pPr algn="ctr">
              <a:defRPr sz="1450" b="1">
                <a:solidFill>
                  <a:srgbClr val="2D3A8C"/>
                </a:solidFill>
                <a:latin typeface="Calibri"/>
                <a:ea typeface="Calibri"/>
                <a:cs typeface="Calibri"/>
              </a:defRPr>
            </a:lvl5pPr>
            <a:lvl6pPr algn="ctr">
              <a:defRPr sz="1450" b="1">
                <a:solidFill>
                  <a:srgbClr val="2D3A8C"/>
                </a:solidFill>
                <a:latin typeface="Calibri"/>
                <a:ea typeface="Calibri"/>
                <a:cs typeface="Calibri"/>
              </a:defRPr>
            </a:lvl6pPr>
            <a:lvl7pPr algn="ctr">
              <a:defRPr sz="1450" b="1">
                <a:solidFill>
                  <a:srgbClr val="2D3A8C"/>
                </a:solidFill>
                <a:latin typeface="Calibri"/>
                <a:ea typeface="Calibri"/>
                <a:cs typeface="Calibri"/>
              </a:defRPr>
            </a:lvl7pPr>
            <a:lvl8pPr algn="ctr">
              <a:defRPr sz="1450" b="1">
                <a:solidFill>
                  <a:srgbClr val="2D3A8C"/>
                </a:solidFill>
                <a:latin typeface="Calibri"/>
                <a:ea typeface="Calibri"/>
                <a:cs typeface="Calibri"/>
              </a:defRPr>
            </a:lvl8pPr>
            <a:lvl9pPr algn="ctr">
              <a:defRPr sz="1450" b="1">
                <a:solidFill>
                  <a:srgbClr val="2D3A8C"/>
                </a:solidFill>
                <a:latin typeface="Calibri"/>
                <a:ea typeface="Calibri"/>
                <a:cs typeface="Calibri"/>
              </a:defRPr>
            </a:lvl9pPr>
          </a:lstStyle>
          <a:p>
            <a:pPr defTabSz="1219170">
              <a:defRPr sz="1450" b="1">
                <a:solidFill>
                  <a:srgbClr val="2D3A8C"/>
                </a:solidFill>
                <a:latin typeface="Calibri"/>
                <a:ea typeface="Calibri"/>
                <a:cs typeface="Calibri"/>
              </a:defRPr>
            </a:pPr>
            <a:r>
              <a:rPr sz="1933"/>
              <a:t>?</a:t>
            </a:r>
          </a:p>
        </p:txBody>
      </p:sp>
      <p:sp>
        <p:nvSpPr>
          <p:cNvPr id="55" name="Rectangle 54">
            <a:extLst>
              <a:ext uri="{FF2B5EF4-FFF2-40B4-BE49-F238E27FC236}">
                <a16:creationId xmlns:a16="http://schemas.microsoft.com/office/drawing/2014/main" id="{F5557E2D-81D1-4A6F-9758-F0E830584E19}"/>
              </a:ext>
            </a:extLst>
          </p:cNvPr>
          <p:cNvSpPr>
            <a:spLocks noGrp="1"/>
          </p:cNvSpPr>
          <p:nvPr/>
        </p:nvSpPr>
        <p:spPr>
          <a:xfrm>
            <a:off x="609600" y="5619749"/>
            <a:ext cx="10972800" cy="457200"/>
          </a:xfrm>
          <a:prstGeom prst="rect">
            <a:avLst/>
          </a:prstGeom>
          <a:noFill/>
          <a:ln w="0">
            <a:noFill/>
            <a:prstDash val="solid"/>
          </a:ln>
        </p:spPr>
        <p:txBody>
          <a:bodyPr wrap="square" lIns="0" tIns="0" rIns="0" bIns="0" anchor="ctr">
            <a:noAutofit/>
          </a:bodyPr>
          <a:lstStyle>
            <a:defPPr algn="l">
              <a:defRPr sz="1300" b="0">
                <a:solidFill>
                  <a:srgbClr val="4A4F6A"/>
                </a:solidFill>
                <a:latin typeface="Calibri"/>
                <a:ea typeface="Calibri"/>
                <a:cs typeface="Calibri"/>
              </a:defRPr>
            </a:defPPr>
            <a:lvl1pPr algn="l">
              <a:defRPr sz="1300" b="0">
                <a:solidFill>
                  <a:srgbClr val="4A4F6A"/>
                </a:solidFill>
                <a:latin typeface="Calibri"/>
                <a:ea typeface="Calibri"/>
                <a:cs typeface="Calibri"/>
              </a:defRPr>
            </a:lvl1pPr>
            <a:lvl2pPr algn="l">
              <a:defRPr sz="1300" b="0">
                <a:solidFill>
                  <a:srgbClr val="4A4F6A"/>
                </a:solidFill>
                <a:latin typeface="Calibri"/>
                <a:ea typeface="Calibri"/>
                <a:cs typeface="Calibri"/>
              </a:defRPr>
            </a:lvl2pPr>
            <a:lvl3pPr algn="l">
              <a:defRPr sz="1300" b="0">
                <a:solidFill>
                  <a:srgbClr val="4A4F6A"/>
                </a:solidFill>
                <a:latin typeface="Calibri"/>
                <a:ea typeface="Calibri"/>
                <a:cs typeface="Calibri"/>
              </a:defRPr>
            </a:lvl3pPr>
            <a:lvl4pPr algn="l">
              <a:defRPr sz="1300" b="0">
                <a:solidFill>
                  <a:srgbClr val="4A4F6A"/>
                </a:solidFill>
                <a:latin typeface="Calibri"/>
                <a:ea typeface="Calibri"/>
                <a:cs typeface="Calibri"/>
              </a:defRPr>
            </a:lvl4pPr>
            <a:lvl5pPr algn="l">
              <a:defRPr sz="1300" b="0">
                <a:solidFill>
                  <a:srgbClr val="4A4F6A"/>
                </a:solidFill>
                <a:latin typeface="Calibri"/>
                <a:ea typeface="Calibri"/>
                <a:cs typeface="Calibri"/>
              </a:defRPr>
            </a:lvl5pPr>
            <a:lvl6pPr algn="l">
              <a:defRPr sz="1300" b="0">
                <a:solidFill>
                  <a:srgbClr val="4A4F6A"/>
                </a:solidFill>
                <a:latin typeface="Calibri"/>
                <a:ea typeface="Calibri"/>
                <a:cs typeface="Calibri"/>
              </a:defRPr>
            </a:lvl6pPr>
            <a:lvl7pPr algn="l">
              <a:defRPr sz="1300" b="0">
                <a:solidFill>
                  <a:srgbClr val="4A4F6A"/>
                </a:solidFill>
                <a:latin typeface="Calibri"/>
                <a:ea typeface="Calibri"/>
                <a:cs typeface="Calibri"/>
              </a:defRPr>
            </a:lvl7pPr>
            <a:lvl8pPr algn="l">
              <a:defRPr sz="1300" b="0">
                <a:solidFill>
                  <a:srgbClr val="4A4F6A"/>
                </a:solidFill>
                <a:latin typeface="Calibri"/>
                <a:ea typeface="Calibri"/>
                <a:cs typeface="Calibri"/>
              </a:defRPr>
            </a:lvl8pPr>
            <a:lvl9pPr algn="l">
              <a:defRPr sz="1300" b="0">
                <a:solidFill>
                  <a:srgbClr val="4A4F6A"/>
                </a:solidFill>
                <a:latin typeface="Calibri"/>
                <a:ea typeface="Calibri"/>
                <a:cs typeface="Calibri"/>
              </a:defRPr>
            </a:lvl9pPr>
          </a:lstStyle>
          <a:p>
            <a:pPr defTabSz="1219170">
              <a:defRPr sz="1300" b="0">
                <a:solidFill>
                  <a:srgbClr val="4A4F6A"/>
                </a:solidFill>
                <a:latin typeface="Calibri"/>
                <a:ea typeface="Calibri"/>
                <a:cs typeface="Calibri"/>
              </a:defRPr>
            </a:pPr>
            <a:r>
              <a:rPr sz="1733"/>
              <a:t>From S: A costs 2 and B costs 5. Work from A next.</a:t>
            </a:r>
          </a:p>
        </p:txBody>
      </p:sp>
      <p:sp>
        <p:nvSpPr>
          <p:cNvPr id="56" name="Oval 55">
            <a:extLst>
              <a:ext uri="{FF2B5EF4-FFF2-40B4-BE49-F238E27FC236}">
                <a16:creationId xmlns:a16="http://schemas.microsoft.com/office/drawing/2014/main" id="{52B40407-A6BC-40E3-9A78-D90EB3D189DD}"/>
              </a:ext>
            </a:extLst>
          </p:cNvPr>
          <p:cNvSpPr>
            <a:spLocks noGrp="1"/>
          </p:cNvSpPr>
          <p:nvPr/>
        </p:nvSpPr>
        <p:spPr>
          <a:xfrm>
            <a:off x="857251" y="5143500"/>
            <a:ext cx="209549" cy="209549"/>
          </a:xfrm>
          <a:prstGeom prst="ellipse">
            <a:avLst/>
          </a:prstGeom>
          <a:solidFill>
            <a:srgbClr val="F8D19C"/>
          </a:solidFill>
          <a:ln w="7144">
            <a:solidFill>
              <a:srgbClr val="1B1F3B"/>
            </a:solidFill>
            <a:prstDash val="solid"/>
          </a:ln>
        </p:spPr>
        <p:txBody>
          <a:bodyPr/>
          <a:lstStyle/>
          <a:p>
            <a:pPr defTabSz="1219170"/>
            <a:endParaRPr sz="2400">
              <a:solidFill>
                <a:srgbClr val="1B1F3B"/>
              </a:solidFill>
              <a:latin typeface="Calibri"/>
            </a:endParaRPr>
          </a:p>
        </p:txBody>
      </p:sp>
      <p:sp>
        <p:nvSpPr>
          <p:cNvPr id="57" name="Rectangle 56">
            <a:extLst>
              <a:ext uri="{FF2B5EF4-FFF2-40B4-BE49-F238E27FC236}">
                <a16:creationId xmlns:a16="http://schemas.microsoft.com/office/drawing/2014/main" id="{FBF3B663-7ADB-4DA6-80B0-78A847BBD870}"/>
              </a:ext>
            </a:extLst>
          </p:cNvPr>
          <p:cNvSpPr>
            <a:spLocks noGrp="1"/>
          </p:cNvSpPr>
          <p:nvPr/>
        </p:nvSpPr>
        <p:spPr>
          <a:xfrm>
            <a:off x="1181101" y="5067300"/>
            <a:ext cx="2714625" cy="361949"/>
          </a:xfrm>
          <a:prstGeom prst="rect">
            <a:avLst/>
          </a:prstGeom>
          <a:noFill/>
          <a:ln w="0">
            <a:noFill/>
            <a:prstDash val="solid"/>
          </a:ln>
        </p:spPr>
        <p:txBody>
          <a:bodyPr wrap="square" lIns="0" tIns="0" rIns="0" bIns="0" anchor="ctr">
            <a:noAutofit/>
          </a:bodyPr>
          <a:lstStyle>
            <a:defPPr algn="l">
              <a:defRPr sz="1200" b="0">
                <a:solidFill>
                  <a:srgbClr val="4A4F6A"/>
                </a:solidFill>
                <a:latin typeface="Calibri"/>
                <a:ea typeface="Calibri"/>
                <a:cs typeface="Calibri"/>
              </a:defRPr>
            </a:defPPr>
            <a:lvl1pPr algn="l">
              <a:defRPr sz="1200" b="0">
                <a:solidFill>
                  <a:srgbClr val="4A4F6A"/>
                </a:solidFill>
                <a:latin typeface="Calibri"/>
                <a:ea typeface="Calibri"/>
                <a:cs typeface="Calibri"/>
              </a:defRPr>
            </a:lvl1pPr>
            <a:lvl2pPr algn="l">
              <a:defRPr sz="1200" b="0">
                <a:solidFill>
                  <a:srgbClr val="4A4F6A"/>
                </a:solidFill>
                <a:latin typeface="Calibri"/>
                <a:ea typeface="Calibri"/>
                <a:cs typeface="Calibri"/>
              </a:defRPr>
            </a:lvl2pPr>
            <a:lvl3pPr algn="l">
              <a:defRPr sz="1200" b="0">
                <a:solidFill>
                  <a:srgbClr val="4A4F6A"/>
                </a:solidFill>
                <a:latin typeface="Calibri"/>
                <a:ea typeface="Calibri"/>
                <a:cs typeface="Calibri"/>
              </a:defRPr>
            </a:lvl3pPr>
            <a:lvl4pPr algn="l">
              <a:defRPr sz="1200" b="0">
                <a:solidFill>
                  <a:srgbClr val="4A4F6A"/>
                </a:solidFill>
                <a:latin typeface="Calibri"/>
                <a:ea typeface="Calibri"/>
                <a:cs typeface="Calibri"/>
              </a:defRPr>
            </a:lvl4pPr>
            <a:lvl5pPr algn="l">
              <a:defRPr sz="1200" b="0">
                <a:solidFill>
                  <a:srgbClr val="4A4F6A"/>
                </a:solidFill>
                <a:latin typeface="Calibri"/>
                <a:ea typeface="Calibri"/>
                <a:cs typeface="Calibri"/>
              </a:defRPr>
            </a:lvl5pPr>
            <a:lvl6pPr algn="l">
              <a:defRPr sz="1200" b="0">
                <a:solidFill>
                  <a:srgbClr val="4A4F6A"/>
                </a:solidFill>
                <a:latin typeface="Calibri"/>
                <a:ea typeface="Calibri"/>
                <a:cs typeface="Calibri"/>
              </a:defRPr>
            </a:lvl6pPr>
            <a:lvl7pPr algn="l">
              <a:defRPr sz="1200" b="0">
                <a:solidFill>
                  <a:srgbClr val="4A4F6A"/>
                </a:solidFill>
                <a:latin typeface="Calibri"/>
                <a:ea typeface="Calibri"/>
                <a:cs typeface="Calibri"/>
              </a:defRPr>
            </a:lvl7pPr>
            <a:lvl8pPr algn="l">
              <a:defRPr sz="1200" b="0">
                <a:solidFill>
                  <a:srgbClr val="4A4F6A"/>
                </a:solidFill>
                <a:latin typeface="Calibri"/>
                <a:ea typeface="Calibri"/>
                <a:cs typeface="Calibri"/>
              </a:defRPr>
            </a:lvl8pPr>
            <a:lvl9pPr algn="l">
              <a:defRPr sz="1200" b="0">
                <a:solidFill>
                  <a:srgbClr val="4A4F6A"/>
                </a:solidFill>
                <a:latin typeface="Calibri"/>
                <a:ea typeface="Calibri"/>
                <a:cs typeface="Calibri"/>
              </a:defRPr>
            </a:lvl9pPr>
          </a:lstStyle>
          <a:p>
            <a:pPr defTabSz="1219170">
              <a:defRPr sz="1200" b="0">
                <a:solidFill>
                  <a:srgbClr val="4A4F6A"/>
                </a:solidFill>
                <a:latin typeface="Calibri"/>
                <a:ea typeface="Calibri"/>
                <a:cs typeface="Calibri"/>
              </a:defRPr>
            </a:pPr>
            <a:r>
              <a:rPr sz="1600"/>
              <a:t>Work next</a:t>
            </a:r>
          </a:p>
        </p:txBody>
      </p:sp>
      <p:sp>
        <p:nvSpPr>
          <p:cNvPr id="58" name="Oval 57">
            <a:extLst>
              <a:ext uri="{FF2B5EF4-FFF2-40B4-BE49-F238E27FC236}">
                <a16:creationId xmlns:a16="http://schemas.microsoft.com/office/drawing/2014/main" id="{B980EB39-493B-4113-9C9B-A1F432C4D971}"/>
              </a:ext>
            </a:extLst>
          </p:cNvPr>
          <p:cNvSpPr>
            <a:spLocks noGrp="1"/>
          </p:cNvSpPr>
          <p:nvPr/>
        </p:nvSpPr>
        <p:spPr>
          <a:xfrm>
            <a:off x="3952875" y="5143500"/>
            <a:ext cx="209549" cy="209549"/>
          </a:xfrm>
          <a:prstGeom prst="ellipse">
            <a:avLst/>
          </a:prstGeom>
          <a:solidFill>
            <a:srgbClr val="E0F1ED"/>
          </a:solidFill>
          <a:ln w="7144">
            <a:solidFill>
              <a:srgbClr val="1B1F3B"/>
            </a:solidFill>
            <a:prstDash val="solid"/>
          </a:ln>
        </p:spPr>
        <p:txBody>
          <a:bodyPr/>
          <a:lstStyle/>
          <a:p>
            <a:pPr defTabSz="1219170"/>
            <a:endParaRPr sz="2400">
              <a:solidFill>
                <a:srgbClr val="1B1F3B"/>
              </a:solidFill>
              <a:latin typeface="Calibri"/>
            </a:endParaRPr>
          </a:p>
        </p:txBody>
      </p:sp>
      <p:sp>
        <p:nvSpPr>
          <p:cNvPr id="59" name="Rectangle 58">
            <a:extLst>
              <a:ext uri="{FF2B5EF4-FFF2-40B4-BE49-F238E27FC236}">
                <a16:creationId xmlns:a16="http://schemas.microsoft.com/office/drawing/2014/main" id="{EE0F011C-35DA-4FE9-B3E7-53BB28F610B0}"/>
              </a:ext>
            </a:extLst>
          </p:cNvPr>
          <p:cNvSpPr>
            <a:spLocks noGrp="1"/>
          </p:cNvSpPr>
          <p:nvPr/>
        </p:nvSpPr>
        <p:spPr>
          <a:xfrm>
            <a:off x="4276726" y="5067300"/>
            <a:ext cx="2714625" cy="361949"/>
          </a:xfrm>
          <a:prstGeom prst="rect">
            <a:avLst/>
          </a:prstGeom>
          <a:noFill/>
          <a:ln w="0">
            <a:noFill/>
            <a:prstDash val="solid"/>
          </a:ln>
        </p:spPr>
        <p:txBody>
          <a:bodyPr wrap="square" lIns="0" tIns="0" rIns="0" bIns="0" anchor="ctr">
            <a:noAutofit/>
          </a:bodyPr>
          <a:lstStyle>
            <a:defPPr algn="l">
              <a:defRPr sz="1200" b="0">
                <a:solidFill>
                  <a:srgbClr val="4A4F6A"/>
                </a:solidFill>
                <a:latin typeface="Calibri"/>
                <a:ea typeface="Calibri"/>
                <a:cs typeface="Calibri"/>
              </a:defRPr>
            </a:defPPr>
            <a:lvl1pPr algn="l">
              <a:defRPr sz="1200" b="0">
                <a:solidFill>
                  <a:srgbClr val="4A4F6A"/>
                </a:solidFill>
                <a:latin typeface="Calibri"/>
                <a:ea typeface="Calibri"/>
                <a:cs typeface="Calibri"/>
              </a:defRPr>
            </a:lvl1pPr>
            <a:lvl2pPr algn="l">
              <a:defRPr sz="1200" b="0">
                <a:solidFill>
                  <a:srgbClr val="4A4F6A"/>
                </a:solidFill>
                <a:latin typeface="Calibri"/>
                <a:ea typeface="Calibri"/>
                <a:cs typeface="Calibri"/>
              </a:defRPr>
            </a:lvl2pPr>
            <a:lvl3pPr algn="l">
              <a:defRPr sz="1200" b="0">
                <a:solidFill>
                  <a:srgbClr val="4A4F6A"/>
                </a:solidFill>
                <a:latin typeface="Calibri"/>
                <a:ea typeface="Calibri"/>
                <a:cs typeface="Calibri"/>
              </a:defRPr>
            </a:lvl3pPr>
            <a:lvl4pPr algn="l">
              <a:defRPr sz="1200" b="0">
                <a:solidFill>
                  <a:srgbClr val="4A4F6A"/>
                </a:solidFill>
                <a:latin typeface="Calibri"/>
                <a:ea typeface="Calibri"/>
                <a:cs typeface="Calibri"/>
              </a:defRPr>
            </a:lvl4pPr>
            <a:lvl5pPr algn="l">
              <a:defRPr sz="1200" b="0">
                <a:solidFill>
                  <a:srgbClr val="4A4F6A"/>
                </a:solidFill>
                <a:latin typeface="Calibri"/>
                <a:ea typeface="Calibri"/>
                <a:cs typeface="Calibri"/>
              </a:defRPr>
            </a:lvl5pPr>
            <a:lvl6pPr algn="l">
              <a:defRPr sz="1200" b="0">
                <a:solidFill>
                  <a:srgbClr val="4A4F6A"/>
                </a:solidFill>
                <a:latin typeface="Calibri"/>
                <a:ea typeface="Calibri"/>
                <a:cs typeface="Calibri"/>
              </a:defRPr>
            </a:lvl6pPr>
            <a:lvl7pPr algn="l">
              <a:defRPr sz="1200" b="0">
                <a:solidFill>
                  <a:srgbClr val="4A4F6A"/>
                </a:solidFill>
                <a:latin typeface="Calibri"/>
                <a:ea typeface="Calibri"/>
                <a:cs typeface="Calibri"/>
              </a:defRPr>
            </a:lvl7pPr>
            <a:lvl8pPr algn="l">
              <a:defRPr sz="1200" b="0">
                <a:solidFill>
                  <a:srgbClr val="4A4F6A"/>
                </a:solidFill>
                <a:latin typeface="Calibri"/>
                <a:ea typeface="Calibri"/>
                <a:cs typeface="Calibri"/>
              </a:defRPr>
            </a:lvl8pPr>
            <a:lvl9pPr algn="l">
              <a:defRPr sz="1200" b="0">
                <a:solidFill>
                  <a:srgbClr val="4A4F6A"/>
                </a:solidFill>
                <a:latin typeface="Calibri"/>
                <a:ea typeface="Calibri"/>
                <a:cs typeface="Calibri"/>
              </a:defRPr>
            </a:lvl9pPr>
          </a:lstStyle>
          <a:p>
            <a:pPr defTabSz="1219170">
              <a:defRPr sz="1200" b="0">
                <a:solidFill>
                  <a:srgbClr val="4A4F6A"/>
                </a:solidFill>
                <a:latin typeface="Calibri"/>
                <a:ea typeface="Calibri"/>
                <a:cs typeface="Calibri"/>
              </a:defRPr>
            </a:pPr>
            <a:r>
              <a:rPr sz="1600"/>
              <a:t>Finished</a:t>
            </a:r>
          </a:p>
        </p:txBody>
      </p:sp>
      <p:sp>
        <p:nvSpPr>
          <p:cNvPr id="60" name="Oval 59">
            <a:extLst>
              <a:ext uri="{FF2B5EF4-FFF2-40B4-BE49-F238E27FC236}">
                <a16:creationId xmlns:a16="http://schemas.microsoft.com/office/drawing/2014/main" id="{CBD837AD-AB2F-48F3-9193-A45EEA472C92}"/>
              </a:ext>
            </a:extLst>
          </p:cNvPr>
          <p:cNvSpPr>
            <a:spLocks noGrp="1"/>
          </p:cNvSpPr>
          <p:nvPr/>
        </p:nvSpPr>
        <p:spPr>
          <a:xfrm>
            <a:off x="7048500" y="5143500"/>
            <a:ext cx="209549" cy="209549"/>
          </a:xfrm>
          <a:prstGeom prst="ellipse">
            <a:avLst/>
          </a:prstGeom>
          <a:solidFill>
            <a:srgbClr val="FFFFFF"/>
          </a:solidFill>
          <a:ln w="7144">
            <a:solidFill>
              <a:srgbClr val="1B1F3B"/>
            </a:solidFill>
            <a:prstDash val="solid"/>
          </a:ln>
        </p:spPr>
        <p:txBody>
          <a:bodyPr/>
          <a:lstStyle/>
          <a:p>
            <a:pPr defTabSz="1219170"/>
            <a:endParaRPr sz="2400">
              <a:solidFill>
                <a:srgbClr val="1B1F3B"/>
              </a:solidFill>
              <a:latin typeface="Calibri"/>
            </a:endParaRPr>
          </a:p>
        </p:txBody>
      </p:sp>
      <p:sp>
        <p:nvSpPr>
          <p:cNvPr id="61" name="Rectangle 60">
            <a:extLst>
              <a:ext uri="{FF2B5EF4-FFF2-40B4-BE49-F238E27FC236}">
                <a16:creationId xmlns:a16="http://schemas.microsoft.com/office/drawing/2014/main" id="{F1ED4E62-21C6-4E41-ACC0-F0CDD47AE67F}"/>
              </a:ext>
            </a:extLst>
          </p:cNvPr>
          <p:cNvSpPr>
            <a:spLocks noGrp="1"/>
          </p:cNvSpPr>
          <p:nvPr/>
        </p:nvSpPr>
        <p:spPr>
          <a:xfrm>
            <a:off x="7372350" y="5067300"/>
            <a:ext cx="2714625" cy="361949"/>
          </a:xfrm>
          <a:prstGeom prst="rect">
            <a:avLst/>
          </a:prstGeom>
          <a:noFill/>
          <a:ln w="0">
            <a:noFill/>
            <a:prstDash val="solid"/>
          </a:ln>
        </p:spPr>
        <p:txBody>
          <a:bodyPr wrap="square" lIns="0" tIns="0" rIns="0" bIns="0" anchor="ctr">
            <a:noAutofit/>
          </a:bodyPr>
          <a:lstStyle>
            <a:defPPr algn="l">
              <a:defRPr sz="1200" b="0">
                <a:solidFill>
                  <a:srgbClr val="4A4F6A"/>
                </a:solidFill>
                <a:latin typeface="Calibri"/>
                <a:ea typeface="Calibri"/>
                <a:cs typeface="Calibri"/>
              </a:defRPr>
            </a:defPPr>
            <a:lvl1pPr algn="l">
              <a:defRPr sz="1200" b="0">
                <a:solidFill>
                  <a:srgbClr val="4A4F6A"/>
                </a:solidFill>
                <a:latin typeface="Calibri"/>
                <a:ea typeface="Calibri"/>
                <a:cs typeface="Calibri"/>
              </a:defRPr>
            </a:lvl1pPr>
            <a:lvl2pPr algn="l">
              <a:defRPr sz="1200" b="0">
                <a:solidFill>
                  <a:srgbClr val="4A4F6A"/>
                </a:solidFill>
                <a:latin typeface="Calibri"/>
                <a:ea typeface="Calibri"/>
                <a:cs typeface="Calibri"/>
              </a:defRPr>
            </a:lvl2pPr>
            <a:lvl3pPr algn="l">
              <a:defRPr sz="1200" b="0">
                <a:solidFill>
                  <a:srgbClr val="4A4F6A"/>
                </a:solidFill>
                <a:latin typeface="Calibri"/>
                <a:ea typeface="Calibri"/>
                <a:cs typeface="Calibri"/>
              </a:defRPr>
            </a:lvl3pPr>
            <a:lvl4pPr algn="l">
              <a:defRPr sz="1200" b="0">
                <a:solidFill>
                  <a:srgbClr val="4A4F6A"/>
                </a:solidFill>
                <a:latin typeface="Calibri"/>
                <a:ea typeface="Calibri"/>
                <a:cs typeface="Calibri"/>
              </a:defRPr>
            </a:lvl4pPr>
            <a:lvl5pPr algn="l">
              <a:defRPr sz="1200" b="0">
                <a:solidFill>
                  <a:srgbClr val="4A4F6A"/>
                </a:solidFill>
                <a:latin typeface="Calibri"/>
                <a:ea typeface="Calibri"/>
                <a:cs typeface="Calibri"/>
              </a:defRPr>
            </a:lvl5pPr>
            <a:lvl6pPr algn="l">
              <a:defRPr sz="1200" b="0">
                <a:solidFill>
                  <a:srgbClr val="4A4F6A"/>
                </a:solidFill>
                <a:latin typeface="Calibri"/>
                <a:ea typeface="Calibri"/>
                <a:cs typeface="Calibri"/>
              </a:defRPr>
            </a:lvl6pPr>
            <a:lvl7pPr algn="l">
              <a:defRPr sz="1200" b="0">
                <a:solidFill>
                  <a:srgbClr val="4A4F6A"/>
                </a:solidFill>
                <a:latin typeface="Calibri"/>
                <a:ea typeface="Calibri"/>
                <a:cs typeface="Calibri"/>
              </a:defRPr>
            </a:lvl7pPr>
            <a:lvl8pPr algn="l">
              <a:defRPr sz="1200" b="0">
                <a:solidFill>
                  <a:srgbClr val="4A4F6A"/>
                </a:solidFill>
                <a:latin typeface="Calibri"/>
                <a:ea typeface="Calibri"/>
                <a:cs typeface="Calibri"/>
              </a:defRPr>
            </a:lvl8pPr>
            <a:lvl9pPr algn="l">
              <a:defRPr sz="1200" b="0">
                <a:solidFill>
                  <a:srgbClr val="4A4F6A"/>
                </a:solidFill>
                <a:latin typeface="Calibri"/>
                <a:ea typeface="Calibri"/>
                <a:cs typeface="Calibri"/>
              </a:defRPr>
            </a:lvl9pPr>
          </a:lstStyle>
          <a:p>
            <a:pPr defTabSz="1219170">
              <a:defRPr sz="1200" b="0">
                <a:solidFill>
                  <a:srgbClr val="4A4F6A"/>
                </a:solidFill>
                <a:latin typeface="Calibri"/>
                <a:ea typeface="Calibri"/>
                <a:cs typeface="Calibri"/>
              </a:defRPr>
            </a:pPr>
            <a:r>
              <a:rPr sz="1600"/>
              <a:t>Not processed</a:t>
            </a:r>
          </a:p>
        </p:txBody>
      </p:sp>
      <p:sp>
        <p:nvSpPr>
          <p:cNvPr id="62" name="Rectangle 61">
            <a:extLst>
              <a:ext uri="{FF2B5EF4-FFF2-40B4-BE49-F238E27FC236}">
                <a16:creationId xmlns:a16="http://schemas.microsoft.com/office/drawing/2014/main" id="{EA28318B-5988-439B-9E78-FAE8DA003FD4}"/>
              </a:ext>
            </a:extLst>
          </p:cNvPr>
          <p:cNvSpPr>
            <a:spLocks noGrp="1"/>
          </p:cNvSpPr>
          <p:nvPr/>
        </p:nvSpPr>
        <p:spPr>
          <a:xfrm>
            <a:off x="714375" y="1285875"/>
            <a:ext cx="10763251" cy="295275"/>
          </a:xfrm>
          <a:prstGeom prst="rect">
            <a:avLst/>
          </a:prstGeom>
          <a:noFill/>
          <a:ln w="0">
            <a:noFill/>
            <a:prstDash val="solid"/>
          </a:ln>
        </p:spPr>
        <p:txBody>
          <a:bodyPr wrap="square" lIns="0" tIns="0" rIns="0" bIns="0" anchor="ctr">
            <a:noAutofit/>
          </a:bodyPr>
          <a:lstStyle>
            <a:defPPr algn="l">
              <a:defRPr sz="1250" b="0">
                <a:solidFill>
                  <a:srgbClr val="4A4F6A"/>
                </a:solidFill>
                <a:latin typeface="Calibri"/>
                <a:ea typeface="Calibri"/>
                <a:cs typeface="Calibri"/>
              </a:defRPr>
            </a:defPPr>
            <a:lvl1pPr algn="l">
              <a:defRPr sz="1250" b="0">
                <a:solidFill>
                  <a:srgbClr val="4A4F6A"/>
                </a:solidFill>
                <a:latin typeface="Calibri"/>
                <a:ea typeface="Calibri"/>
                <a:cs typeface="Calibri"/>
              </a:defRPr>
            </a:lvl1pPr>
            <a:lvl2pPr algn="l">
              <a:defRPr sz="1250" b="0">
                <a:solidFill>
                  <a:srgbClr val="4A4F6A"/>
                </a:solidFill>
                <a:latin typeface="Calibri"/>
                <a:ea typeface="Calibri"/>
                <a:cs typeface="Calibri"/>
              </a:defRPr>
            </a:lvl2pPr>
            <a:lvl3pPr algn="l">
              <a:defRPr sz="1250" b="0">
                <a:solidFill>
                  <a:srgbClr val="4A4F6A"/>
                </a:solidFill>
                <a:latin typeface="Calibri"/>
                <a:ea typeface="Calibri"/>
                <a:cs typeface="Calibri"/>
              </a:defRPr>
            </a:lvl3pPr>
            <a:lvl4pPr algn="l">
              <a:defRPr sz="1250" b="0">
                <a:solidFill>
                  <a:srgbClr val="4A4F6A"/>
                </a:solidFill>
                <a:latin typeface="Calibri"/>
                <a:ea typeface="Calibri"/>
                <a:cs typeface="Calibri"/>
              </a:defRPr>
            </a:lvl4pPr>
            <a:lvl5pPr algn="l">
              <a:defRPr sz="1250" b="0">
                <a:solidFill>
                  <a:srgbClr val="4A4F6A"/>
                </a:solidFill>
                <a:latin typeface="Calibri"/>
                <a:ea typeface="Calibri"/>
                <a:cs typeface="Calibri"/>
              </a:defRPr>
            </a:lvl5pPr>
            <a:lvl6pPr algn="l">
              <a:defRPr sz="1250" b="0">
                <a:solidFill>
                  <a:srgbClr val="4A4F6A"/>
                </a:solidFill>
                <a:latin typeface="Calibri"/>
                <a:ea typeface="Calibri"/>
                <a:cs typeface="Calibri"/>
              </a:defRPr>
            </a:lvl6pPr>
            <a:lvl7pPr algn="l">
              <a:defRPr sz="1250" b="0">
                <a:solidFill>
                  <a:srgbClr val="4A4F6A"/>
                </a:solidFill>
                <a:latin typeface="Calibri"/>
                <a:ea typeface="Calibri"/>
                <a:cs typeface="Calibri"/>
              </a:defRPr>
            </a:lvl7pPr>
            <a:lvl8pPr algn="l">
              <a:defRPr sz="1250" b="0">
                <a:solidFill>
                  <a:srgbClr val="4A4F6A"/>
                </a:solidFill>
                <a:latin typeface="Calibri"/>
                <a:ea typeface="Calibri"/>
                <a:cs typeface="Calibri"/>
              </a:defRPr>
            </a:lvl8pPr>
            <a:lvl9pPr algn="l">
              <a:defRPr sz="1250" b="0">
                <a:solidFill>
                  <a:srgbClr val="4A4F6A"/>
                </a:solidFill>
                <a:latin typeface="Calibri"/>
                <a:ea typeface="Calibri"/>
                <a:cs typeface="Calibri"/>
              </a:defRPr>
            </a:lvl9pPr>
          </a:lstStyle>
          <a:p>
            <a:pPr defTabSz="1219170">
              <a:defRPr sz="1250" b="0">
                <a:solidFill>
                  <a:srgbClr val="4A4F6A"/>
                </a:solidFill>
                <a:latin typeface="Calibri"/>
                <a:ea typeface="Calibri"/>
                <a:cs typeface="Calibri"/>
              </a:defRPr>
            </a:pPr>
            <a:r>
              <a:rPr sz="1667"/>
              <a:t>Choose the smallest unfinished total, then update nearby places.</a:t>
            </a:r>
          </a:p>
        </p:txBody>
      </p:sp>
    </p:spTree>
    <p:extLst>
      <p:ext uri="{BB962C8B-B14F-4D97-AF65-F5344CB8AC3E}">
        <p14:creationId xmlns:p14="http://schemas.microsoft.com/office/powerpoint/2010/main" val="43054468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 name="Rectangle 62"/>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sz="2400">
              <a:solidFill>
                <a:srgbClr val="FFFFFF"/>
              </a:solidFill>
              <a:latin typeface="Calibri"/>
            </a:endParaRPr>
          </a:p>
        </p:txBody>
      </p:sp>
      <p:sp>
        <p:nvSpPr>
          <p:cNvPr id="2" name="Rectangle 1">
            <a:extLst>
              <a:ext uri="{FF2B5EF4-FFF2-40B4-BE49-F238E27FC236}">
                <a16:creationId xmlns:a16="http://schemas.microsoft.com/office/drawing/2014/main" id="{6F4028CD-3ED1-46F6-B452-96E1C10D25BA}"/>
              </a:ext>
            </a:extLst>
          </p:cNvPr>
          <p:cNvSpPr>
            <a:spLocks noGrp="1"/>
          </p:cNvSpPr>
          <p:nvPr/>
        </p:nvSpPr>
        <p:spPr>
          <a:xfrm>
            <a:off x="731520" y="365760"/>
            <a:ext cx="10728960" cy="853440"/>
          </a:xfrm>
          <a:prstGeom prst="rect">
            <a:avLst/>
          </a:prstGeom>
          <a:noFill/>
          <a:ln w="0">
            <a:noFill/>
            <a:prstDash val="solid"/>
          </a:ln>
        </p:spPr>
        <p:txBody>
          <a:bodyPr wrap="square" lIns="0" tIns="0" rIns="0" bIns="0" anchor="ctr">
            <a:noAutofit/>
          </a:bodyPr>
          <a:lstStyle>
            <a:defPPr algn="l">
              <a:defRPr sz="2350" b="1">
                <a:solidFill>
                  <a:srgbClr val="1B1F3B"/>
                </a:solidFill>
                <a:latin typeface="Calibri"/>
                <a:ea typeface="Calibri"/>
                <a:cs typeface="Calibri"/>
              </a:defRPr>
            </a:defPPr>
            <a:lvl1pPr algn="l">
              <a:defRPr sz="2350" b="1">
                <a:solidFill>
                  <a:srgbClr val="1B1F3B"/>
                </a:solidFill>
                <a:latin typeface="Calibri"/>
                <a:ea typeface="Calibri"/>
                <a:cs typeface="Calibri"/>
              </a:defRPr>
            </a:lvl1pPr>
            <a:lvl2pPr algn="l">
              <a:defRPr sz="2350" b="1">
                <a:solidFill>
                  <a:srgbClr val="1B1F3B"/>
                </a:solidFill>
                <a:latin typeface="Calibri"/>
                <a:ea typeface="Calibri"/>
                <a:cs typeface="Calibri"/>
              </a:defRPr>
            </a:lvl2pPr>
            <a:lvl3pPr algn="l">
              <a:defRPr sz="2350" b="1">
                <a:solidFill>
                  <a:srgbClr val="1B1F3B"/>
                </a:solidFill>
                <a:latin typeface="Calibri"/>
                <a:ea typeface="Calibri"/>
                <a:cs typeface="Calibri"/>
              </a:defRPr>
            </a:lvl3pPr>
            <a:lvl4pPr algn="l">
              <a:defRPr sz="2350" b="1">
                <a:solidFill>
                  <a:srgbClr val="1B1F3B"/>
                </a:solidFill>
                <a:latin typeface="Calibri"/>
                <a:ea typeface="Calibri"/>
                <a:cs typeface="Calibri"/>
              </a:defRPr>
            </a:lvl4pPr>
            <a:lvl5pPr algn="l">
              <a:defRPr sz="2350" b="1">
                <a:solidFill>
                  <a:srgbClr val="1B1F3B"/>
                </a:solidFill>
                <a:latin typeface="Calibri"/>
                <a:ea typeface="Calibri"/>
                <a:cs typeface="Calibri"/>
              </a:defRPr>
            </a:lvl5pPr>
            <a:lvl6pPr algn="l">
              <a:defRPr sz="2350" b="1">
                <a:solidFill>
                  <a:srgbClr val="1B1F3B"/>
                </a:solidFill>
                <a:latin typeface="Calibri"/>
                <a:ea typeface="Calibri"/>
                <a:cs typeface="Calibri"/>
              </a:defRPr>
            </a:lvl6pPr>
            <a:lvl7pPr algn="l">
              <a:defRPr sz="2350" b="1">
                <a:solidFill>
                  <a:srgbClr val="1B1F3B"/>
                </a:solidFill>
                <a:latin typeface="Calibri"/>
                <a:ea typeface="Calibri"/>
                <a:cs typeface="Calibri"/>
              </a:defRPr>
            </a:lvl7pPr>
            <a:lvl8pPr algn="l">
              <a:defRPr sz="2350" b="1">
                <a:solidFill>
                  <a:srgbClr val="1B1F3B"/>
                </a:solidFill>
                <a:latin typeface="Calibri"/>
                <a:ea typeface="Calibri"/>
                <a:cs typeface="Calibri"/>
              </a:defRPr>
            </a:lvl8pPr>
            <a:lvl9pPr algn="l">
              <a:defRPr sz="2350" b="1">
                <a:solidFill>
                  <a:srgbClr val="1B1F3B"/>
                </a:solidFill>
                <a:latin typeface="Calibri"/>
                <a:ea typeface="Calibri"/>
                <a:cs typeface="Calibri"/>
              </a:defRPr>
            </a:lvl9pPr>
          </a:lstStyle>
          <a:p>
            <a:pPr defTabSz="1219170">
              <a:defRPr sz="2350" b="1">
                <a:solidFill>
                  <a:srgbClr val="1B1F3B"/>
                </a:solidFill>
                <a:latin typeface="Calibri"/>
                <a:ea typeface="Calibri"/>
                <a:cs typeface="Calibri"/>
              </a:defRPr>
            </a:pPr>
            <a:r>
              <a:rPr sz="3733"/>
              <a:t>A cheaper way to B appears</a:t>
            </a:r>
          </a:p>
        </p:txBody>
      </p:sp>
      <p:sp>
        <p:nvSpPr>
          <p:cNvPr id="3" name="Rectangle 2">
            <a:extLst>
              <a:ext uri="{FF2B5EF4-FFF2-40B4-BE49-F238E27FC236}">
                <a16:creationId xmlns:a16="http://schemas.microsoft.com/office/drawing/2014/main" id="{334BC484-382A-480A-97F4-99134D8DA0BD}"/>
              </a:ext>
            </a:extLst>
          </p:cNvPr>
          <p:cNvSpPr>
            <a:spLocks noGrp="1"/>
          </p:cNvSpPr>
          <p:nvPr/>
        </p:nvSpPr>
        <p:spPr>
          <a:xfrm>
            <a:off x="609601" y="6229350"/>
            <a:ext cx="9334500" cy="266700"/>
          </a:xfrm>
          <a:prstGeom prst="rect">
            <a:avLst/>
          </a:prstGeom>
          <a:noFill/>
          <a:ln w="0">
            <a:noFill/>
            <a:prstDash val="solid"/>
          </a:ln>
        </p:spPr>
        <p:txBody>
          <a:bodyPr wrap="square" lIns="0" tIns="0" rIns="0" bIns="0" anchor="ctr">
            <a:noAutofit/>
          </a:bodyPr>
          <a:lstStyle>
            <a:defPPr algn="l">
              <a:defRPr sz="950" b="0">
                <a:solidFill>
                  <a:srgbClr val="4A4F6A"/>
                </a:solidFill>
                <a:latin typeface="Calibri"/>
                <a:ea typeface="Calibri"/>
                <a:cs typeface="Calibri"/>
              </a:defRPr>
            </a:defPPr>
            <a:lvl1pPr algn="l">
              <a:defRPr sz="950" b="0">
                <a:solidFill>
                  <a:srgbClr val="4A4F6A"/>
                </a:solidFill>
                <a:latin typeface="Calibri"/>
                <a:ea typeface="Calibri"/>
                <a:cs typeface="Calibri"/>
              </a:defRPr>
            </a:lvl1pPr>
            <a:lvl2pPr algn="l">
              <a:defRPr sz="950" b="0">
                <a:solidFill>
                  <a:srgbClr val="4A4F6A"/>
                </a:solidFill>
                <a:latin typeface="Calibri"/>
                <a:ea typeface="Calibri"/>
                <a:cs typeface="Calibri"/>
              </a:defRPr>
            </a:lvl2pPr>
            <a:lvl3pPr algn="l">
              <a:defRPr sz="950" b="0">
                <a:solidFill>
                  <a:srgbClr val="4A4F6A"/>
                </a:solidFill>
                <a:latin typeface="Calibri"/>
                <a:ea typeface="Calibri"/>
                <a:cs typeface="Calibri"/>
              </a:defRPr>
            </a:lvl3pPr>
            <a:lvl4pPr algn="l">
              <a:defRPr sz="950" b="0">
                <a:solidFill>
                  <a:srgbClr val="4A4F6A"/>
                </a:solidFill>
                <a:latin typeface="Calibri"/>
                <a:ea typeface="Calibri"/>
                <a:cs typeface="Calibri"/>
              </a:defRPr>
            </a:lvl4pPr>
            <a:lvl5pPr algn="l">
              <a:defRPr sz="950" b="0">
                <a:solidFill>
                  <a:srgbClr val="4A4F6A"/>
                </a:solidFill>
                <a:latin typeface="Calibri"/>
                <a:ea typeface="Calibri"/>
                <a:cs typeface="Calibri"/>
              </a:defRPr>
            </a:lvl5pPr>
            <a:lvl6pPr algn="l">
              <a:defRPr sz="950" b="0">
                <a:solidFill>
                  <a:srgbClr val="4A4F6A"/>
                </a:solidFill>
                <a:latin typeface="Calibri"/>
                <a:ea typeface="Calibri"/>
                <a:cs typeface="Calibri"/>
              </a:defRPr>
            </a:lvl6pPr>
            <a:lvl7pPr algn="l">
              <a:defRPr sz="950" b="0">
                <a:solidFill>
                  <a:srgbClr val="4A4F6A"/>
                </a:solidFill>
                <a:latin typeface="Calibri"/>
                <a:ea typeface="Calibri"/>
                <a:cs typeface="Calibri"/>
              </a:defRPr>
            </a:lvl7pPr>
            <a:lvl8pPr algn="l">
              <a:defRPr sz="950" b="0">
                <a:solidFill>
                  <a:srgbClr val="4A4F6A"/>
                </a:solidFill>
                <a:latin typeface="Calibri"/>
                <a:ea typeface="Calibri"/>
                <a:cs typeface="Calibri"/>
              </a:defRPr>
            </a:lvl8pPr>
            <a:lvl9pPr algn="l">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6  Planning</a:t>
            </a:r>
          </a:p>
        </p:txBody>
      </p:sp>
      <p:sp>
        <p:nvSpPr>
          <p:cNvPr id="4" name="Rectangle 3">
            <a:extLst>
              <a:ext uri="{FF2B5EF4-FFF2-40B4-BE49-F238E27FC236}">
                <a16:creationId xmlns:a16="http://schemas.microsoft.com/office/drawing/2014/main" id="{08047F4D-F5D1-49C0-8A78-EDC365D16AC8}"/>
              </a:ext>
            </a:extLst>
          </p:cNvPr>
          <p:cNvSpPr>
            <a:spLocks noGrp="1"/>
          </p:cNvSpPr>
          <p:nvPr/>
        </p:nvSpPr>
        <p:spPr>
          <a:xfrm>
            <a:off x="10953750" y="6229350"/>
            <a:ext cx="619125" cy="266700"/>
          </a:xfrm>
          <a:prstGeom prst="rect">
            <a:avLst/>
          </a:prstGeom>
          <a:noFill/>
          <a:ln w="0">
            <a:noFill/>
            <a:prstDash val="solid"/>
          </a:ln>
        </p:spPr>
        <p:txBody>
          <a:bodyPr wrap="square" lIns="0" tIns="0" rIns="0" bIns="0" anchor="ctr">
            <a:noAutofit/>
          </a:bodyPr>
          <a:lstStyle>
            <a:defPPr algn="r">
              <a:defRPr sz="950" b="0">
                <a:solidFill>
                  <a:srgbClr val="4A4F6A"/>
                </a:solidFill>
                <a:latin typeface="Calibri"/>
                <a:ea typeface="Calibri"/>
                <a:cs typeface="Calibri"/>
              </a:defRPr>
            </a:defPPr>
            <a:lvl1pPr algn="r">
              <a:defRPr sz="950" b="0">
                <a:solidFill>
                  <a:srgbClr val="4A4F6A"/>
                </a:solidFill>
                <a:latin typeface="Calibri"/>
                <a:ea typeface="Calibri"/>
                <a:cs typeface="Calibri"/>
              </a:defRPr>
            </a:lvl1pPr>
            <a:lvl2pPr algn="r">
              <a:defRPr sz="950" b="0">
                <a:solidFill>
                  <a:srgbClr val="4A4F6A"/>
                </a:solidFill>
                <a:latin typeface="Calibri"/>
                <a:ea typeface="Calibri"/>
                <a:cs typeface="Calibri"/>
              </a:defRPr>
            </a:lvl2pPr>
            <a:lvl3pPr algn="r">
              <a:defRPr sz="950" b="0">
                <a:solidFill>
                  <a:srgbClr val="4A4F6A"/>
                </a:solidFill>
                <a:latin typeface="Calibri"/>
                <a:ea typeface="Calibri"/>
                <a:cs typeface="Calibri"/>
              </a:defRPr>
            </a:lvl3pPr>
            <a:lvl4pPr algn="r">
              <a:defRPr sz="950" b="0">
                <a:solidFill>
                  <a:srgbClr val="4A4F6A"/>
                </a:solidFill>
                <a:latin typeface="Calibri"/>
                <a:ea typeface="Calibri"/>
                <a:cs typeface="Calibri"/>
              </a:defRPr>
            </a:lvl4pPr>
            <a:lvl5pPr algn="r">
              <a:defRPr sz="950" b="0">
                <a:solidFill>
                  <a:srgbClr val="4A4F6A"/>
                </a:solidFill>
                <a:latin typeface="Calibri"/>
                <a:ea typeface="Calibri"/>
                <a:cs typeface="Calibri"/>
              </a:defRPr>
            </a:lvl5pPr>
            <a:lvl6pPr algn="r">
              <a:defRPr sz="950" b="0">
                <a:solidFill>
                  <a:srgbClr val="4A4F6A"/>
                </a:solidFill>
                <a:latin typeface="Calibri"/>
                <a:ea typeface="Calibri"/>
                <a:cs typeface="Calibri"/>
              </a:defRPr>
            </a:lvl6pPr>
            <a:lvl7pPr algn="r">
              <a:defRPr sz="950" b="0">
                <a:solidFill>
                  <a:srgbClr val="4A4F6A"/>
                </a:solidFill>
                <a:latin typeface="Calibri"/>
                <a:ea typeface="Calibri"/>
                <a:cs typeface="Calibri"/>
              </a:defRPr>
            </a:lvl7pPr>
            <a:lvl8pPr algn="r">
              <a:defRPr sz="950" b="0">
                <a:solidFill>
                  <a:srgbClr val="4A4F6A"/>
                </a:solidFill>
                <a:latin typeface="Calibri"/>
                <a:ea typeface="Calibri"/>
                <a:cs typeface="Calibri"/>
              </a:defRPr>
            </a:lvl8pPr>
            <a:lvl9pPr algn="r">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16</a:t>
            </a:r>
          </a:p>
        </p:txBody>
      </p:sp>
      <p:sp>
        <p:nvSpPr>
          <p:cNvPr id="5" name="Rectangle 4">
            <a:extLst>
              <a:ext uri="{FF2B5EF4-FFF2-40B4-BE49-F238E27FC236}">
                <a16:creationId xmlns:a16="http://schemas.microsoft.com/office/drawing/2014/main" id="{B2ABDF35-3002-45D2-B4D9-D32694664220}"/>
              </a:ext>
            </a:extLst>
          </p:cNvPr>
          <p:cNvSpPr>
            <a:spLocks noGrp="1"/>
          </p:cNvSpPr>
          <p:nvPr/>
        </p:nvSpPr>
        <p:spPr>
          <a:xfrm>
            <a:off x="1514475" y="3324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6" name="Rectangle 5">
            <a:extLst>
              <a:ext uri="{FF2B5EF4-FFF2-40B4-BE49-F238E27FC236}">
                <a16:creationId xmlns:a16="http://schemas.microsoft.com/office/drawing/2014/main" id="{BB19B9A0-121D-4557-A751-A9D92320CE3E}"/>
              </a:ext>
            </a:extLst>
          </p:cNvPr>
          <p:cNvSpPr>
            <a:spLocks noGrp="1"/>
          </p:cNvSpPr>
          <p:nvPr/>
        </p:nvSpPr>
        <p:spPr>
          <a:xfrm>
            <a:off x="3990975" y="208597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7" name="Straight Arrow Connector 6">
            <a:extLst>
              <a:ext uri="{FF2B5EF4-FFF2-40B4-BE49-F238E27FC236}">
                <a16:creationId xmlns:a16="http://schemas.microsoft.com/office/drawing/2014/main" id="{22562FCE-C802-4639-B949-66E37BDC672A}"/>
              </a:ext>
            </a:extLst>
          </p:cNvPr>
          <p:cNvCxnSpPr>
            <a:stCxn id="5" idx="3"/>
            <a:endCxn id="6" idx="1"/>
          </p:cNvCxnSpPr>
          <p:nvPr/>
        </p:nvCxnSpPr>
        <p:spPr>
          <a:xfrm flipV="1">
            <a:off x="1533525" y="2095500"/>
            <a:ext cx="2457451" cy="1238251"/>
          </a:xfrm>
          <a:prstGeom prst="straightConnector1">
            <a:avLst/>
          </a:prstGeom>
          <a:ln w="35719">
            <a:solidFill>
              <a:srgbClr val="C9CEF2"/>
            </a:solidFill>
            <a:prstDash val="solid"/>
          </a:ln>
        </p:spPr>
      </p:cxnSp>
      <p:sp>
        <p:nvSpPr>
          <p:cNvPr id="8" name="Oval 7">
            <a:extLst>
              <a:ext uri="{FF2B5EF4-FFF2-40B4-BE49-F238E27FC236}">
                <a16:creationId xmlns:a16="http://schemas.microsoft.com/office/drawing/2014/main" id="{1ED6E144-CB9F-428E-AAF8-150EE42D4F7D}"/>
              </a:ext>
            </a:extLst>
          </p:cNvPr>
          <p:cNvSpPr>
            <a:spLocks noGrp="1"/>
          </p:cNvSpPr>
          <p:nvPr/>
        </p:nvSpPr>
        <p:spPr>
          <a:xfrm>
            <a:off x="2552701" y="2514600"/>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9" name="Rectangle 8">
            <a:extLst>
              <a:ext uri="{FF2B5EF4-FFF2-40B4-BE49-F238E27FC236}">
                <a16:creationId xmlns:a16="http://schemas.microsoft.com/office/drawing/2014/main" id="{35252691-5A0D-4FE4-ACE6-9307AC3CE4D0}"/>
              </a:ext>
            </a:extLst>
          </p:cNvPr>
          <p:cNvSpPr>
            <a:spLocks noGrp="1"/>
          </p:cNvSpPr>
          <p:nvPr/>
        </p:nvSpPr>
        <p:spPr>
          <a:xfrm>
            <a:off x="2552701" y="2505075"/>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2</a:t>
            </a:r>
          </a:p>
        </p:txBody>
      </p:sp>
      <p:sp>
        <p:nvSpPr>
          <p:cNvPr id="10" name="Rectangle 9">
            <a:extLst>
              <a:ext uri="{FF2B5EF4-FFF2-40B4-BE49-F238E27FC236}">
                <a16:creationId xmlns:a16="http://schemas.microsoft.com/office/drawing/2014/main" id="{ED621528-40B6-4286-AB63-AD8DDB64EF01}"/>
              </a:ext>
            </a:extLst>
          </p:cNvPr>
          <p:cNvSpPr>
            <a:spLocks noGrp="1"/>
          </p:cNvSpPr>
          <p:nvPr/>
        </p:nvSpPr>
        <p:spPr>
          <a:xfrm>
            <a:off x="1514475" y="3324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11" name="Rectangle 10">
            <a:extLst>
              <a:ext uri="{FF2B5EF4-FFF2-40B4-BE49-F238E27FC236}">
                <a16:creationId xmlns:a16="http://schemas.microsoft.com/office/drawing/2014/main" id="{1E820E5F-DACF-49A0-919B-0BE6365855F8}"/>
              </a:ext>
            </a:extLst>
          </p:cNvPr>
          <p:cNvSpPr>
            <a:spLocks noGrp="1"/>
          </p:cNvSpPr>
          <p:nvPr/>
        </p:nvSpPr>
        <p:spPr>
          <a:xfrm>
            <a:off x="3990975" y="4467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12" name="Straight Arrow Connector 11">
            <a:extLst>
              <a:ext uri="{FF2B5EF4-FFF2-40B4-BE49-F238E27FC236}">
                <a16:creationId xmlns:a16="http://schemas.microsoft.com/office/drawing/2014/main" id="{78011E99-F906-49E2-B294-7C018D880E87}"/>
              </a:ext>
            </a:extLst>
          </p:cNvPr>
          <p:cNvCxnSpPr>
            <a:stCxn id="10" idx="3"/>
            <a:endCxn id="11" idx="1"/>
          </p:cNvCxnSpPr>
          <p:nvPr/>
        </p:nvCxnSpPr>
        <p:spPr>
          <a:xfrm>
            <a:off x="1533525" y="3333749"/>
            <a:ext cx="2457451" cy="1143000"/>
          </a:xfrm>
          <a:prstGeom prst="straightConnector1">
            <a:avLst/>
          </a:prstGeom>
          <a:ln w="35719">
            <a:solidFill>
              <a:srgbClr val="C9CEF2"/>
            </a:solidFill>
            <a:prstDash val="solid"/>
          </a:ln>
        </p:spPr>
      </p:cxnSp>
      <p:sp>
        <p:nvSpPr>
          <p:cNvPr id="13" name="Oval 12">
            <a:extLst>
              <a:ext uri="{FF2B5EF4-FFF2-40B4-BE49-F238E27FC236}">
                <a16:creationId xmlns:a16="http://schemas.microsoft.com/office/drawing/2014/main" id="{84DD2F4D-BDD9-4022-9655-35A4E2A3EC39}"/>
              </a:ext>
            </a:extLst>
          </p:cNvPr>
          <p:cNvSpPr>
            <a:spLocks noGrp="1"/>
          </p:cNvSpPr>
          <p:nvPr/>
        </p:nvSpPr>
        <p:spPr>
          <a:xfrm>
            <a:off x="2552701" y="3705225"/>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14" name="Rectangle 13">
            <a:extLst>
              <a:ext uri="{FF2B5EF4-FFF2-40B4-BE49-F238E27FC236}">
                <a16:creationId xmlns:a16="http://schemas.microsoft.com/office/drawing/2014/main" id="{E19BD9D7-8B34-440B-ADBA-C311484EA468}"/>
              </a:ext>
            </a:extLst>
          </p:cNvPr>
          <p:cNvSpPr>
            <a:spLocks noGrp="1"/>
          </p:cNvSpPr>
          <p:nvPr/>
        </p:nvSpPr>
        <p:spPr>
          <a:xfrm>
            <a:off x="2552701" y="3695701"/>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5</a:t>
            </a:r>
          </a:p>
        </p:txBody>
      </p:sp>
      <p:sp>
        <p:nvSpPr>
          <p:cNvPr id="15" name="Rectangle 14">
            <a:extLst>
              <a:ext uri="{FF2B5EF4-FFF2-40B4-BE49-F238E27FC236}">
                <a16:creationId xmlns:a16="http://schemas.microsoft.com/office/drawing/2014/main" id="{5F75882A-6CF6-4B66-BC3A-391E391DE99D}"/>
              </a:ext>
            </a:extLst>
          </p:cNvPr>
          <p:cNvSpPr>
            <a:spLocks noGrp="1"/>
          </p:cNvSpPr>
          <p:nvPr/>
        </p:nvSpPr>
        <p:spPr>
          <a:xfrm>
            <a:off x="3990975" y="208597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16" name="Rectangle 15">
            <a:extLst>
              <a:ext uri="{FF2B5EF4-FFF2-40B4-BE49-F238E27FC236}">
                <a16:creationId xmlns:a16="http://schemas.microsoft.com/office/drawing/2014/main" id="{F953CB59-9F8C-4DD9-8429-43B6F36367E3}"/>
              </a:ext>
            </a:extLst>
          </p:cNvPr>
          <p:cNvSpPr>
            <a:spLocks noGrp="1"/>
          </p:cNvSpPr>
          <p:nvPr/>
        </p:nvSpPr>
        <p:spPr>
          <a:xfrm>
            <a:off x="3990975" y="4467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17" name="Straight Arrow Connector 16">
            <a:extLst>
              <a:ext uri="{FF2B5EF4-FFF2-40B4-BE49-F238E27FC236}">
                <a16:creationId xmlns:a16="http://schemas.microsoft.com/office/drawing/2014/main" id="{53086DEA-F039-4A22-A7C4-62417026831C}"/>
              </a:ext>
            </a:extLst>
          </p:cNvPr>
          <p:cNvCxnSpPr>
            <a:stCxn id="15" idx="2"/>
            <a:endCxn id="16" idx="0"/>
          </p:cNvCxnSpPr>
          <p:nvPr/>
        </p:nvCxnSpPr>
        <p:spPr>
          <a:xfrm>
            <a:off x="4000500" y="2105025"/>
            <a:ext cx="0" cy="2362200"/>
          </a:xfrm>
          <a:prstGeom prst="straightConnector1">
            <a:avLst/>
          </a:prstGeom>
          <a:ln w="35719">
            <a:solidFill>
              <a:srgbClr val="C9CEF2"/>
            </a:solidFill>
            <a:prstDash val="solid"/>
          </a:ln>
        </p:spPr>
      </p:cxnSp>
      <p:sp>
        <p:nvSpPr>
          <p:cNvPr id="18" name="Oval 17">
            <a:extLst>
              <a:ext uri="{FF2B5EF4-FFF2-40B4-BE49-F238E27FC236}">
                <a16:creationId xmlns:a16="http://schemas.microsoft.com/office/drawing/2014/main" id="{D1CF7997-8F6C-487D-89A0-DDE78B40BD3C}"/>
              </a:ext>
            </a:extLst>
          </p:cNvPr>
          <p:cNvSpPr>
            <a:spLocks noGrp="1"/>
          </p:cNvSpPr>
          <p:nvPr/>
        </p:nvSpPr>
        <p:spPr>
          <a:xfrm>
            <a:off x="3790950" y="3086100"/>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19" name="Rectangle 18">
            <a:extLst>
              <a:ext uri="{FF2B5EF4-FFF2-40B4-BE49-F238E27FC236}">
                <a16:creationId xmlns:a16="http://schemas.microsoft.com/office/drawing/2014/main" id="{9CDDADE6-2485-4382-B663-C3F1C85C9443}"/>
              </a:ext>
            </a:extLst>
          </p:cNvPr>
          <p:cNvSpPr>
            <a:spLocks noGrp="1"/>
          </p:cNvSpPr>
          <p:nvPr/>
        </p:nvSpPr>
        <p:spPr>
          <a:xfrm>
            <a:off x="3790950" y="3076575"/>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1</a:t>
            </a:r>
          </a:p>
        </p:txBody>
      </p:sp>
      <p:sp>
        <p:nvSpPr>
          <p:cNvPr id="20" name="Rectangle 19">
            <a:extLst>
              <a:ext uri="{FF2B5EF4-FFF2-40B4-BE49-F238E27FC236}">
                <a16:creationId xmlns:a16="http://schemas.microsoft.com/office/drawing/2014/main" id="{76FBCCA3-32AE-4BC9-BBF3-021A933A438A}"/>
              </a:ext>
            </a:extLst>
          </p:cNvPr>
          <p:cNvSpPr>
            <a:spLocks noGrp="1"/>
          </p:cNvSpPr>
          <p:nvPr/>
        </p:nvSpPr>
        <p:spPr>
          <a:xfrm>
            <a:off x="3990975" y="208597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21" name="Rectangle 20">
            <a:extLst>
              <a:ext uri="{FF2B5EF4-FFF2-40B4-BE49-F238E27FC236}">
                <a16:creationId xmlns:a16="http://schemas.microsoft.com/office/drawing/2014/main" id="{03FCA0F5-DEE6-4C3F-8485-D4D2D5252AB4}"/>
              </a:ext>
            </a:extLst>
          </p:cNvPr>
          <p:cNvSpPr>
            <a:spLocks noGrp="1"/>
          </p:cNvSpPr>
          <p:nvPr/>
        </p:nvSpPr>
        <p:spPr>
          <a:xfrm>
            <a:off x="7134225" y="208597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22" name="Straight Arrow Connector 21">
            <a:extLst>
              <a:ext uri="{FF2B5EF4-FFF2-40B4-BE49-F238E27FC236}">
                <a16:creationId xmlns:a16="http://schemas.microsoft.com/office/drawing/2014/main" id="{6C14836A-E250-44ED-9FD6-A98324DA0613}"/>
              </a:ext>
            </a:extLst>
          </p:cNvPr>
          <p:cNvCxnSpPr>
            <a:stCxn id="20" idx="3"/>
            <a:endCxn id="21" idx="1"/>
          </p:cNvCxnSpPr>
          <p:nvPr/>
        </p:nvCxnSpPr>
        <p:spPr>
          <a:xfrm>
            <a:off x="4010025" y="2095500"/>
            <a:ext cx="3124200" cy="0"/>
          </a:xfrm>
          <a:prstGeom prst="straightConnector1">
            <a:avLst/>
          </a:prstGeom>
          <a:ln w="35719">
            <a:solidFill>
              <a:srgbClr val="C9CEF2"/>
            </a:solidFill>
            <a:prstDash val="solid"/>
          </a:ln>
        </p:spPr>
      </p:cxnSp>
      <p:sp>
        <p:nvSpPr>
          <p:cNvPr id="23" name="Oval 22">
            <a:extLst>
              <a:ext uri="{FF2B5EF4-FFF2-40B4-BE49-F238E27FC236}">
                <a16:creationId xmlns:a16="http://schemas.microsoft.com/office/drawing/2014/main" id="{3F283A29-62F7-4388-9250-9059DF0E050D}"/>
              </a:ext>
            </a:extLst>
          </p:cNvPr>
          <p:cNvSpPr>
            <a:spLocks noGrp="1"/>
          </p:cNvSpPr>
          <p:nvPr/>
        </p:nvSpPr>
        <p:spPr>
          <a:xfrm>
            <a:off x="5362575" y="1895475"/>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24" name="Rectangle 23">
            <a:extLst>
              <a:ext uri="{FF2B5EF4-FFF2-40B4-BE49-F238E27FC236}">
                <a16:creationId xmlns:a16="http://schemas.microsoft.com/office/drawing/2014/main" id="{1A1717F3-1006-4F6A-9A69-864F4E07250C}"/>
              </a:ext>
            </a:extLst>
          </p:cNvPr>
          <p:cNvSpPr>
            <a:spLocks noGrp="1"/>
          </p:cNvSpPr>
          <p:nvPr/>
        </p:nvSpPr>
        <p:spPr>
          <a:xfrm>
            <a:off x="5362575" y="1885950"/>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4</a:t>
            </a:r>
          </a:p>
        </p:txBody>
      </p:sp>
      <p:sp>
        <p:nvSpPr>
          <p:cNvPr id="25" name="Rectangle 24">
            <a:extLst>
              <a:ext uri="{FF2B5EF4-FFF2-40B4-BE49-F238E27FC236}">
                <a16:creationId xmlns:a16="http://schemas.microsoft.com/office/drawing/2014/main" id="{9BFFA283-4AF3-4C7D-8223-03616AEF248E}"/>
              </a:ext>
            </a:extLst>
          </p:cNvPr>
          <p:cNvSpPr>
            <a:spLocks noGrp="1"/>
          </p:cNvSpPr>
          <p:nvPr/>
        </p:nvSpPr>
        <p:spPr>
          <a:xfrm>
            <a:off x="3990975" y="4467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26" name="Rectangle 25">
            <a:extLst>
              <a:ext uri="{FF2B5EF4-FFF2-40B4-BE49-F238E27FC236}">
                <a16:creationId xmlns:a16="http://schemas.microsoft.com/office/drawing/2014/main" id="{F23442DF-B9D7-4F59-919E-91DDE5A7C216}"/>
              </a:ext>
            </a:extLst>
          </p:cNvPr>
          <p:cNvSpPr>
            <a:spLocks noGrp="1"/>
          </p:cNvSpPr>
          <p:nvPr/>
        </p:nvSpPr>
        <p:spPr>
          <a:xfrm>
            <a:off x="7134225" y="208597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27" name="Straight Arrow Connector 26">
            <a:extLst>
              <a:ext uri="{FF2B5EF4-FFF2-40B4-BE49-F238E27FC236}">
                <a16:creationId xmlns:a16="http://schemas.microsoft.com/office/drawing/2014/main" id="{A70E92ED-BDA7-4C6F-B11B-4B3AC3F29E7C}"/>
              </a:ext>
            </a:extLst>
          </p:cNvPr>
          <p:cNvCxnSpPr>
            <a:stCxn id="25" idx="3"/>
            <a:endCxn id="26" idx="1"/>
          </p:cNvCxnSpPr>
          <p:nvPr/>
        </p:nvCxnSpPr>
        <p:spPr>
          <a:xfrm flipV="1">
            <a:off x="4010025" y="2095500"/>
            <a:ext cx="3124200" cy="2381251"/>
          </a:xfrm>
          <a:prstGeom prst="straightConnector1">
            <a:avLst/>
          </a:prstGeom>
          <a:ln w="35719">
            <a:solidFill>
              <a:srgbClr val="C9CEF2"/>
            </a:solidFill>
            <a:prstDash val="solid"/>
          </a:ln>
        </p:spPr>
      </p:cxnSp>
      <p:sp>
        <p:nvSpPr>
          <p:cNvPr id="28" name="Oval 27">
            <a:extLst>
              <a:ext uri="{FF2B5EF4-FFF2-40B4-BE49-F238E27FC236}">
                <a16:creationId xmlns:a16="http://schemas.microsoft.com/office/drawing/2014/main" id="{16445A8E-6D0A-4B54-9FD4-728B3C9AF413}"/>
              </a:ext>
            </a:extLst>
          </p:cNvPr>
          <p:cNvSpPr>
            <a:spLocks noGrp="1"/>
          </p:cNvSpPr>
          <p:nvPr/>
        </p:nvSpPr>
        <p:spPr>
          <a:xfrm>
            <a:off x="5362575" y="3086100"/>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29" name="Rectangle 28">
            <a:extLst>
              <a:ext uri="{FF2B5EF4-FFF2-40B4-BE49-F238E27FC236}">
                <a16:creationId xmlns:a16="http://schemas.microsoft.com/office/drawing/2014/main" id="{F4ECE466-FD26-4142-9891-12FA142F791B}"/>
              </a:ext>
            </a:extLst>
          </p:cNvPr>
          <p:cNvSpPr>
            <a:spLocks noGrp="1"/>
          </p:cNvSpPr>
          <p:nvPr/>
        </p:nvSpPr>
        <p:spPr>
          <a:xfrm>
            <a:off x="5362575" y="3076575"/>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1</a:t>
            </a:r>
          </a:p>
        </p:txBody>
      </p:sp>
      <p:sp>
        <p:nvSpPr>
          <p:cNvPr id="30" name="Rectangle 29">
            <a:extLst>
              <a:ext uri="{FF2B5EF4-FFF2-40B4-BE49-F238E27FC236}">
                <a16:creationId xmlns:a16="http://schemas.microsoft.com/office/drawing/2014/main" id="{C8C36E43-E43B-41BD-8801-45086C685496}"/>
              </a:ext>
            </a:extLst>
          </p:cNvPr>
          <p:cNvSpPr>
            <a:spLocks noGrp="1"/>
          </p:cNvSpPr>
          <p:nvPr/>
        </p:nvSpPr>
        <p:spPr>
          <a:xfrm>
            <a:off x="3990975" y="4467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31" name="Rectangle 30">
            <a:extLst>
              <a:ext uri="{FF2B5EF4-FFF2-40B4-BE49-F238E27FC236}">
                <a16:creationId xmlns:a16="http://schemas.microsoft.com/office/drawing/2014/main" id="{FDA8BAC8-2B15-4AE6-8E26-8CC30A0EBBCA}"/>
              </a:ext>
            </a:extLst>
          </p:cNvPr>
          <p:cNvSpPr>
            <a:spLocks noGrp="1"/>
          </p:cNvSpPr>
          <p:nvPr/>
        </p:nvSpPr>
        <p:spPr>
          <a:xfrm>
            <a:off x="9991725" y="3324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32" name="Straight Arrow Connector 31">
            <a:extLst>
              <a:ext uri="{FF2B5EF4-FFF2-40B4-BE49-F238E27FC236}">
                <a16:creationId xmlns:a16="http://schemas.microsoft.com/office/drawing/2014/main" id="{2C6FCD3D-A05A-4E43-AB67-3C97F4491AC1}"/>
              </a:ext>
            </a:extLst>
          </p:cNvPr>
          <p:cNvCxnSpPr>
            <a:stCxn id="30" idx="3"/>
            <a:endCxn id="31" idx="1"/>
          </p:cNvCxnSpPr>
          <p:nvPr/>
        </p:nvCxnSpPr>
        <p:spPr>
          <a:xfrm flipV="1">
            <a:off x="4010026" y="3333749"/>
            <a:ext cx="5981700" cy="1143000"/>
          </a:xfrm>
          <a:prstGeom prst="straightConnector1">
            <a:avLst/>
          </a:prstGeom>
          <a:ln w="35719">
            <a:solidFill>
              <a:srgbClr val="C9CEF2"/>
            </a:solidFill>
            <a:prstDash val="solid"/>
          </a:ln>
        </p:spPr>
      </p:cxnSp>
      <p:sp>
        <p:nvSpPr>
          <p:cNvPr id="33" name="Oval 32">
            <a:extLst>
              <a:ext uri="{FF2B5EF4-FFF2-40B4-BE49-F238E27FC236}">
                <a16:creationId xmlns:a16="http://schemas.microsoft.com/office/drawing/2014/main" id="{34DDF482-7403-4EA0-98AB-BA10652E0369}"/>
              </a:ext>
            </a:extLst>
          </p:cNvPr>
          <p:cNvSpPr>
            <a:spLocks noGrp="1"/>
          </p:cNvSpPr>
          <p:nvPr/>
        </p:nvSpPr>
        <p:spPr>
          <a:xfrm>
            <a:off x="6791326" y="3895725"/>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34" name="Rectangle 33">
            <a:extLst>
              <a:ext uri="{FF2B5EF4-FFF2-40B4-BE49-F238E27FC236}">
                <a16:creationId xmlns:a16="http://schemas.microsoft.com/office/drawing/2014/main" id="{B9059F15-03C8-467A-8AE2-AA2EA23310DF}"/>
              </a:ext>
            </a:extLst>
          </p:cNvPr>
          <p:cNvSpPr>
            <a:spLocks noGrp="1"/>
          </p:cNvSpPr>
          <p:nvPr/>
        </p:nvSpPr>
        <p:spPr>
          <a:xfrm>
            <a:off x="6791326" y="3886201"/>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8</a:t>
            </a:r>
          </a:p>
        </p:txBody>
      </p:sp>
      <p:sp>
        <p:nvSpPr>
          <p:cNvPr id="35" name="Rectangle 34">
            <a:extLst>
              <a:ext uri="{FF2B5EF4-FFF2-40B4-BE49-F238E27FC236}">
                <a16:creationId xmlns:a16="http://schemas.microsoft.com/office/drawing/2014/main" id="{49297934-CB02-4FC0-9454-6E4AD7808574}"/>
              </a:ext>
            </a:extLst>
          </p:cNvPr>
          <p:cNvSpPr>
            <a:spLocks noGrp="1"/>
          </p:cNvSpPr>
          <p:nvPr/>
        </p:nvSpPr>
        <p:spPr>
          <a:xfrm>
            <a:off x="7134225" y="208597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36" name="Rectangle 35">
            <a:extLst>
              <a:ext uri="{FF2B5EF4-FFF2-40B4-BE49-F238E27FC236}">
                <a16:creationId xmlns:a16="http://schemas.microsoft.com/office/drawing/2014/main" id="{33C9E5B7-F8F8-42D0-8E47-AC58D6676FE7}"/>
              </a:ext>
            </a:extLst>
          </p:cNvPr>
          <p:cNvSpPr>
            <a:spLocks noGrp="1"/>
          </p:cNvSpPr>
          <p:nvPr/>
        </p:nvSpPr>
        <p:spPr>
          <a:xfrm>
            <a:off x="9991725" y="3324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37" name="Straight Arrow Connector 36">
            <a:extLst>
              <a:ext uri="{FF2B5EF4-FFF2-40B4-BE49-F238E27FC236}">
                <a16:creationId xmlns:a16="http://schemas.microsoft.com/office/drawing/2014/main" id="{8DFDC815-0F9C-4A84-BE1F-F870E462C03C}"/>
              </a:ext>
            </a:extLst>
          </p:cNvPr>
          <p:cNvCxnSpPr>
            <a:stCxn id="35" idx="3"/>
            <a:endCxn id="36" idx="1"/>
          </p:cNvCxnSpPr>
          <p:nvPr/>
        </p:nvCxnSpPr>
        <p:spPr>
          <a:xfrm>
            <a:off x="7153275" y="2095500"/>
            <a:ext cx="2838451" cy="1238251"/>
          </a:xfrm>
          <a:prstGeom prst="straightConnector1">
            <a:avLst/>
          </a:prstGeom>
          <a:ln w="35719">
            <a:solidFill>
              <a:srgbClr val="C9CEF2"/>
            </a:solidFill>
            <a:prstDash val="solid"/>
          </a:ln>
        </p:spPr>
      </p:cxnSp>
      <p:sp>
        <p:nvSpPr>
          <p:cNvPr id="38" name="Oval 37">
            <a:extLst>
              <a:ext uri="{FF2B5EF4-FFF2-40B4-BE49-F238E27FC236}">
                <a16:creationId xmlns:a16="http://schemas.microsoft.com/office/drawing/2014/main" id="{CCF2FCC0-96E1-4A6E-A00D-9A4FD6215C43}"/>
              </a:ext>
            </a:extLst>
          </p:cNvPr>
          <p:cNvSpPr>
            <a:spLocks noGrp="1"/>
          </p:cNvSpPr>
          <p:nvPr/>
        </p:nvSpPr>
        <p:spPr>
          <a:xfrm>
            <a:off x="8362950" y="2514600"/>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39" name="Rectangle 38">
            <a:extLst>
              <a:ext uri="{FF2B5EF4-FFF2-40B4-BE49-F238E27FC236}">
                <a16:creationId xmlns:a16="http://schemas.microsoft.com/office/drawing/2014/main" id="{9C676EF6-C5D0-4757-9DD5-B4406C116624}"/>
              </a:ext>
            </a:extLst>
          </p:cNvPr>
          <p:cNvSpPr>
            <a:spLocks noGrp="1"/>
          </p:cNvSpPr>
          <p:nvPr/>
        </p:nvSpPr>
        <p:spPr>
          <a:xfrm>
            <a:off x="8362950" y="2505075"/>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3</a:t>
            </a:r>
          </a:p>
        </p:txBody>
      </p:sp>
      <p:sp>
        <p:nvSpPr>
          <p:cNvPr id="40" name="Oval 39">
            <a:extLst>
              <a:ext uri="{FF2B5EF4-FFF2-40B4-BE49-F238E27FC236}">
                <a16:creationId xmlns:a16="http://schemas.microsoft.com/office/drawing/2014/main" id="{27BAC1CC-59BE-401C-9508-B5683786893D}"/>
              </a:ext>
            </a:extLst>
          </p:cNvPr>
          <p:cNvSpPr>
            <a:spLocks noGrp="1"/>
          </p:cNvSpPr>
          <p:nvPr/>
        </p:nvSpPr>
        <p:spPr>
          <a:xfrm>
            <a:off x="1066800" y="2876549"/>
            <a:ext cx="914400" cy="914400"/>
          </a:xfrm>
          <a:prstGeom prst="ellipse">
            <a:avLst/>
          </a:prstGeom>
          <a:solidFill>
            <a:srgbClr val="E0F1ED"/>
          </a:solidFill>
          <a:ln w="21431">
            <a:solidFill>
              <a:srgbClr val="1B1F3B"/>
            </a:solidFill>
            <a:prstDash val="solid"/>
          </a:ln>
        </p:spPr>
        <p:txBody>
          <a:bodyPr/>
          <a:lstStyle/>
          <a:p>
            <a:pPr defTabSz="1219170"/>
            <a:endParaRPr sz="2400">
              <a:solidFill>
                <a:srgbClr val="1B1F3B"/>
              </a:solidFill>
              <a:latin typeface="Calibri"/>
            </a:endParaRPr>
          </a:p>
        </p:txBody>
      </p:sp>
      <p:sp>
        <p:nvSpPr>
          <p:cNvPr id="41" name="Rectangle 40">
            <a:extLst>
              <a:ext uri="{FF2B5EF4-FFF2-40B4-BE49-F238E27FC236}">
                <a16:creationId xmlns:a16="http://schemas.microsoft.com/office/drawing/2014/main" id="{D8026AEA-0A75-40F4-9511-F81BD8B87F26}"/>
              </a:ext>
            </a:extLst>
          </p:cNvPr>
          <p:cNvSpPr>
            <a:spLocks noGrp="1"/>
          </p:cNvSpPr>
          <p:nvPr/>
        </p:nvSpPr>
        <p:spPr>
          <a:xfrm>
            <a:off x="1143000" y="2990852"/>
            <a:ext cx="762000" cy="352425"/>
          </a:xfrm>
          <a:prstGeom prst="rect">
            <a:avLst/>
          </a:prstGeom>
          <a:noFill/>
          <a:ln w="0">
            <a:noFill/>
            <a:prstDash val="solid"/>
          </a:ln>
        </p:spPr>
        <p:txBody>
          <a:bodyPr wrap="square" lIns="0" tIns="0" rIns="0" bIns="0" anchor="ctr">
            <a:noAutofit/>
          </a:bodyPr>
          <a:lstStyle>
            <a:defPPr algn="ctr">
              <a:defRPr sz="1650" b="1">
                <a:solidFill>
                  <a:srgbClr val="1B1F3B"/>
                </a:solidFill>
                <a:latin typeface="Calibri"/>
                <a:ea typeface="Calibri"/>
                <a:cs typeface="Calibri"/>
              </a:defRPr>
            </a:defPPr>
            <a:lvl1pPr algn="ctr">
              <a:defRPr sz="1650" b="1">
                <a:solidFill>
                  <a:srgbClr val="1B1F3B"/>
                </a:solidFill>
                <a:latin typeface="Calibri"/>
                <a:ea typeface="Calibri"/>
                <a:cs typeface="Calibri"/>
              </a:defRPr>
            </a:lvl1pPr>
            <a:lvl2pPr algn="ctr">
              <a:defRPr sz="1650" b="1">
                <a:solidFill>
                  <a:srgbClr val="1B1F3B"/>
                </a:solidFill>
                <a:latin typeface="Calibri"/>
                <a:ea typeface="Calibri"/>
                <a:cs typeface="Calibri"/>
              </a:defRPr>
            </a:lvl2pPr>
            <a:lvl3pPr algn="ctr">
              <a:defRPr sz="1650" b="1">
                <a:solidFill>
                  <a:srgbClr val="1B1F3B"/>
                </a:solidFill>
                <a:latin typeface="Calibri"/>
                <a:ea typeface="Calibri"/>
                <a:cs typeface="Calibri"/>
              </a:defRPr>
            </a:lvl3pPr>
            <a:lvl4pPr algn="ctr">
              <a:defRPr sz="1650" b="1">
                <a:solidFill>
                  <a:srgbClr val="1B1F3B"/>
                </a:solidFill>
                <a:latin typeface="Calibri"/>
                <a:ea typeface="Calibri"/>
                <a:cs typeface="Calibri"/>
              </a:defRPr>
            </a:lvl4pPr>
            <a:lvl5pPr algn="ctr">
              <a:defRPr sz="1650" b="1">
                <a:solidFill>
                  <a:srgbClr val="1B1F3B"/>
                </a:solidFill>
                <a:latin typeface="Calibri"/>
                <a:ea typeface="Calibri"/>
                <a:cs typeface="Calibri"/>
              </a:defRPr>
            </a:lvl5pPr>
            <a:lvl6pPr algn="ctr">
              <a:defRPr sz="1650" b="1">
                <a:solidFill>
                  <a:srgbClr val="1B1F3B"/>
                </a:solidFill>
                <a:latin typeface="Calibri"/>
                <a:ea typeface="Calibri"/>
                <a:cs typeface="Calibri"/>
              </a:defRPr>
            </a:lvl6pPr>
            <a:lvl7pPr algn="ctr">
              <a:defRPr sz="1650" b="1">
                <a:solidFill>
                  <a:srgbClr val="1B1F3B"/>
                </a:solidFill>
                <a:latin typeface="Calibri"/>
                <a:ea typeface="Calibri"/>
                <a:cs typeface="Calibri"/>
              </a:defRPr>
            </a:lvl7pPr>
            <a:lvl8pPr algn="ctr">
              <a:defRPr sz="1650" b="1">
                <a:solidFill>
                  <a:srgbClr val="1B1F3B"/>
                </a:solidFill>
                <a:latin typeface="Calibri"/>
                <a:ea typeface="Calibri"/>
                <a:cs typeface="Calibri"/>
              </a:defRPr>
            </a:lvl8pPr>
            <a:lvl9pPr algn="ctr">
              <a:defRPr sz="1650" b="1">
                <a:solidFill>
                  <a:srgbClr val="1B1F3B"/>
                </a:solidFill>
                <a:latin typeface="Calibri"/>
                <a:ea typeface="Calibri"/>
                <a:cs typeface="Calibri"/>
              </a:defRPr>
            </a:lvl9pPr>
          </a:lstStyle>
          <a:p>
            <a:pPr defTabSz="1219170">
              <a:defRPr sz="1650" b="1">
                <a:solidFill>
                  <a:srgbClr val="1B1F3B"/>
                </a:solidFill>
                <a:latin typeface="Calibri"/>
                <a:ea typeface="Calibri"/>
                <a:cs typeface="Calibri"/>
              </a:defRPr>
            </a:pPr>
            <a:r>
              <a:rPr sz="2200"/>
              <a:t>S</a:t>
            </a:r>
          </a:p>
        </p:txBody>
      </p:sp>
      <p:sp>
        <p:nvSpPr>
          <p:cNvPr id="42" name="Rectangle 41">
            <a:extLst>
              <a:ext uri="{FF2B5EF4-FFF2-40B4-BE49-F238E27FC236}">
                <a16:creationId xmlns:a16="http://schemas.microsoft.com/office/drawing/2014/main" id="{261542E2-2555-44C9-83C9-91B386A94362}"/>
              </a:ext>
            </a:extLst>
          </p:cNvPr>
          <p:cNvSpPr>
            <a:spLocks noGrp="1"/>
          </p:cNvSpPr>
          <p:nvPr/>
        </p:nvSpPr>
        <p:spPr>
          <a:xfrm>
            <a:off x="1143000" y="3343276"/>
            <a:ext cx="762000" cy="352425"/>
          </a:xfrm>
          <a:prstGeom prst="rect">
            <a:avLst/>
          </a:prstGeom>
          <a:noFill/>
          <a:ln w="0">
            <a:noFill/>
            <a:prstDash val="solid"/>
          </a:ln>
        </p:spPr>
        <p:txBody>
          <a:bodyPr wrap="square" lIns="0" tIns="0" rIns="0" bIns="0" anchor="ctr">
            <a:noAutofit/>
          </a:bodyPr>
          <a:lstStyle>
            <a:defPPr algn="ctr">
              <a:defRPr sz="1450" b="1">
                <a:solidFill>
                  <a:srgbClr val="2D3A8C"/>
                </a:solidFill>
                <a:latin typeface="Calibri"/>
                <a:ea typeface="Calibri"/>
                <a:cs typeface="Calibri"/>
              </a:defRPr>
            </a:defPPr>
            <a:lvl1pPr algn="ctr">
              <a:defRPr sz="1450" b="1">
                <a:solidFill>
                  <a:srgbClr val="2D3A8C"/>
                </a:solidFill>
                <a:latin typeface="Calibri"/>
                <a:ea typeface="Calibri"/>
                <a:cs typeface="Calibri"/>
              </a:defRPr>
            </a:lvl1pPr>
            <a:lvl2pPr algn="ctr">
              <a:defRPr sz="1450" b="1">
                <a:solidFill>
                  <a:srgbClr val="2D3A8C"/>
                </a:solidFill>
                <a:latin typeface="Calibri"/>
                <a:ea typeface="Calibri"/>
                <a:cs typeface="Calibri"/>
              </a:defRPr>
            </a:lvl2pPr>
            <a:lvl3pPr algn="ctr">
              <a:defRPr sz="1450" b="1">
                <a:solidFill>
                  <a:srgbClr val="2D3A8C"/>
                </a:solidFill>
                <a:latin typeface="Calibri"/>
                <a:ea typeface="Calibri"/>
                <a:cs typeface="Calibri"/>
              </a:defRPr>
            </a:lvl3pPr>
            <a:lvl4pPr algn="ctr">
              <a:defRPr sz="1450" b="1">
                <a:solidFill>
                  <a:srgbClr val="2D3A8C"/>
                </a:solidFill>
                <a:latin typeface="Calibri"/>
                <a:ea typeface="Calibri"/>
                <a:cs typeface="Calibri"/>
              </a:defRPr>
            </a:lvl4pPr>
            <a:lvl5pPr algn="ctr">
              <a:defRPr sz="1450" b="1">
                <a:solidFill>
                  <a:srgbClr val="2D3A8C"/>
                </a:solidFill>
                <a:latin typeface="Calibri"/>
                <a:ea typeface="Calibri"/>
                <a:cs typeface="Calibri"/>
              </a:defRPr>
            </a:lvl5pPr>
            <a:lvl6pPr algn="ctr">
              <a:defRPr sz="1450" b="1">
                <a:solidFill>
                  <a:srgbClr val="2D3A8C"/>
                </a:solidFill>
                <a:latin typeface="Calibri"/>
                <a:ea typeface="Calibri"/>
                <a:cs typeface="Calibri"/>
              </a:defRPr>
            </a:lvl6pPr>
            <a:lvl7pPr algn="ctr">
              <a:defRPr sz="1450" b="1">
                <a:solidFill>
                  <a:srgbClr val="2D3A8C"/>
                </a:solidFill>
                <a:latin typeface="Calibri"/>
                <a:ea typeface="Calibri"/>
                <a:cs typeface="Calibri"/>
              </a:defRPr>
            </a:lvl7pPr>
            <a:lvl8pPr algn="ctr">
              <a:defRPr sz="1450" b="1">
                <a:solidFill>
                  <a:srgbClr val="2D3A8C"/>
                </a:solidFill>
                <a:latin typeface="Calibri"/>
                <a:ea typeface="Calibri"/>
                <a:cs typeface="Calibri"/>
              </a:defRPr>
            </a:lvl8pPr>
            <a:lvl9pPr algn="ctr">
              <a:defRPr sz="1450" b="1">
                <a:solidFill>
                  <a:srgbClr val="2D3A8C"/>
                </a:solidFill>
                <a:latin typeface="Calibri"/>
                <a:ea typeface="Calibri"/>
                <a:cs typeface="Calibri"/>
              </a:defRPr>
            </a:lvl9pPr>
          </a:lstStyle>
          <a:p>
            <a:pPr defTabSz="1219170">
              <a:defRPr sz="1450" b="1">
                <a:solidFill>
                  <a:srgbClr val="2D3A8C"/>
                </a:solidFill>
                <a:latin typeface="Calibri"/>
                <a:ea typeface="Calibri"/>
                <a:cs typeface="Calibri"/>
              </a:defRPr>
            </a:pPr>
            <a:r>
              <a:rPr sz="1933"/>
              <a:t>0</a:t>
            </a:r>
          </a:p>
        </p:txBody>
      </p:sp>
      <p:sp>
        <p:nvSpPr>
          <p:cNvPr id="43" name="Oval 42">
            <a:extLst>
              <a:ext uri="{FF2B5EF4-FFF2-40B4-BE49-F238E27FC236}">
                <a16:creationId xmlns:a16="http://schemas.microsoft.com/office/drawing/2014/main" id="{26D0FDC1-0DDB-4160-9319-7C428A4970DB}"/>
              </a:ext>
            </a:extLst>
          </p:cNvPr>
          <p:cNvSpPr>
            <a:spLocks noGrp="1"/>
          </p:cNvSpPr>
          <p:nvPr/>
        </p:nvSpPr>
        <p:spPr>
          <a:xfrm>
            <a:off x="3543300" y="1638300"/>
            <a:ext cx="914400" cy="914400"/>
          </a:xfrm>
          <a:prstGeom prst="ellipse">
            <a:avLst/>
          </a:prstGeom>
          <a:solidFill>
            <a:srgbClr val="E0F1ED"/>
          </a:solidFill>
          <a:ln w="21431">
            <a:solidFill>
              <a:srgbClr val="1B1F3B"/>
            </a:solidFill>
            <a:prstDash val="solid"/>
          </a:ln>
        </p:spPr>
        <p:txBody>
          <a:bodyPr/>
          <a:lstStyle/>
          <a:p>
            <a:pPr defTabSz="1219170"/>
            <a:endParaRPr sz="2400">
              <a:solidFill>
                <a:srgbClr val="1B1F3B"/>
              </a:solidFill>
              <a:latin typeface="Calibri"/>
            </a:endParaRPr>
          </a:p>
        </p:txBody>
      </p:sp>
      <p:sp>
        <p:nvSpPr>
          <p:cNvPr id="44" name="Rectangle 43">
            <a:extLst>
              <a:ext uri="{FF2B5EF4-FFF2-40B4-BE49-F238E27FC236}">
                <a16:creationId xmlns:a16="http://schemas.microsoft.com/office/drawing/2014/main" id="{9DC3BC9B-50BE-4D79-B57D-CA91E5AEC919}"/>
              </a:ext>
            </a:extLst>
          </p:cNvPr>
          <p:cNvSpPr>
            <a:spLocks noGrp="1"/>
          </p:cNvSpPr>
          <p:nvPr/>
        </p:nvSpPr>
        <p:spPr>
          <a:xfrm>
            <a:off x="3619500" y="1752601"/>
            <a:ext cx="762000" cy="352425"/>
          </a:xfrm>
          <a:prstGeom prst="rect">
            <a:avLst/>
          </a:prstGeom>
          <a:noFill/>
          <a:ln w="0">
            <a:noFill/>
            <a:prstDash val="solid"/>
          </a:ln>
        </p:spPr>
        <p:txBody>
          <a:bodyPr wrap="square" lIns="0" tIns="0" rIns="0" bIns="0" anchor="ctr">
            <a:noAutofit/>
          </a:bodyPr>
          <a:lstStyle>
            <a:defPPr algn="ctr">
              <a:defRPr sz="1650" b="1">
                <a:solidFill>
                  <a:srgbClr val="1B1F3B"/>
                </a:solidFill>
                <a:latin typeface="Calibri"/>
                <a:ea typeface="Calibri"/>
                <a:cs typeface="Calibri"/>
              </a:defRPr>
            </a:defPPr>
            <a:lvl1pPr algn="ctr">
              <a:defRPr sz="1650" b="1">
                <a:solidFill>
                  <a:srgbClr val="1B1F3B"/>
                </a:solidFill>
                <a:latin typeface="Calibri"/>
                <a:ea typeface="Calibri"/>
                <a:cs typeface="Calibri"/>
              </a:defRPr>
            </a:lvl1pPr>
            <a:lvl2pPr algn="ctr">
              <a:defRPr sz="1650" b="1">
                <a:solidFill>
                  <a:srgbClr val="1B1F3B"/>
                </a:solidFill>
                <a:latin typeface="Calibri"/>
                <a:ea typeface="Calibri"/>
                <a:cs typeface="Calibri"/>
              </a:defRPr>
            </a:lvl2pPr>
            <a:lvl3pPr algn="ctr">
              <a:defRPr sz="1650" b="1">
                <a:solidFill>
                  <a:srgbClr val="1B1F3B"/>
                </a:solidFill>
                <a:latin typeface="Calibri"/>
                <a:ea typeface="Calibri"/>
                <a:cs typeface="Calibri"/>
              </a:defRPr>
            </a:lvl3pPr>
            <a:lvl4pPr algn="ctr">
              <a:defRPr sz="1650" b="1">
                <a:solidFill>
                  <a:srgbClr val="1B1F3B"/>
                </a:solidFill>
                <a:latin typeface="Calibri"/>
                <a:ea typeface="Calibri"/>
                <a:cs typeface="Calibri"/>
              </a:defRPr>
            </a:lvl4pPr>
            <a:lvl5pPr algn="ctr">
              <a:defRPr sz="1650" b="1">
                <a:solidFill>
                  <a:srgbClr val="1B1F3B"/>
                </a:solidFill>
                <a:latin typeface="Calibri"/>
                <a:ea typeface="Calibri"/>
                <a:cs typeface="Calibri"/>
              </a:defRPr>
            </a:lvl5pPr>
            <a:lvl6pPr algn="ctr">
              <a:defRPr sz="1650" b="1">
                <a:solidFill>
                  <a:srgbClr val="1B1F3B"/>
                </a:solidFill>
                <a:latin typeface="Calibri"/>
                <a:ea typeface="Calibri"/>
                <a:cs typeface="Calibri"/>
              </a:defRPr>
            </a:lvl6pPr>
            <a:lvl7pPr algn="ctr">
              <a:defRPr sz="1650" b="1">
                <a:solidFill>
                  <a:srgbClr val="1B1F3B"/>
                </a:solidFill>
                <a:latin typeface="Calibri"/>
                <a:ea typeface="Calibri"/>
                <a:cs typeface="Calibri"/>
              </a:defRPr>
            </a:lvl7pPr>
            <a:lvl8pPr algn="ctr">
              <a:defRPr sz="1650" b="1">
                <a:solidFill>
                  <a:srgbClr val="1B1F3B"/>
                </a:solidFill>
                <a:latin typeface="Calibri"/>
                <a:ea typeface="Calibri"/>
                <a:cs typeface="Calibri"/>
              </a:defRPr>
            </a:lvl8pPr>
            <a:lvl9pPr algn="ctr">
              <a:defRPr sz="1650" b="1">
                <a:solidFill>
                  <a:srgbClr val="1B1F3B"/>
                </a:solidFill>
                <a:latin typeface="Calibri"/>
                <a:ea typeface="Calibri"/>
                <a:cs typeface="Calibri"/>
              </a:defRPr>
            </a:lvl9pPr>
          </a:lstStyle>
          <a:p>
            <a:pPr defTabSz="1219170">
              <a:defRPr sz="1650" b="1">
                <a:solidFill>
                  <a:srgbClr val="1B1F3B"/>
                </a:solidFill>
                <a:latin typeface="Calibri"/>
                <a:ea typeface="Calibri"/>
                <a:cs typeface="Calibri"/>
              </a:defRPr>
            </a:pPr>
            <a:r>
              <a:rPr sz="2200"/>
              <a:t>A</a:t>
            </a:r>
          </a:p>
        </p:txBody>
      </p:sp>
      <p:sp>
        <p:nvSpPr>
          <p:cNvPr id="45" name="Rectangle 44">
            <a:extLst>
              <a:ext uri="{FF2B5EF4-FFF2-40B4-BE49-F238E27FC236}">
                <a16:creationId xmlns:a16="http://schemas.microsoft.com/office/drawing/2014/main" id="{41DF21B2-521F-4B9D-AEFE-E697491511C2}"/>
              </a:ext>
            </a:extLst>
          </p:cNvPr>
          <p:cNvSpPr>
            <a:spLocks noGrp="1"/>
          </p:cNvSpPr>
          <p:nvPr/>
        </p:nvSpPr>
        <p:spPr>
          <a:xfrm>
            <a:off x="3619500" y="2105026"/>
            <a:ext cx="762000" cy="352425"/>
          </a:xfrm>
          <a:prstGeom prst="rect">
            <a:avLst/>
          </a:prstGeom>
          <a:noFill/>
          <a:ln w="0">
            <a:noFill/>
            <a:prstDash val="solid"/>
          </a:ln>
        </p:spPr>
        <p:txBody>
          <a:bodyPr wrap="square" lIns="0" tIns="0" rIns="0" bIns="0" anchor="ctr">
            <a:noAutofit/>
          </a:bodyPr>
          <a:lstStyle>
            <a:defPPr algn="ctr">
              <a:defRPr sz="1450" b="1">
                <a:solidFill>
                  <a:srgbClr val="2D3A8C"/>
                </a:solidFill>
                <a:latin typeface="Calibri"/>
                <a:ea typeface="Calibri"/>
                <a:cs typeface="Calibri"/>
              </a:defRPr>
            </a:defPPr>
            <a:lvl1pPr algn="ctr">
              <a:defRPr sz="1450" b="1">
                <a:solidFill>
                  <a:srgbClr val="2D3A8C"/>
                </a:solidFill>
                <a:latin typeface="Calibri"/>
                <a:ea typeface="Calibri"/>
                <a:cs typeface="Calibri"/>
              </a:defRPr>
            </a:lvl1pPr>
            <a:lvl2pPr algn="ctr">
              <a:defRPr sz="1450" b="1">
                <a:solidFill>
                  <a:srgbClr val="2D3A8C"/>
                </a:solidFill>
                <a:latin typeface="Calibri"/>
                <a:ea typeface="Calibri"/>
                <a:cs typeface="Calibri"/>
              </a:defRPr>
            </a:lvl2pPr>
            <a:lvl3pPr algn="ctr">
              <a:defRPr sz="1450" b="1">
                <a:solidFill>
                  <a:srgbClr val="2D3A8C"/>
                </a:solidFill>
                <a:latin typeface="Calibri"/>
                <a:ea typeface="Calibri"/>
                <a:cs typeface="Calibri"/>
              </a:defRPr>
            </a:lvl3pPr>
            <a:lvl4pPr algn="ctr">
              <a:defRPr sz="1450" b="1">
                <a:solidFill>
                  <a:srgbClr val="2D3A8C"/>
                </a:solidFill>
                <a:latin typeface="Calibri"/>
                <a:ea typeface="Calibri"/>
                <a:cs typeface="Calibri"/>
              </a:defRPr>
            </a:lvl4pPr>
            <a:lvl5pPr algn="ctr">
              <a:defRPr sz="1450" b="1">
                <a:solidFill>
                  <a:srgbClr val="2D3A8C"/>
                </a:solidFill>
                <a:latin typeface="Calibri"/>
                <a:ea typeface="Calibri"/>
                <a:cs typeface="Calibri"/>
              </a:defRPr>
            </a:lvl5pPr>
            <a:lvl6pPr algn="ctr">
              <a:defRPr sz="1450" b="1">
                <a:solidFill>
                  <a:srgbClr val="2D3A8C"/>
                </a:solidFill>
                <a:latin typeface="Calibri"/>
                <a:ea typeface="Calibri"/>
                <a:cs typeface="Calibri"/>
              </a:defRPr>
            </a:lvl6pPr>
            <a:lvl7pPr algn="ctr">
              <a:defRPr sz="1450" b="1">
                <a:solidFill>
                  <a:srgbClr val="2D3A8C"/>
                </a:solidFill>
                <a:latin typeface="Calibri"/>
                <a:ea typeface="Calibri"/>
                <a:cs typeface="Calibri"/>
              </a:defRPr>
            </a:lvl7pPr>
            <a:lvl8pPr algn="ctr">
              <a:defRPr sz="1450" b="1">
                <a:solidFill>
                  <a:srgbClr val="2D3A8C"/>
                </a:solidFill>
                <a:latin typeface="Calibri"/>
                <a:ea typeface="Calibri"/>
                <a:cs typeface="Calibri"/>
              </a:defRPr>
            </a:lvl8pPr>
            <a:lvl9pPr algn="ctr">
              <a:defRPr sz="1450" b="1">
                <a:solidFill>
                  <a:srgbClr val="2D3A8C"/>
                </a:solidFill>
                <a:latin typeface="Calibri"/>
                <a:ea typeface="Calibri"/>
                <a:cs typeface="Calibri"/>
              </a:defRPr>
            </a:lvl9pPr>
          </a:lstStyle>
          <a:p>
            <a:pPr defTabSz="1219170">
              <a:defRPr sz="1450" b="1">
                <a:solidFill>
                  <a:srgbClr val="2D3A8C"/>
                </a:solidFill>
                <a:latin typeface="Calibri"/>
                <a:ea typeface="Calibri"/>
                <a:cs typeface="Calibri"/>
              </a:defRPr>
            </a:pPr>
            <a:r>
              <a:rPr sz="1933"/>
              <a:t>2</a:t>
            </a:r>
          </a:p>
        </p:txBody>
      </p:sp>
      <p:sp>
        <p:nvSpPr>
          <p:cNvPr id="46" name="Oval 45">
            <a:extLst>
              <a:ext uri="{FF2B5EF4-FFF2-40B4-BE49-F238E27FC236}">
                <a16:creationId xmlns:a16="http://schemas.microsoft.com/office/drawing/2014/main" id="{A2DC61D9-0D52-4594-87A2-FB9D9A1051E2}"/>
              </a:ext>
            </a:extLst>
          </p:cNvPr>
          <p:cNvSpPr>
            <a:spLocks noGrp="1"/>
          </p:cNvSpPr>
          <p:nvPr/>
        </p:nvSpPr>
        <p:spPr>
          <a:xfrm>
            <a:off x="3543300" y="4019549"/>
            <a:ext cx="914400" cy="914400"/>
          </a:xfrm>
          <a:prstGeom prst="ellipse">
            <a:avLst/>
          </a:prstGeom>
          <a:solidFill>
            <a:srgbClr val="F8D19C"/>
          </a:solidFill>
          <a:ln w="21431">
            <a:solidFill>
              <a:srgbClr val="F2A33A"/>
            </a:solidFill>
            <a:prstDash val="solid"/>
          </a:ln>
        </p:spPr>
        <p:txBody>
          <a:bodyPr/>
          <a:lstStyle/>
          <a:p>
            <a:pPr defTabSz="1219170"/>
            <a:endParaRPr sz="2400">
              <a:solidFill>
                <a:srgbClr val="1B1F3B"/>
              </a:solidFill>
              <a:latin typeface="Calibri"/>
            </a:endParaRPr>
          </a:p>
        </p:txBody>
      </p:sp>
      <p:sp>
        <p:nvSpPr>
          <p:cNvPr id="47" name="Rectangle 46">
            <a:extLst>
              <a:ext uri="{FF2B5EF4-FFF2-40B4-BE49-F238E27FC236}">
                <a16:creationId xmlns:a16="http://schemas.microsoft.com/office/drawing/2014/main" id="{CF6B9E06-ECA2-4D68-9E9F-D02120ABFAC4}"/>
              </a:ext>
            </a:extLst>
          </p:cNvPr>
          <p:cNvSpPr>
            <a:spLocks noGrp="1"/>
          </p:cNvSpPr>
          <p:nvPr/>
        </p:nvSpPr>
        <p:spPr>
          <a:xfrm>
            <a:off x="3619500" y="4133852"/>
            <a:ext cx="762000" cy="352425"/>
          </a:xfrm>
          <a:prstGeom prst="rect">
            <a:avLst/>
          </a:prstGeom>
          <a:noFill/>
          <a:ln w="0">
            <a:noFill/>
            <a:prstDash val="solid"/>
          </a:ln>
        </p:spPr>
        <p:txBody>
          <a:bodyPr wrap="square" lIns="0" tIns="0" rIns="0" bIns="0" anchor="ctr">
            <a:noAutofit/>
          </a:bodyPr>
          <a:lstStyle>
            <a:defPPr algn="ctr">
              <a:defRPr sz="1650" b="1">
                <a:solidFill>
                  <a:srgbClr val="1B1F3B"/>
                </a:solidFill>
                <a:latin typeface="Calibri"/>
                <a:ea typeface="Calibri"/>
                <a:cs typeface="Calibri"/>
              </a:defRPr>
            </a:defPPr>
            <a:lvl1pPr algn="ctr">
              <a:defRPr sz="1650" b="1">
                <a:solidFill>
                  <a:srgbClr val="1B1F3B"/>
                </a:solidFill>
                <a:latin typeface="Calibri"/>
                <a:ea typeface="Calibri"/>
                <a:cs typeface="Calibri"/>
              </a:defRPr>
            </a:lvl1pPr>
            <a:lvl2pPr algn="ctr">
              <a:defRPr sz="1650" b="1">
                <a:solidFill>
                  <a:srgbClr val="1B1F3B"/>
                </a:solidFill>
                <a:latin typeface="Calibri"/>
                <a:ea typeface="Calibri"/>
                <a:cs typeface="Calibri"/>
              </a:defRPr>
            </a:lvl2pPr>
            <a:lvl3pPr algn="ctr">
              <a:defRPr sz="1650" b="1">
                <a:solidFill>
                  <a:srgbClr val="1B1F3B"/>
                </a:solidFill>
                <a:latin typeface="Calibri"/>
                <a:ea typeface="Calibri"/>
                <a:cs typeface="Calibri"/>
              </a:defRPr>
            </a:lvl3pPr>
            <a:lvl4pPr algn="ctr">
              <a:defRPr sz="1650" b="1">
                <a:solidFill>
                  <a:srgbClr val="1B1F3B"/>
                </a:solidFill>
                <a:latin typeface="Calibri"/>
                <a:ea typeface="Calibri"/>
                <a:cs typeface="Calibri"/>
              </a:defRPr>
            </a:lvl4pPr>
            <a:lvl5pPr algn="ctr">
              <a:defRPr sz="1650" b="1">
                <a:solidFill>
                  <a:srgbClr val="1B1F3B"/>
                </a:solidFill>
                <a:latin typeface="Calibri"/>
                <a:ea typeface="Calibri"/>
                <a:cs typeface="Calibri"/>
              </a:defRPr>
            </a:lvl5pPr>
            <a:lvl6pPr algn="ctr">
              <a:defRPr sz="1650" b="1">
                <a:solidFill>
                  <a:srgbClr val="1B1F3B"/>
                </a:solidFill>
                <a:latin typeface="Calibri"/>
                <a:ea typeface="Calibri"/>
                <a:cs typeface="Calibri"/>
              </a:defRPr>
            </a:lvl6pPr>
            <a:lvl7pPr algn="ctr">
              <a:defRPr sz="1650" b="1">
                <a:solidFill>
                  <a:srgbClr val="1B1F3B"/>
                </a:solidFill>
                <a:latin typeface="Calibri"/>
                <a:ea typeface="Calibri"/>
                <a:cs typeface="Calibri"/>
              </a:defRPr>
            </a:lvl7pPr>
            <a:lvl8pPr algn="ctr">
              <a:defRPr sz="1650" b="1">
                <a:solidFill>
                  <a:srgbClr val="1B1F3B"/>
                </a:solidFill>
                <a:latin typeface="Calibri"/>
                <a:ea typeface="Calibri"/>
                <a:cs typeface="Calibri"/>
              </a:defRPr>
            </a:lvl8pPr>
            <a:lvl9pPr algn="ctr">
              <a:defRPr sz="1650" b="1">
                <a:solidFill>
                  <a:srgbClr val="1B1F3B"/>
                </a:solidFill>
                <a:latin typeface="Calibri"/>
                <a:ea typeface="Calibri"/>
                <a:cs typeface="Calibri"/>
              </a:defRPr>
            </a:lvl9pPr>
          </a:lstStyle>
          <a:p>
            <a:pPr defTabSz="1219170">
              <a:defRPr sz="1650" b="1">
                <a:solidFill>
                  <a:srgbClr val="1B1F3B"/>
                </a:solidFill>
                <a:latin typeface="Calibri"/>
                <a:ea typeface="Calibri"/>
                <a:cs typeface="Calibri"/>
              </a:defRPr>
            </a:pPr>
            <a:r>
              <a:rPr sz="2200"/>
              <a:t>B</a:t>
            </a:r>
          </a:p>
        </p:txBody>
      </p:sp>
      <p:sp>
        <p:nvSpPr>
          <p:cNvPr id="48" name="Rectangle 47">
            <a:extLst>
              <a:ext uri="{FF2B5EF4-FFF2-40B4-BE49-F238E27FC236}">
                <a16:creationId xmlns:a16="http://schemas.microsoft.com/office/drawing/2014/main" id="{8D36BB1A-2090-49F9-9102-834B0363AD62}"/>
              </a:ext>
            </a:extLst>
          </p:cNvPr>
          <p:cNvSpPr>
            <a:spLocks noGrp="1"/>
          </p:cNvSpPr>
          <p:nvPr/>
        </p:nvSpPr>
        <p:spPr>
          <a:xfrm>
            <a:off x="3619500" y="4486276"/>
            <a:ext cx="762000" cy="352425"/>
          </a:xfrm>
          <a:prstGeom prst="rect">
            <a:avLst/>
          </a:prstGeom>
          <a:noFill/>
          <a:ln w="0">
            <a:noFill/>
            <a:prstDash val="solid"/>
          </a:ln>
        </p:spPr>
        <p:txBody>
          <a:bodyPr wrap="square" lIns="0" tIns="0" rIns="0" bIns="0" anchor="ctr">
            <a:noAutofit/>
          </a:bodyPr>
          <a:lstStyle>
            <a:defPPr algn="ctr">
              <a:defRPr sz="1450" b="1">
                <a:solidFill>
                  <a:srgbClr val="2D3A8C"/>
                </a:solidFill>
                <a:latin typeface="Calibri"/>
                <a:ea typeface="Calibri"/>
                <a:cs typeface="Calibri"/>
              </a:defRPr>
            </a:defPPr>
            <a:lvl1pPr algn="ctr">
              <a:defRPr sz="1450" b="1">
                <a:solidFill>
                  <a:srgbClr val="2D3A8C"/>
                </a:solidFill>
                <a:latin typeface="Calibri"/>
                <a:ea typeface="Calibri"/>
                <a:cs typeface="Calibri"/>
              </a:defRPr>
            </a:lvl1pPr>
            <a:lvl2pPr algn="ctr">
              <a:defRPr sz="1450" b="1">
                <a:solidFill>
                  <a:srgbClr val="2D3A8C"/>
                </a:solidFill>
                <a:latin typeface="Calibri"/>
                <a:ea typeface="Calibri"/>
                <a:cs typeface="Calibri"/>
              </a:defRPr>
            </a:lvl2pPr>
            <a:lvl3pPr algn="ctr">
              <a:defRPr sz="1450" b="1">
                <a:solidFill>
                  <a:srgbClr val="2D3A8C"/>
                </a:solidFill>
                <a:latin typeface="Calibri"/>
                <a:ea typeface="Calibri"/>
                <a:cs typeface="Calibri"/>
              </a:defRPr>
            </a:lvl3pPr>
            <a:lvl4pPr algn="ctr">
              <a:defRPr sz="1450" b="1">
                <a:solidFill>
                  <a:srgbClr val="2D3A8C"/>
                </a:solidFill>
                <a:latin typeface="Calibri"/>
                <a:ea typeface="Calibri"/>
                <a:cs typeface="Calibri"/>
              </a:defRPr>
            </a:lvl4pPr>
            <a:lvl5pPr algn="ctr">
              <a:defRPr sz="1450" b="1">
                <a:solidFill>
                  <a:srgbClr val="2D3A8C"/>
                </a:solidFill>
                <a:latin typeface="Calibri"/>
                <a:ea typeface="Calibri"/>
                <a:cs typeface="Calibri"/>
              </a:defRPr>
            </a:lvl5pPr>
            <a:lvl6pPr algn="ctr">
              <a:defRPr sz="1450" b="1">
                <a:solidFill>
                  <a:srgbClr val="2D3A8C"/>
                </a:solidFill>
                <a:latin typeface="Calibri"/>
                <a:ea typeface="Calibri"/>
                <a:cs typeface="Calibri"/>
              </a:defRPr>
            </a:lvl6pPr>
            <a:lvl7pPr algn="ctr">
              <a:defRPr sz="1450" b="1">
                <a:solidFill>
                  <a:srgbClr val="2D3A8C"/>
                </a:solidFill>
                <a:latin typeface="Calibri"/>
                <a:ea typeface="Calibri"/>
                <a:cs typeface="Calibri"/>
              </a:defRPr>
            </a:lvl7pPr>
            <a:lvl8pPr algn="ctr">
              <a:defRPr sz="1450" b="1">
                <a:solidFill>
                  <a:srgbClr val="2D3A8C"/>
                </a:solidFill>
                <a:latin typeface="Calibri"/>
                <a:ea typeface="Calibri"/>
                <a:cs typeface="Calibri"/>
              </a:defRPr>
            </a:lvl8pPr>
            <a:lvl9pPr algn="ctr">
              <a:defRPr sz="1450" b="1">
                <a:solidFill>
                  <a:srgbClr val="2D3A8C"/>
                </a:solidFill>
                <a:latin typeface="Calibri"/>
                <a:ea typeface="Calibri"/>
                <a:cs typeface="Calibri"/>
              </a:defRPr>
            </a:lvl9pPr>
          </a:lstStyle>
          <a:p>
            <a:pPr defTabSz="1219170">
              <a:defRPr sz="1450" b="1">
                <a:solidFill>
                  <a:srgbClr val="2D3A8C"/>
                </a:solidFill>
                <a:latin typeface="Calibri"/>
                <a:ea typeface="Calibri"/>
                <a:cs typeface="Calibri"/>
              </a:defRPr>
            </a:pPr>
            <a:r>
              <a:rPr sz="1933"/>
              <a:t>3</a:t>
            </a:r>
          </a:p>
        </p:txBody>
      </p:sp>
      <p:sp>
        <p:nvSpPr>
          <p:cNvPr id="49" name="Oval 48">
            <a:extLst>
              <a:ext uri="{FF2B5EF4-FFF2-40B4-BE49-F238E27FC236}">
                <a16:creationId xmlns:a16="http://schemas.microsoft.com/office/drawing/2014/main" id="{3493C739-4CDA-4140-B845-46ACCC91EF9F}"/>
              </a:ext>
            </a:extLst>
          </p:cNvPr>
          <p:cNvSpPr>
            <a:spLocks noGrp="1"/>
          </p:cNvSpPr>
          <p:nvPr/>
        </p:nvSpPr>
        <p:spPr>
          <a:xfrm>
            <a:off x="6686549" y="1638300"/>
            <a:ext cx="914400" cy="914400"/>
          </a:xfrm>
          <a:prstGeom prst="ellipse">
            <a:avLst/>
          </a:prstGeom>
          <a:solidFill>
            <a:srgbClr val="FFFFFF"/>
          </a:solidFill>
          <a:ln w="21431">
            <a:solidFill>
              <a:srgbClr val="1B1F3B"/>
            </a:solidFill>
            <a:prstDash val="solid"/>
          </a:ln>
        </p:spPr>
        <p:txBody>
          <a:bodyPr/>
          <a:lstStyle/>
          <a:p>
            <a:pPr defTabSz="1219170"/>
            <a:endParaRPr sz="2400">
              <a:solidFill>
                <a:srgbClr val="1B1F3B"/>
              </a:solidFill>
              <a:latin typeface="Calibri"/>
            </a:endParaRPr>
          </a:p>
        </p:txBody>
      </p:sp>
      <p:sp>
        <p:nvSpPr>
          <p:cNvPr id="50" name="Rectangle 49">
            <a:extLst>
              <a:ext uri="{FF2B5EF4-FFF2-40B4-BE49-F238E27FC236}">
                <a16:creationId xmlns:a16="http://schemas.microsoft.com/office/drawing/2014/main" id="{0BD358BF-F9EF-46BB-B0D9-48A8ECDCD224}"/>
              </a:ext>
            </a:extLst>
          </p:cNvPr>
          <p:cNvSpPr>
            <a:spLocks noGrp="1"/>
          </p:cNvSpPr>
          <p:nvPr/>
        </p:nvSpPr>
        <p:spPr>
          <a:xfrm>
            <a:off x="6762749" y="1752601"/>
            <a:ext cx="762000" cy="352425"/>
          </a:xfrm>
          <a:prstGeom prst="rect">
            <a:avLst/>
          </a:prstGeom>
          <a:noFill/>
          <a:ln w="0">
            <a:noFill/>
            <a:prstDash val="solid"/>
          </a:ln>
        </p:spPr>
        <p:txBody>
          <a:bodyPr wrap="square" lIns="0" tIns="0" rIns="0" bIns="0" anchor="ctr">
            <a:noAutofit/>
          </a:bodyPr>
          <a:lstStyle>
            <a:defPPr algn="ctr">
              <a:defRPr sz="1650" b="1">
                <a:solidFill>
                  <a:srgbClr val="1B1F3B"/>
                </a:solidFill>
                <a:latin typeface="Calibri"/>
                <a:ea typeface="Calibri"/>
                <a:cs typeface="Calibri"/>
              </a:defRPr>
            </a:defPPr>
            <a:lvl1pPr algn="ctr">
              <a:defRPr sz="1650" b="1">
                <a:solidFill>
                  <a:srgbClr val="1B1F3B"/>
                </a:solidFill>
                <a:latin typeface="Calibri"/>
                <a:ea typeface="Calibri"/>
                <a:cs typeface="Calibri"/>
              </a:defRPr>
            </a:lvl1pPr>
            <a:lvl2pPr algn="ctr">
              <a:defRPr sz="1650" b="1">
                <a:solidFill>
                  <a:srgbClr val="1B1F3B"/>
                </a:solidFill>
                <a:latin typeface="Calibri"/>
                <a:ea typeface="Calibri"/>
                <a:cs typeface="Calibri"/>
              </a:defRPr>
            </a:lvl2pPr>
            <a:lvl3pPr algn="ctr">
              <a:defRPr sz="1650" b="1">
                <a:solidFill>
                  <a:srgbClr val="1B1F3B"/>
                </a:solidFill>
                <a:latin typeface="Calibri"/>
                <a:ea typeface="Calibri"/>
                <a:cs typeface="Calibri"/>
              </a:defRPr>
            </a:lvl3pPr>
            <a:lvl4pPr algn="ctr">
              <a:defRPr sz="1650" b="1">
                <a:solidFill>
                  <a:srgbClr val="1B1F3B"/>
                </a:solidFill>
                <a:latin typeface="Calibri"/>
                <a:ea typeface="Calibri"/>
                <a:cs typeface="Calibri"/>
              </a:defRPr>
            </a:lvl4pPr>
            <a:lvl5pPr algn="ctr">
              <a:defRPr sz="1650" b="1">
                <a:solidFill>
                  <a:srgbClr val="1B1F3B"/>
                </a:solidFill>
                <a:latin typeface="Calibri"/>
                <a:ea typeface="Calibri"/>
                <a:cs typeface="Calibri"/>
              </a:defRPr>
            </a:lvl5pPr>
            <a:lvl6pPr algn="ctr">
              <a:defRPr sz="1650" b="1">
                <a:solidFill>
                  <a:srgbClr val="1B1F3B"/>
                </a:solidFill>
                <a:latin typeface="Calibri"/>
                <a:ea typeface="Calibri"/>
                <a:cs typeface="Calibri"/>
              </a:defRPr>
            </a:lvl6pPr>
            <a:lvl7pPr algn="ctr">
              <a:defRPr sz="1650" b="1">
                <a:solidFill>
                  <a:srgbClr val="1B1F3B"/>
                </a:solidFill>
                <a:latin typeface="Calibri"/>
                <a:ea typeface="Calibri"/>
                <a:cs typeface="Calibri"/>
              </a:defRPr>
            </a:lvl7pPr>
            <a:lvl8pPr algn="ctr">
              <a:defRPr sz="1650" b="1">
                <a:solidFill>
                  <a:srgbClr val="1B1F3B"/>
                </a:solidFill>
                <a:latin typeface="Calibri"/>
                <a:ea typeface="Calibri"/>
                <a:cs typeface="Calibri"/>
              </a:defRPr>
            </a:lvl8pPr>
            <a:lvl9pPr algn="ctr">
              <a:defRPr sz="1650" b="1">
                <a:solidFill>
                  <a:srgbClr val="1B1F3B"/>
                </a:solidFill>
                <a:latin typeface="Calibri"/>
                <a:ea typeface="Calibri"/>
                <a:cs typeface="Calibri"/>
              </a:defRPr>
            </a:lvl9pPr>
          </a:lstStyle>
          <a:p>
            <a:pPr defTabSz="1219170">
              <a:defRPr sz="1650" b="1">
                <a:solidFill>
                  <a:srgbClr val="1B1F3B"/>
                </a:solidFill>
                <a:latin typeface="Calibri"/>
                <a:ea typeface="Calibri"/>
                <a:cs typeface="Calibri"/>
              </a:defRPr>
            </a:pPr>
            <a:r>
              <a:rPr sz="2200"/>
              <a:t>C</a:t>
            </a:r>
          </a:p>
        </p:txBody>
      </p:sp>
      <p:sp>
        <p:nvSpPr>
          <p:cNvPr id="51" name="Rectangle 50">
            <a:extLst>
              <a:ext uri="{FF2B5EF4-FFF2-40B4-BE49-F238E27FC236}">
                <a16:creationId xmlns:a16="http://schemas.microsoft.com/office/drawing/2014/main" id="{5DD152D9-717D-4E97-B6B5-4EAD22030C0B}"/>
              </a:ext>
            </a:extLst>
          </p:cNvPr>
          <p:cNvSpPr>
            <a:spLocks noGrp="1"/>
          </p:cNvSpPr>
          <p:nvPr/>
        </p:nvSpPr>
        <p:spPr>
          <a:xfrm>
            <a:off x="6762749" y="2105026"/>
            <a:ext cx="762000" cy="352425"/>
          </a:xfrm>
          <a:prstGeom prst="rect">
            <a:avLst/>
          </a:prstGeom>
          <a:noFill/>
          <a:ln w="0">
            <a:noFill/>
            <a:prstDash val="solid"/>
          </a:ln>
        </p:spPr>
        <p:txBody>
          <a:bodyPr wrap="square" lIns="0" tIns="0" rIns="0" bIns="0" anchor="ctr">
            <a:noAutofit/>
          </a:bodyPr>
          <a:lstStyle>
            <a:defPPr algn="ctr">
              <a:defRPr sz="1450" b="1">
                <a:solidFill>
                  <a:srgbClr val="2D3A8C"/>
                </a:solidFill>
                <a:latin typeface="Calibri"/>
                <a:ea typeface="Calibri"/>
                <a:cs typeface="Calibri"/>
              </a:defRPr>
            </a:defPPr>
            <a:lvl1pPr algn="ctr">
              <a:defRPr sz="1450" b="1">
                <a:solidFill>
                  <a:srgbClr val="2D3A8C"/>
                </a:solidFill>
                <a:latin typeface="Calibri"/>
                <a:ea typeface="Calibri"/>
                <a:cs typeface="Calibri"/>
              </a:defRPr>
            </a:lvl1pPr>
            <a:lvl2pPr algn="ctr">
              <a:defRPr sz="1450" b="1">
                <a:solidFill>
                  <a:srgbClr val="2D3A8C"/>
                </a:solidFill>
                <a:latin typeface="Calibri"/>
                <a:ea typeface="Calibri"/>
                <a:cs typeface="Calibri"/>
              </a:defRPr>
            </a:lvl2pPr>
            <a:lvl3pPr algn="ctr">
              <a:defRPr sz="1450" b="1">
                <a:solidFill>
                  <a:srgbClr val="2D3A8C"/>
                </a:solidFill>
                <a:latin typeface="Calibri"/>
                <a:ea typeface="Calibri"/>
                <a:cs typeface="Calibri"/>
              </a:defRPr>
            </a:lvl3pPr>
            <a:lvl4pPr algn="ctr">
              <a:defRPr sz="1450" b="1">
                <a:solidFill>
                  <a:srgbClr val="2D3A8C"/>
                </a:solidFill>
                <a:latin typeface="Calibri"/>
                <a:ea typeface="Calibri"/>
                <a:cs typeface="Calibri"/>
              </a:defRPr>
            </a:lvl4pPr>
            <a:lvl5pPr algn="ctr">
              <a:defRPr sz="1450" b="1">
                <a:solidFill>
                  <a:srgbClr val="2D3A8C"/>
                </a:solidFill>
                <a:latin typeface="Calibri"/>
                <a:ea typeface="Calibri"/>
                <a:cs typeface="Calibri"/>
              </a:defRPr>
            </a:lvl5pPr>
            <a:lvl6pPr algn="ctr">
              <a:defRPr sz="1450" b="1">
                <a:solidFill>
                  <a:srgbClr val="2D3A8C"/>
                </a:solidFill>
                <a:latin typeface="Calibri"/>
                <a:ea typeface="Calibri"/>
                <a:cs typeface="Calibri"/>
              </a:defRPr>
            </a:lvl6pPr>
            <a:lvl7pPr algn="ctr">
              <a:defRPr sz="1450" b="1">
                <a:solidFill>
                  <a:srgbClr val="2D3A8C"/>
                </a:solidFill>
                <a:latin typeface="Calibri"/>
                <a:ea typeface="Calibri"/>
                <a:cs typeface="Calibri"/>
              </a:defRPr>
            </a:lvl7pPr>
            <a:lvl8pPr algn="ctr">
              <a:defRPr sz="1450" b="1">
                <a:solidFill>
                  <a:srgbClr val="2D3A8C"/>
                </a:solidFill>
                <a:latin typeface="Calibri"/>
                <a:ea typeface="Calibri"/>
                <a:cs typeface="Calibri"/>
              </a:defRPr>
            </a:lvl8pPr>
            <a:lvl9pPr algn="ctr">
              <a:defRPr sz="1450" b="1">
                <a:solidFill>
                  <a:srgbClr val="2D3A8C"/>
                </a:solidFill>
                <a:latin typeface="Calibri"/>
                <a:ea typeface="Calibri"/>
                <a:cs typeface="Calibri"/>
              </a:defRPr>
            </a:lvl9pPr>
          </a:lstStyle>
          <a:p>
            <a:pPr defTabSz="1219170">
              <a:defRPr sz="1450" b="1">
                <a:solidFill>
                  <a:srgbClr val="2D3A8C"/>
                </a:solidFill>
                <a:latin typeface="Calibri"/>
                <a:ea typeface="Calibri"/>
                <a:cs typeface="Calibri"/>
              </a:defRPr>
            </a:pPr>
            <a:r>
              <a:rPr sz="1933"/>
              <a:t>6</a:t>
            </a:r>
          </a:p>
        </p:txBody>
      </p:sp>
      <p:sp>
        <p:nvSpPr>
          <p:cNvPr id="52" name="Oval 51">
            <a:extLst>
              <a:ext uri="{FF2B5EF4-FFF2-40B4-BE49-F238E27FC236}">
                <a16:creationId xmlns:a16="http://schemas.microsoft.com/office/drawing/2014/main" id="{5D0C3385-E834-4A44-ACA1-F0C9B2D2FF77}"/>
              </a:ext>
            </a:extLst>
          </p:cNvPr>
          <p:cNvSpPr>
            <a:spLocks noGrp="1"/>
          </p:cNvSpPr>
          <p:nvPr/>
        </p:nvSpPr>
        <p:spPr>
          <a:xfrm>
            <a:off x="9544051" y="2876549"/>
            <a:ext cx="914400" cy="914400"/>
          </a:xfrm>
          <a:prstGeom prst="ellipse">
            <a:avLst/>
          </a:prstGeom>
          <a:solidFill>
            <a:srgbClr val="FFFFFF"/>
          </a:solidFill>
          <a:ln w="21431">
            <a:solidFill>
              <a:srgbClr val="1B1F3B"/>
            </a:solidFill>
            <a:prstDash val="solid"/>
          </a:ln>
        </p:spPr>
        <p:txBody>
          <a:bodyPr/>
          <a:lstStyle/>
          <a:p>
            <a:pPr defTabSz="1219170"/>
            <a:endParaRPr sz="2400">
              <a:solidFill>
                <a:srgbClr val="1B1F3B"/>
              </a:solidFill>
              <a:latin typeface="Calibri"/>
            </a:endParaRPr>
          </a:p>
        </p:txBody>
      </p:sp>
      <p:sp>
        <p:nvSpPr>
          <p:cNvPr id="53" name="Rectangle 52">
            <a:extLst>
              <a:ext uri="{FF2B5EF4-FFF2-40B4-BE49-F238E27FC236}">
                <a16:creationId xmlns:a16="http://schemas.microsoft.com/office/drawing/2014/main" id="{C1875359-3873-4301-97E3-3367CDB4B757}"/>
              </a:ext>
            </a:extLst>
          </p:cNvPr>
          <p:cNvSpPr>
            <a:spLocks noGrp="1"/>
          </p:cNvSpPr>
          <p:nvPr/>
        </p:nvSpPr>
        <p:spPr>
          <a:xfrm>
            <a:off x="9620251" y="2990852"/>
            <a:ext cx="762000" cy="352425"/>
          </a:xfrm>
          <a:prstGeom prst="rect">
            <a:avLst/>
          </a:prstGeom>
          <a:noFill/>
          <a:ln w="0">
            <a:noFill/>
            <a:prstDash val="solid"/>
          </a:ln>
        </p:spPr>
        <p:txBody>
          <a:bodyPr wrap="square" lIns="0" tIns="0" rIns="0" bIns="0" anchor="ctr">
            <a:noAutofit/>
          </a:bodyPr>
          <a:lstStyle>
            <a:defPPr algn="ctr">
              <a:defRPr sz="1650" b="1">
                <a:solidFill>
                  <a:srgbClr val="1B1F3B"/>
                </a:solidFill>
                <a:latin typeface="Calibri"/>
                <a:ea typeface="Calibri"/>
                <a:cs typeface="Calibri"/>
              </a:defRPr>
            </a:defPPr>
            <a:lvl1pPr algn="ctr">
              <a:defRPr sz="1650" b="1">
                <a:solidFill>
                  <a:srgbClr val="1B1F3B"/>
                </a:solidFill>
                <a:latin typeface="Calibri"/>
                <a:ea typeface="Calibri"/>
                <a:cs typeface="Calibri"/>
              </a:defRPr>
            </a:lvl1pPr>
            <a:lvl2pPr algn="ctr">
              <a:defRPr sz="1650" b="1">
                <a:solidFill>
                  <a:srgbClr val="1B1F3B"/>
                </a:solidFill>
                <a:latin typeface="Calibri"/>
                <a:ea typeface="Calibri"/>
                <a:cs typeface="Calibri"/>
              </a:defRPr>
            </a:lvl2pPr>
            <a:lvl3pPr algn="ctr">
              <a:defRPr sz="1650" b="1">
                <a:solidFill>
                  <a:srgbClr val="1B1F3B"/>
                </a:solidFill>
                <a:latin typeface="Calibri"/>
                <a:ea typeface="Calibri"/>
                <a:cs typeface="Calibri"/>
              </a:defRPr>
            </a:lvl3pPr>
            <a:lvl4pPr algn="ctr">
              <a:defRPr sz="1650" b="1">
                <a:solidFill>
                  <a:srgbClr val="1B1F3B"/>
                </a:solidFill>
                <a:latin typeface="Calibri"/>
                <a:ea typeface="Calibri"/>
                <a:cs typeface="Calibri"/>
              </a:defRPr>
            </a:lvl4pPr>
            <a:lvl5pPr algn="ctr">
              <a:defRPr sz="1650" b="1">
                <a:solidFill>
                  <a:srgbClr val="1B1F3B"/>
                </a:solidFill>
                <a:latin typeface="Calibri"/>
                <a:ea typeface="Calibri"/>
                <a:cs typeface="Calibri"/>
              </a:defRPr>
            </a:lvl5pPr>
            <a:lvl6pPr algn="ctr">
              <a:defRPr sz="1650" b="1">
                <a:solidFill>
                  <a:srgbClr val="1B1F3B"/>
                </a:solidFill>
                <a:latin typeface="Calibri"/>
                <a:ea typeface="Calibri"/>
                <a:cs typeface="Calibri"/>
              </a:defRPr>
            </a:lvl6pPr>
            <a:lvl7pPr algn="ctr">
              <a:defRPr sz="1650" b="1">
                <a:solidFill>
                  <a:srgbClr val="1B1F3B"/>
                </a:solidFill>
                <a:latin typeface="Calibri"/>
                <a:ea typeface="Calibri"/>
                <a:cs typeface="Calibri"/>
              </a:defRPr>
            </a:lvl7pPr>
            <a:lvl8pPr algn="ctr">
              <a:defRPr sz="1650" b="1">
                <a:solidFill>
                  <a:srgbClr val="1B1F3B"/>
                </a:solidFill>
                <a:latin typeface="Calibri"/>
                <a:ea typeface="Calibri"/>
                <a:cs typeface="Calibri"/>
              </a:defRPr>
            </a:lvl8pPr>
            <a:lvl9pPr algn="ctr">
              <a:defRPr sz="1650" b="1">
                <a:solidFill>
                  <a:srgbClr val="1B1F3B"/>
                </a:solidFill>
                <a:latin typeface="Calibri"/>
                <a:ea typeface="Calibri"/>
                <a:cs typeface="Calibri"/>
              </a:defRPr>
            </a:lvl9pPr>
          </a:lstStyle>
          <a:p>
            <a:pPr defTabSz="1219170">
              <a:defRPr sz="1650" b="1">
                <a:solidFill>
                  <a:srgbClr val="1B1F3B"/>
                </a:solidFill>
                <a:latin typeface="Calibri"/>
                <a:ea typeface="Calibri"/>
                <a:cs typeface="Calibri"/>
              </a:defRPr>
            </a:pPr>
            <a:r>
              <a:rPr sz="2200"/>
              <a:t>G</a:t>
            </a:r>
          </a:p>
        </p:txBody>
      </p:sp>
      <p:sp>
        <p:nvSpPr>
          <p:cNvPr id="54" name="Rectangle 53">
            <a:extLst>
              <a:ext uri="{FF2B5EF4-FFF2-40B4-BE49-F238E27FC236}">
                <a16:creationId xmlns:a16="http://schemas.microsoft.com/office/drawing/2014/main" id="{7CB70E1E-2CFF-4693-AB26-4C3EFD242F38}"/>
              </a:ext>
            </a:extLst>
          </p:cNvPr>
          <p:cNvSpPr>
            <a:spLocks noGrp="1"/>
          </p:cNvSpPr>
          <p:nvPr/>
        </p:nvSpPr>
        <p:spPr>
          <a:xfrm>
            <a:off x="9620251" y="3343276"/>
            <a:ext cx="762000" cy="352425"/>
          </a:xfrm>
          <a:prstGeom prst="rect">
            <a:avLst/>
          </a:prstGeom>
          <a:noFill/>
          <a:ln w="0">
            <a:noFill/>
            <a:prstDash val="solid"/>
          </a:ln>
        </p:spPr>
        <p:txBody>
          <a:bodyPr wrap="square" lIns="0" tIns="0" rIns="0" bIns="0" anchor="ctr">
            <a:noAutofit/>
          </a:bodyPr>
          <a:lstStyle>
            <a:defPPr algn="ctr">
              <a:defRPr sz="1450" b="1">
                <a:solidFill>
                  <a:srgbClr val="2D3A8C"/>
                </a:solidFill>
                <a:latin typeface="Calibri"/>
                <a:ea typeface="Calibri"/>
                <a:cs typeface="Calibri"/>
              </a:defRPr>
            </a:defPPr>
            <a:lvl1pPr algn="ctr">
              <a:defRPr sz="1450" b="1">
                <a:solidFill>
                  <a:srgbClr val="2D3A8C"/>
                </a:solidFill>
                <a:latin typeface="Calibri"/>
                <a:ea typeface="Calibri"/>
                <a:cs typeface="Calibri"/>
              </a:defRPr>
            </a:lvl1pPr>
            <a:lvl2pPr algn="ctr">
              <a:defRPr sz="1450" b="1">
                <a:solidFill>
                  <a:srgbClr val="2D3A8C"/>
                </a:solidFill>
                <a:latin typeface="Calibri"/>
                <a:ea typeface="Calibri"/>
                <a:cs typeface="Calibri"/>
              </a:defRPr>
            </a:lvl2pPr>
            <a:lvl3pPr algn="ctr">
              <a:defRPr sz="1450" b="1">
                <a:solidFill>
                  <a:srgbClr val="2D3A8C"/>
                </a:solidFill>
                <a:latin typeface="Calibri"/>
                <a:ea typeface="Calibri"/>
                <a:cs typeface="Calibri"/>
              </a:defRPr>
            </a:lvl3pPr>
            <a:lvl4pPr algn="ctr">
              <a:defRPr sz="1450" b="1">
                <a:solidFill>
                  <a:srgbClr val="2D3A8C"/>
                </a:solidFill>
                <a:latin typeface="Calibri"/>
                <a:ea typeface="Calibri"/>
                <a:cs typeface="Calibri"/>
              </a:defRPr>
            </a:lvl4pPr>
            <a:lvl5pPr algn="ctr">
              <a:defRPr sz="1450" b="1">
                <a:solidFill>
                  <a:srgbClr val="2D3A8C"/>
                </a:solidFill>
                <a:latin typeface="Calibri"/>
                <a:ea typeface="Calibri"/>
                <a:cs typeface="Calibri"/>
              </a:defRPr>
            </a:lvl5pPr>
            <a:lvl6pPr algn="ctr">
              <a:defRPr sz="1450" b="1">
                <a:solidFill>
                  <a:srgbClr val="2D3A8C"/>
                </a:solidFill>
                <a:latin typeface="Calibri"/>
                <a:ea typeface="Calibri"/>
                <a:cs typeface="Calibri"/>
              </a:defRPr>
            </a:lvl6pPr>
            <a:lvl7pPr algn="ctr">
              <a:defRPr sz="1450" b="1">
                <a:solidFill>
                  <a:srgbClr val="2D3A8C"/>
                </a:solidFill>
                <a:latin typeface="Calibri"/>
                <a:ea typeface="Calibri"/>
                <a:cs typeface="Calibri"/>
              </a:defRPr>
            </a:lvl7pPr>
            <a:lvl8pPr algn="ctr">
              <a:defRPr sz="1450" b="1">
                <a:solidFill>
                  <a:srgbClr val="2D3A8C"/>
                </a:solidFill>
                <a:latin typeface="Calibri"/>
                <a:ea typeface="Calibri"/>
                <a:cs typeface="Calibri"/>
              </a:defRPr>
            </a:lvl8pPr>
            <a:lvl9pPr algn="ctr">
              <a:defRPr sz="1450" b="1">
                <a:solidFill>
                  <a:srgbClr val="2D3A8C"/>
                </a:solidFill>
                <a:latin typeface="Calibri"/>
                <a:ea typeface="Calibri"/>
                <a:cs typeface="Calibri"/>
              </a:defRPr>
            </a:lvl9pPr>
          </a:lstStyle>
          <a:p>
            <a:pPr defTabSz="1219170">
              <a:defRPr sz="1450" b="1">
                <a:solidFill>
                  <a:srgbClr val="2D3A8C"/>
                </a:solidFill>
                <a:latin typeface="Calibri"/>
                <a:ea typeface="Calibri"/>
                <a:cs typeface="Calibri"/>
              </a:defRPr>
            </a:pPr>
            <a:r>
              <a:rPr sz="1933"/>
              <a:t>?</a:t>
            </a:r>
          </a:p>
        </p:txBody>
      </p:sp>
      <p:sp>
        <p:nvSpPr>
          <p:cNvPr id="55" name="Rectangle 54">
            <a:extLst>
              <a:ext uri="{FF2B5EF4-FFF2-40B4-BE49-F238E27FC236}">
                <a16:creationId xmlns:a16="http://schemas.microsoft.com/office/drawing/2014/main" id="{C7130564-A92C-4C80-8890-7DD9B459C012}"/>
              </a:ext>
            </a:extLst>
          </p:cNvPr>
          <p:cNvSpPr>
            <a:spLocks noGrp="1"/>
          </p:cNvSpPr>
          <p:nvPr/>
        </p:nvSpPr>
        <p:spPr>
          <a:xfrm>
            <a:off x="609600" y="5619749"/>
            <a:ext cx="10972800" cy="457200"/>
          </a:xfrm>
          <a:prstGeom prst="rect">
            <a:avLst/>
          </a:prstGeom>
          <a:noFill/>
          <a:ln w="0">
            <a:noFill/>
            <a:prstDash val="solid"/>
          </a:ln>
        </p:spPr>
        <p:txBody>
          <a:bodyPr wrap="square" lIns="0" tIns="0" rIns="0" bIns="0" anchor="ctr">
            <a:noAutofit/>
          </a:bodyPr>
          <a:lstStyle>
            <a:defPPr algn="l">
              <a:defRPr sz="1300" b="0">
                <a:solidFill>
                  <a:srgbClr val="4A4F6A"/>
                </a:solidFill>
                <a:latin typeface="Calibri"/>
                <a:ea typeface="Calibri"/>
                <a:cs typeface="Calibri"/>
              </a:defRPr>
            </a:defPPr>
            <a:lvl1pPr algn="l">
              <a:defRPr sz="1300" b="0">
                <a:solidFill>
                  <a:srgbClr val="4A4F6A"/>
                </a:solidFill>
                <a:latin typeface="Calibri"/>
                <a:ea typeface="Calibri"/>
                <a:cs typeface="Calibri"/>
              </a:defRPr>
            </a:lvl1pPr>
            <a:lvl2pPr algn="l">
              <a:defRPr sz="1300" b="0">
                <a:solidFill>
                  <a:srgbClr val="4A4F6A"/>
                </a:solidFill>
                <a:latin typeface="Calibri"/>
                <a:ea typeface="Calibri"/>
                <a:cs typeface="Calibri"/>
              </a:defRPr>
            </a:lvl2pPr>
            <a:lvl3pPr algn="l">
              <a:defRPr sz="1300" b="0">
                <a:solidFill>
                  <a:srgbClr val="4A4F6A"/>
                </a:solidFill>
                <a:latin typeface="Calibri"/>
                <a:ea typeface="Calibri"/>
                <a:cs typeface="Calibri"/>
              </a:defRPr>
            </a:lvl3pPr>
            <a:lvl4pPr algn="l">
              <a:defRPr sz="1300" b="0">
                <a:solidFill>
                  <a:srgbClr val="4A4F6A"/>
                </a:solidFill>
                <a:latin typeface="Calibri"/>
                <a:ea typeface="Calibri"/>
                <a:cs typeface="Calibri"/>
              </a:defRPr>
            </a:lvl4pPr>
            <a:lvl5pPr algn="l">
              <a:defRPr sz="1300" b="0">
                <a:solidFill>
                  <a:srgbClr val="4A4F6A"/>
                </a:solidFill>
                <a:latin typeface="Calibri"/>
                <a:ea typeface="Calibri"/>
                <a:cs typeface="Calibri"/>
              </a:defRPr>
            </a:lvl5pPr>
            <a:lvl6pPr algn="l">
              <a:defRPr sz="1300" b="0">
                <a:solidFill>
                  <a:srgbClr val="4A4F6A"/>
                </a:solidFill>
                <a:latin typeface="Calibri"/>
                <a:ea typeface="Calibri"/>
                <a:cs typeface="Calibri"/>
              </a:defRPr>
            </a:lvl6pPr>
            <a:lvl7pPr algn="l">
              <a:defRPr sz="1300" b="0">
                <a:solidFill>
                  <a:srgbClr val="4A4F6A"/>
                </a:solidFill>
                <a:latin typeface="Calibri"/>
                <a:ea typeface="Calibri"/>
                <a:cs typeface="Calibri"/>
              </a:defRPr>
            </a:lvl7pPr>
            <a:lvl8pPr algn="l">
              <a:defRPr sz="1300" b="0">
                <a:solidFill>
                  <a:srgbClr val="4A4F6A"/>
                </a:solidFill>
                <a:latin typeface="Calibri"/>
                <a:ea typeface="Calibri"/>
                <a:cs typeface="Calibri"/>
              </a:defRPr>
            </a:lvl8pPr>
            <a:lvl9pPr algn="l">
              <a:defRPr sz="1300" b="0">
                <a:solidFill>
                  <a:srgbClr val="4A4F6A"/>
                </a:solidFill>
                <a:latin typeface="Calibri"/>
                <a:ea typeface="Calibri"/>
                <a:cs typeface="Calibri"/>
              </a:defRPr>
            </a:lvl9pPr>
          </a:lstStyle>
          <a:p>
            <a:pPr defTabSz="1219170">
              <a:defRPr sz="1300" b="0">
                <a:solidFill>
                  <a:srgbClr val="4A4F6A"/>
                </a:solidFill>
                <a:latin typeface="Calibri"/>
                <a:ea typeface="Calibri"/>
                <a:cs typeface="Calibri"/>
              </a:defRPr>
            </a:pPr>
            <a:r>
              <a:rPr sz="1733"/>
              <a:t>B improves: 5 becomes 2 + 1 = 3. C gets 2 + 4 = 6.</a:t>
            </a:r>
          </a:p>
        </p:txBody>
      </p:sp>
      <p:sp>
        <p:nvSpPr>
          <p:cNvPr id="56" name="Oval 55">
            <a:extLst>
              <a:ext uri="{FF2B5EF4-FFF2-40B4-BE49-F238E27FC236}">
                <a16:creationId xmlns:a16="http://schemas.microsoft.com/office/drawing/2014/main" id="{2B383FA7-2057-4D3C-9BFC-D0B80EF597B1}"/>
              </a:ext>
            </a:extLst>
          </p:cNvPr>
          <p:cNvSpPr>
            <a:spLocks noGrp="1"/>
          </p:cNvSpPr>
          <p:nvPr/>
        </p:nvSpPr>
        <p:spPr>
          <a:xfrm>
            <a:off x="857251" y="5143500"/>
            <a:ext cx="209549" cy="209549"/>
          </a:xfrm>
          <a:prstGeom prst="ellipse">
            <a:avLst/>
          </a:prstGeom>
          <a:solidFill>
            <a:srgbClr val="F8D19C"/>
          </a:solidFill>
          <a:ln w="7144">
            <a:solidFill>
              <a:srgbClr val="1B1F3B"/>
            </a:solidFill>
            <a:prstDash val="solid"/>
          </a:ln>
        </p:spPr>
        <p:txBody>
          <a:bodyPr/>
          <a:lstStyle/>
          <a:p>
            <a:pPr defTabSz="1219170"/>
            <a:endParaRPr sz="2400">
              <a:solidFill>
                <a:srgbClr val="1B1F3B"/>
              </a:solidFill>
              <a:latin typeface="Calibri"/>
            </a:endParaRPr>
          </a:p>
        </p:txBody>
      </p:sp>
      <p:sp>
        <p:nvSpPr>
          <p:cNvPr id="57" name="Rectangle 56">
            <a:extLst>
              <a:ext uri="{FF2B5EF4-FFF2-40B4-BE49-F238E27FC236}">
                <a16:creationId xmlns:a16="http://schemas.microsoft.com/office/drawing/2014/main" id="{637D68CB-0FA2-411D-879C-ABC18C4BA244}"/>
              </a:ext>
            </a:extLst>
          </p:cNvPr>
          <p:cNvSpPr>
            <a:spLocks noGrp="1"/>
          </p:cNvSpPr>
          <p:nvPr/>
        </p:nvSpPr>
        <p:spPr>
          <a:xfrm>
            <a:off x="1181101" y="5067300"/>
            <a:ext cx="2714625" cy="361949"/>
          </a:xfrm>
          <a:prstGeom prst="rect">
            <a:avLst/>
          </a:prstGeom>
          <a:noFill/>
          <a:ln w="0">
            <a:noFill/>
            <a:prstDash val="solid"/>
          </a:ln>
        </p:spPr>
        <p:txBody>
          <a:bodyPr wrap="square" lIns="0" tIns="0" rIns="0" bIns="0" anchor="ctr">
            <a:noAutofit/>
          </a:bodyPr>
          <a:lstStyle>
            <a:defPPr algn="l">
              <a:defRPr sz="1200" b="0">
                <a:solidFill>
                  <a:srgbClr val="4A4F6A"/>
                </a:solidFill>
                <a:latin typeface="Calibri"/>
                <a:ea typeface="Calibri"/>
                <a:cs typeface="Calibri"/>
              </a:defRPr>
            </a:defPPr>
            <a:lvl1pPr algn="l">
              <a:defRPr sz="1200" b="0">
                <a:solidFill>
                  <a:srgbClr val="4A4F6A"/>
                </a:solidFill>
                <a:latin typeface="Calibri"/>
                <a:ea typeface="Calibri"/>
                <a:cs typeface="Calibri"/>
              </a:defRPr>
            </a:lvl1pPr>
            <a:lvl2pPr algn="l">
              <a:defRPr sz="1200" b="0">
                <a:solidFill>
                  <a:srgbClr val="4A4F6A"/>
                </a:solidFill>
                <a:latin typeface="Calibri"/>
                <a:ea typeface="Calibri"/>
                <a:cs typeface="Calibri"/>
              </a:defRPr>
            </a:lvl2pPr>
            <a:lvl3pPr algn="l">
              <a:defRPr sz="1200" b="0">
                <a:solidFill>
                  <a:srgbClr val="4A4F6A"/>
                </a:solidFill>
                <a:latin typeface="Calibri"/>
                <a:ea typeface="Calibri"/>
                <a:cs typeface="Calibri"/>
              </a:defRPr>
            </a:lvl3pPr>
            <a:lvl4pPr algn="l">
              <a:defRPr sz="1200" b="0">
                <a:solidFill>
                  <a:srgbClr val="4A4F6A"/>
                </a:solidFill>
                <a:latin typeface="Calibri"/>
                <a:ea typeface="Calibri"/>
                <a:cs typeface="Calibri"/>
              </a:defRPr>
            </a:lvl4pPr>
            <a:lvl5pPr algn="l">
              <a:defRPr sz="1200" b="0">
                <a:solidFill>
                  <a:srgbClr val="4A4F6A"/>
                </a:solidFill>
                <a:latin typeface="Calibri"/>
                <a:ea typeface="Calibri"/>
                <a:cs typeface="Calibri"/>
              </a:defRPr>
            </a:lvl5pPr>
            <a:lvl6pPr algn="l">
              <a:defRPr sz="1200" b="0">
                <a:solidFill>
                  <a:srgbClr val="4A4F6A"/>
                </a:solidFill>
                <a:latin typeface="Calibri"/>
                <a:ea typeface="Calibri"/>
                <a:cs typeface="Calibri"/>
              </a:defRPr>
            </a:lvl6pPr>
            <a:lvl7pPr algn="l">
              <a:defRPr sz="1200" b="0">
                <a:solidFill>
                  <a:srgbClr val="4A4F6A"/>
                </a:solidFill>
                <a:latin typeface="Calibri"/>
                <a:ea typeface="Calibri"/>
                <a:cs typeface="Calibri"/>
              </a:defRPr>
            </a:lvl7pPr>
            <a:lvl8pPr algn="l">
              <a:defRPr sz="1200" b="0">
                <a:solidFill>
                  <a:srgbClr val="4A4F6A"/>
                </a:solidFill>
                <a:latin typeface="Calibri"/>
                <a:ea typeface="Calibri"/>
                <a:cs typeface="Calibri"/>
              </a:defRPr>
            </a:lvl8pPr>
            <a:lvl9pPr algn="l">
              <a:defRPr sz="1200" b="0">
                <a:solidFill>
                  <a:srgbClr val="4A4F6A"/>
                </a:solidFill>
                <a:latin typeface="Calibri"/>
                <a:ea typeface="Calibri"/>
                <a:cs typeface="Calibri"/>
              </a:defRPr>
            </a:lvl9pPr>
          </a:lstStyle>
          <a:p>
            <a:pPr defTabSz="1219170">
              <a:defRPr sz="1200" b="0">
                <a:solidFill>
                  <a:srgbClr val="4A4F6A"/>
                </a:solidFill>
                <a:latin typeface="Calibri"/>
                <a:ea typeface="Calibri"/>
                <a:cs typeface="Calibri"/>
              </a:defRPr>
            </a:pPr>
            <a:r>
              <a:rPr sz="1600"/>
              <a:t>Work next</a:t>
            </a:r>
          </a:p>
        </p:txBody>
      </p:sp>
      <p:sp>
        <p:nvSpPr>
          <p:cNvPr id="58" name="Oval 57">
            <a:extLst>
              <a:ext uri="{FF2B5EF4-FFF2-40B4-BE49-F238E27FC236}">
                <a16:creationId xmlns:a16="http://schemas.microsoft.com/office/drawing/2014/main" id="{655B59CF-8A7E-4C06-8EE1-CA84F62E3E33}"/>
              </a:ext>
            </a:extLst>
          </p:cNvPr>
          <p:cNvSpPr>
            <a:spLocks noGrp="1"/>
          </p:cNvSpPr>
          <p:nvPr/>
        </p:nvSpPr>
        <p:spPr>
          <a:xfrm>
            <a:off x="3952875" y="5143500"/>
            <a:ext cx="209549" cy="209549"/>
          </a:xfrm>
          <a:prstGeom prst="ellipse">
            <a:avLst/>
          </a:prstGeom>
          <a:solidFill>
            <a:srgbClr val="E0F1ED"/>
          </a:solidFill>
          <a:ln w="7144">
            <a:solidFill>
              <a:srgbClr val="1B1F3B"/>
            </a:solidFill>
            <a:prstDash val="solid"/>
          </a:ln>
        </p:spPr>
        <p:txBody>
          <a:bodyPr/>
          <a:lstStyle/>
          <a:p>
            <a:pPr defTabSz="1219170"/>
            <a:endParaRPr sz="2400">
              <a:solidFill>
                <a:srgbClr val="1B1F3B"/>
              </a:solidFill>
              <a:latin typeface="Calibri"/>
            </a:endParaRPr>
          </a:p>
        </p:txBody>
      </p:sp>
      <p:sp>
        <p:nvSpPr>
          <p:cNvPr id="59" name="Rectangle 58">
            <a:extLst>
              <a:ext uri="{FF2B5EF4-FFF2-40B4-BE49-F238E27FC236}">
                <a16:creationId xmlns:a16="http://schemas.microsoft.com/office/drawing/2014/main" id="{DBD7D5F6-CEAA-4F17-A0CB-C9595DB280A7}"/>
              </a:ext>
            </a:extLst>
          </p:cNvPr>
          <p:cNvSpPr>
            <a:spLocks noGrp="1"/>
          </p:cNvSpPr>
          <p:nvPr/>
        </p:nvSpPr>
        <p:spPr>
          <a:xfrm>
            <a:off x="4276726" y="5067300"/>
            <a:ext cx="2714625" cy="361949"/>
          </a:xfrm>
          <a:prstGeom prst="rect">
            <a:avLst/>
          </a:prstGeom>
          <a:noFill/>
          <a:ln w="0">
            <a:noFill/>
            <a:prstDash val="solid"/>
          </a:ln>
        </p:spPr>
        <p:txBody>
          <a:bodyPr wrap="square" lIns="0" tIns="0" rIns="0" bIns="0" anchor="ctr">
            <a:noAutofit/>
          </a:bodyPr>
          <a:lstStyle>
            <a:defPPr algn="l">
              <a:defRPr sz="1200" b="0">
                <a:solidFill>
                  <a:srgbClr val="4A4F6A"/>
                </a:solidFill>
                <a:latin typeface="Calibri"/>
                <a:ea typeface="Calibri"/>
                <a:cs typeface="Calibri"/>
              </a:defRPr>
            </a:defPPr>
            <a:lvl1pPr algn="l">
              <a:defRPr sz="1200" b="0">
                <a:solidFill>
                  <a:srgbClr val="4A4F6A"/>
                </a:solidFill>
                <a:latin typeface="Calibri"/>
                <a:ea typeface="Calibri"/>
                <a:cs typeface="Calibri"/>
              </a:defRPr>
            </a:lvl1pPr>
            <a:lvl2pPr algn="l">
              <a:defRPr sz="1200" b="0">
                <a:solidFill>
                  <a:srgbClr val="4A4F6A"/>
                </a:solidFill>
                <a:latin typeface="Calibri"/>
                <a:ea typeface="Calibri"/>
                <a:cs typeface="Calibri"/>
              </a:defRPr>
            </a:lvl2pPr>
            <a:lvl3pPr algn="l">
              <a:defRPr sz="1200" b="0">
                <a:solidFill>
                  <a:srgbClr val="4A4F6A"/>
                </a:solidFill>
                <a:latin typeface="Calibri"/>
                <a:ea typeface="Calibri"/>
                <a:cs typeface="Calibri"/>
              </a:defRPr>
            </a:lvl3pPr>
            <a:lvl4pPr algn="l">
              <a:defRPr sz="1200" b="0">
                <a:solidFill>
                  <a:srgbClr val="4A4F6A"/>
                </a:solidFill>
                <a:latin typeface="Calibri"/>
                <a:ea typeface="Calibri"/>
                <a:cs typeface="Calibri"/>
              </a:defRPr>
            </a:lvl4pPr>
            <a:lvl5pPr algn="l">
              <a:defRPr sz="1200" b="0">
                <a:solidFill>
                  <a:srgbClr val="4A4F6A"/>
                </a:solidFill>
                <a:latin typeface="Calibri"/>
                <a:ea typeface="Calibri"/>
                <a:cs typeface="Calibri"/>
              </a:defRPr>
            </a:lvl5pPr>
            <a:lvl6pPr algn="l">
              <a:defRPr sz="1200" b="0">
                <a:solidFill>
                  <a:srgbClr val="4A4F6A"/>
                </a:solidFill>
                <a:latin typeface="Calibri"/>
                <a:ea typeface="Calibri"/>
                <a:cs typeface="Calibri"/>
              </a:defRPr>
            </a:lvl6pPr>
            <a:lvl7pPr algn="l">
              <a:defRPr sz="1200" b="0">
                <a:solidFill>
                  <a:srgbClr val="4A4F6A"/>
                </a:solidFill>
                <a:latin typeface="Calibri"/>
                <a:ea typeface="Calibri"/>
                <a:cs typeface="Calibri"/>
              </a:defRPr>
            </a:lvl7pPr>
            <a:lvl8pPr algn="l">
              <a:defRPr sz="1200" b="0">
                <a:solidFill>
                  <a:srgbClr val="4A4F6A"/>
                </a:solidFill>
                <a:latin typeface="Calibri"/>
                <a:ea typeface="Calibri"/>
                <a:cs typeface="Calibri"/>
              </a:defRPr>
            </a:lvl8pPr>
            <a:lvl9pPr algn="l">
              <a:defRPr sz="1200" b="0">
                <a:solidFill>
                  <a:srgbClr val="4A4F6A"/>
                </a:solidFill>
                <a:latin typeface="Calibri"/>
                <a:ea typeface="Calibri"/>
                <a:cs typeface="Calibri"/>
              </a:defRPr>
            </a:lvl9pPr>
          </a:lstStyle>
          <a:p>
            <a:pPr defTabSz="1219170">
              <a:defRPr sz="1200" b="0">
                <a:solidFill>
                  <a:srgbClr val="4A4F6A"/>
                </a:solidFill>
                <a:latin typeface="Calibri"/>
                <a:ea typeface="Calibri"/>
                <a:cs typeface="Calibri"/>
              </a:defRPr>
            </a:pPr>
            <a:r>
              <a:rPr sz="1600"/>
              <a:t>Finished</a:t>
            </a:r>
          </a:p>
        </p:txBody>
      </p:sp>
      <p:sp>
        <p:nvSpPr>
          <p:cNvPr id="60" name="Oval 59">
            <a:extLst>
              <a:ext uri="{FF2B5EF4-FFF2-40B4-BE49-F238E27FC236}">
                <a16:creationId xmlns:a16="http://schemas.microsoft.com/office/drawing/2014/main" id="{80F80AFA-75C9-4A9A-912F-1142D84D3773}"/>
              </a:ext>
            </a:extLst>
          </p:cNvPr>
          <p:cNvSpPr>
            <a:spLocks noGrp="1"/>
          </p:cNvSpPr>
          <p:nvPr/>
        </p:nvSpPr>
        <p:spPr>
          <a:xfrm>
            <a:off x="7048500" y="5143500"/>
            <a:ext cx="209549" cy="209549"/>
          </a:xfrm>
          <a:prstGeom prst="ellipse">
            <a:avLst/>
          </a:prstGeom>
          <a:solidFill>
            <a:srgbClr val="FFFFFF"/>
          </a:solidFill>
          <a:ln w="7144">
            <a:solidFill>
              <a:srgbClr val="1B1F3B"/>
            </a:solidFill>
            <a:prstDash val="solid"/>
          </a:ln>
        </p:spPr>
        <p:txBody>
          <a:bodyPr/>
          <a:lstStyle/>
          <a:p>
            <a:pPr defTabSz="1219170"/>
            <a:endParaRPr sz="2400">
              <a:solidFill>
                <a:srgbClr val="1B1F3B"/>
              </a:solidFill>
              <a:latin typeface="Calibri"/>
            </a:endParaRPr>
          </a:p>
        </p:txBody>
      </p:sp>
      <p:sp>
        <p:nvSpPr>
          <p:cNvPr id="61" name="Rectangle 60">
            <a:extLst>
              <a:ext uri="{FF2B5EF4-FFF2-40B4-BE49-F238E27FC236}">
                <a16:creationId xmlns:a16="http://schemas.microsoft.com/office/drawing/2014/main" id="{3EF6A890-CB79-421E-9658-FB0D836252D4}"/>
              </a:ext>
            </a:extLst>
          </p:cNvPr>
          <p:cNvSpPr>
            <a:spLocks noGrp="1"/>
          </p:cNvSpPr>
          <p:nvPr/>
        </p:nvSpPr>
        <p:spPr>
          <a:xfrm>
            <a:off x="7372350" y="5067300"/>
            <a:ext cx="2714625" cy="361949"/>
          </a:xfrm>
          <a:prstGeom prst="rect">
            <a:avLst/>
          </a:prstGeom>
          <a:noFill/>
          <a:ln w="0">
            <a:noFill/>
            <a:prstDash val="solid"/>
          </a:ln>
        </p:spPr>
        <p:txBody>
          <a:bodyPr wrap="square" lIns="0" tIns="0" rIns="0" bIns="0" anchor="ctr">
            <a:noAutofit/>
          </a:bodyPr>
          <a:lstStyle>
            <a:defPPr algn="l">
              <a:defRPr sz="1200" b="0">
                <a:solidFill>
                  <a:srgbClr val="4A4F6A"/>
                </a:solidFill>
                <a:latin typeface="Calibri"/>
                <a:ea typeface="Calibri"/>
                <a:cs typeface="Calibri"/>
              </a:defRPr>
            </a:defPPr>
            <a:lvl1pPr algn="l">
              <a:defRPr sz="1200" b="0">
                <a:solidFill>
                  <a:srgbClr val="4A4F6A"/>
                </a:solidFill>
                <a:latin typeface="Calibri"/>
                <a:ea typeface="Calibri"/>
                <a:cs typeface="Calibri"/>
              </a:defRPr>
            </a:lvl1pPr>
            <a:lvl2pPr algn="l">
              <a:defRPr sz="1200" b="0">
                <a:solidFill>
                  <a:srgbClr val="4A4F6A"/>
                </a:solidFill>
                <a:latin typeface="Calibri"/>
                <a:ea typeface="Calibri"/>
                <a:cs typeface="Calibri"/>
              </a:defRPr>
            </a:lvl2pPr>
            <a:lvl3pPr algn="l">
              <a:defRPr sz="1200" b="0">
                <a:solidFill>
                  <a:srgbClr val="4A4F6A"/>
                </a:solidFill>
                <a:latin typeface="Calibri"/>
                <a:ea typeface="Calibri"/>
                <a:cs typeface="Calibri"/>
              </a:defRPr>
            </a:lvl3pPr>
            <a:lvl4pPr algn="l">
              <a:defRPr sz="1200" b="0">
                <a:solidFill>
                  <a:srgbClr val="4A4F6A"/>
                </a:solidFill>
                <a:latin typeface="Calibri"/>
                <a:ea typeface="Calibri"/>
                <a:cs typeface="Calibri"/>
              </a:defRPr>
            </a:lvl4pPr>
            <a:lvl5pPr algn="l">
              <a:defRPr sz="1200" b="0">
                <a:solidFill>
                  <a:srgbClr val="4A4F6A"/>
                </a:solidFill>
                <a:latin typeface="Calibri"/>
                <a:ea typeface="Calibri"/>
                <a:cs typeface="Calibri"/>
              </a:defRPr>
            </a:lvl5pPr>
            <a:lvl6pPr algn="l">
              <a:defRPr sz="1200" b="0">
                <a:solidFill>
                  <a:srgbClr val="4A4F6A"/>
                </a:solidFill>
                <a:latin typeface="Calibri"/>
                <a:ea typeface="Calibri"/>
                <a:cs typeface="Calibri"/>
              </a:defRPr>
            </a:lvl6pPr>
            <a:lvl7pPr algn="l">
              <a:defRPr sz="1200" b="0">
                <a:solidFill>
                  <a:srgbClr val="4A4F6A"/>
                </a:solidFill>
                <a:latin typeface="Calibri"/>
                <a:ea typeface="Calibri"/>
                <a:cs typeface="Calibri"/>
              </a:defRPr>
            </a:lvl7pPr>
            <a:lvl8pPr algn="l">
              <a:defRPr sz="1200" b="0">
                <a:solidFill>
                  <a:srgbClr val="4A4F6A"/>
                </a:solidFill>
                <a:latin typeface="Calibri"/>
                <a:ea typeface="Calibri"/>
                <a:cs typeface="Calibri"/>
              </a:defRPr>
            </a:lvl8pPr>
            <a:lvl9pPr algn="l">
              <a:defRPr sz="1200" b="0">
                <a:solidFill>
                  <a:srgbClr val="4A4F6A"/>
                </a:solidFill>
                <a:latin typeface="Calibri"/>
                <a:ea typeface="Calibri"/>
                <a:cs typeface="Calibri"/>
              </a:defRPr>
            </a:lvl9pPr>
          </a:lstStyle>
          <a:p>
            <a:pPr defTabSz="1219170">
              <a:defRPr sz="1200" b="0">
                <a:solidFill>
                  <a:srgbClr val="4A4F6A"/>
                </a:solidFill>
                <a:latin typeface="Calibri"/>
                <a:ea typeface="Calibri"/>
                <a:cs typeface="Calibri"/>
              </a:defRPr>
            </a:pPr>
            <a:r>
              <a:rPr sz="1600"/>
              <a:t>Not processed</a:t>
            </a:r>
          </a:p>
        </p:txBody>
      </p:sp>
      <p:sp>
        <p:nvSpPr>
          <p:cNvPr id="62" name="Rectangle 61">
            <a:extLst>
              <a:ext uri="{FF2B5EF4-FFF2-40B4-BE49-F238E27FC236}">
                <a16:creationId xmlns:a16="http://schemas.microsoft.com/office/drawing/2014/main" id="{6FD0B935-3AA7-4BEC-B8C9-BA6F75E3CAE3}"/>
              </a:ext>
            </a:extLst>
          </p:cNvPr>
          <p:cNvSpPr>
            <a:spLocks noGrp="1"/>
          </p:cNvSpPr>
          <p:nvPr/>
        </p:nvSpPr>
        <p:spPr>
          <a:xfrm>
            <a:off x="714375" y="1285875"/>
            <a:ext cx="10763251" cy="295275"/>
          </a:xfrm>
          <a:prstGeom prst="rect">
            <a:avLst/>
          </a:prstGeom>
          <a:noFill/>
          <a:ln w="0">
            <a:noFill/>
            <a:prstDash val="solid"/>
          </a:ln>
        </p:spPr>
        <p:txBody>
          <a:bodyPr wrap="square" lIns="0" tIns="0" rIns="0" bIns="0" anchor="ctr">
            <a:noAutofit/>
          </a:bodyPr>
          <a:lstStyle>
            <a:defPPr algn="l">
              <a:defRPr sz="1250" b="0">
                <a:solidFill>
                  <a:srgbClr val="4A4F6A"/>
                </a:solidFill>
                <a:latin typeface="Calibri"/>
                <a:ea typeface="Calibri"/>
                <a:cs typeface="Calibri"/>
              </a:defRPr>
            </a:defPPr>
            <a:lvl1pPr algn="l">
              <a:defRPr sz="1250" b="0">
                <a:solidFill>
                  <a:srgbClr val="4A4F6A"/>
                </a:solidFill>
                <a:latin typeface="Calibri"/>
                <a:ea typeface="Calibri"/>
                <a:cs typeface="Calibri"/>
              </a:defRPr>
            </a:lvl1pPr>
            <a:lvl2pPr algn="l">
              <a:defRPr sz="1250" b="0">
                <a:solidFill>
                  <a:srgbClr val="4A4F6A"/>
                </a:solidFill>
                <a:latin typeface="Calibri"/>
                <a:ea typeface="Calibri"/>
                <a:cs typeface="Calibri"/>
              </a:defRPr>
            </a:lvl2pPr>
            <a:lvl3pPr algn="l">
              <a:defRPr sz="1250" b="0">
                <a:solidFill>
                  <a:srgbClr val="4A4F6A"/>
                </a:solidFill>
                <a:latin typeface="Calibri"/>
                <a:ea typeface="Calibri"/>
                <a:cs typeface="Calibri"/>
              </a:defRPr>
            </a:lvl3pPr>
            <a:lvl4pPr algn="l">
              <a:defRPr sz="1250" b="0">
                <a:solidFill>
                  <a:srgbClr val="4A4F6A"/>
                </a:solidFill>
                <a:latin typeface="Calibri"/>
                <a:ea typeface="Calibri"/>
                <a:cs typeface="Calibri"/>
              </a:defRPr>
            </a:lvl4pPr>
            <a:lvl5pPr algn="l">
              <a:defRPr sz="1250" b="0">
                <a:solidFill>
                  <a:srgbClr val="4A4F6A"/>
                </a:solidFill>
                <a:latin typeface="Calibri"/>
                <a:ea typeface="Calibri"/>
                <a:cs typeface="Calibri"/>
              </a:defRPr>
            </a:lvl5pPr>
            <a:lvl6pPr algn="l">
              <a:defRPr sz="1250" b="0">
                <a:solidFill>
                  <a:srgbClr val="4A4F6A"/>
                </a:solidFill>
                <a:latin typeface="Calibri"/>
                <a:ea typeface="Calibri"/>
                <a:cs typeface="Calibri"/>
              </a:defRPr>
            </a:lvl6pPr>
            <a:lvl7pPr algn="l">
              <a:defRPr sz="1250" b="0">
                <a:solidFill>
                  <a:srgbClr val="4A4F6A"/>
                </a:solidFill>
                <a:latin typeface="Calibri"/>
                <a:ea typeface="Calibri"/>
                <a:cs typeface="Calibri"/>
              </a:defRPr>
            </a:lvl7pPr>
            <a:lvl8pPr algn="l">
              <a:defRPr sz="1250" b="0">
                <a:solidFill>
                  <a:srgbClr val="4A4F6A"/>
                </a:solidFill>
                <a:latin typeface="Calibri"/>
                <a:ea typeface="Calibri"/>
                <a:cs typeface="Calibri"/>
              </a:defRPr>
            </a:lvl8pPr>
            <a:lvl9pPr algn="l">
              <a:defRPr sz="1250" b="0">
                <a:solidFill>
                  <a:srgbClr val="4A4F6A"/>
                </a:solidFill>
                <a:latin typeface="Calibri"/>
                <a:ea typeface="Calibri"/>
                <a:cs typeface="Calibri"/>
              </a:defRPr>
            </a:lvl9pPr>
          </a:lstStyle>
          <a:p>
            <a:pPr defTabSz="1219170">
              <a:defRPr sz="1250" b="0">
                <a:solidFill>
                  <a:srgbClr val="4A4F6A"/>
                </a:solidFill>
                <a:latin typeface="Calibri"/>
                <a:ea typeface="Calibri"/>
                <a:cs typeface="Calibri"/>
              </a:defRPr>
            </a:pPr>
            <a:r>
              <a:rPr sz="1667"/>
              <a:t>Choose the smallest unfinished total, then update nearby places.</a:t>
            </a:r>
          </a:p>
        </p:txBody>
      </p:sp>
    </p:spTree>
    <p:extLst>
      <p:ext uri="{BB962C8B-B14F-4D97-AF65-F5344CB8AC3E}">
        <p14:creationId xmlns:p14="http://schemas.microsoft.com/office/powerpoint/2010/main" val="70885343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 name="Rectangle 62"/>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sz="2400">
              <a:solidFill>
                <a:srgbClr val="FFFFFF"/>
              </a:solidFill>
              <a:latin typeface="Calibri"/>
            </a:endParaRPr>
          </a:p>
        </p:txBody>
      </p:sp>
      <p:sp>
        <p:nvSpPr>
          <p:cNvPr id="2" name="Rectangle 1">
            <a:extLst>
              <a:ext uri="{FF2B5EF4-FFF2-40B4-BE49-F238E27FC236}">
                <a16:creationId xmlns:a16="http://schemas.microsoft.com/office/drawing/2014/main" id="{F4BBA65B-5105-48C9-911D-F2B8A6A2FB54}"/>
              </a:ext>
            </a:extLst>
          </p:cNvPr>
          <p:cNvSpPr>
            <a:spLocks noGrp="1"/>
          </p:cNvSpPr>
          <p:nvPr/>
        </p:nvSpPr>
        <p:spPr>
          <a:xfrm>
            <a:off x="731520" y="365760"/>
            <a:ext cx="10728960" cy="853440"/>
          </a:xfrm>
          <a:prstGeom prst="rect">
            <a:avLst/>
          </a:prstGeom>
          <a:noFill/>
          <a:ln w="0">
            <a:noFill/>
            <a:prstDash val="solid"/>
          </a:ln>
        </p:spPr>
        <p:txBody>
          <a:bodyPr wrap="square" lIns="0" tIns="0" rIns="0" bIns="0" anchor="ctr">
            <a:noAutofit/>
          </a:bodyPr>
          <a:lstStyle>
            <a:defPPr algn="l">
              <a:defRPr sz="2350" b="1">
                <a:solidFill>
                  <a:srgbClr val="1B1F3B"/>
                </a:solidFill>
                <a:latin typeface="Calibri"/>
                <a:ea typeface="Calibri"/>
                <a:cs typeface="Calibri"/>
              </a:defRPr>
            </a:defPPr>
            <a:lvl1pPr algn="l">
              <a:defRPr sz="2350" b="1">
                <a:solidFill>
                  <a:srgbClr val="1B1F3B"/>
                </a:solidFill>
                <a:latin typeface="Calibri"/>
                <a:ea typeface="Calibri"/>
                <a:cs typeface="Calibri"/>
              </a:defRPr>
            </a:lvl1pPr>
            <a:lvl2pPr algn="l">
              <a:defRPr sz="2350" b="1">
                <a:solidFill>
                  <a:srgbClr val="1B1F3B"/>
                </a:solidFill>
                <a:latin typeface="Calibri"/>
                <a:ea typeface="Calibri"/>
                <a:cs typeface="Calibri"/>
              </a:defRPr>
            </a:lvl2pPr>
            <a:lvl3pPr algn="l">
              <a:defRPr sz="2350" b="1">
                <a:solidFill>
                  <a:srgbClr val="1B1F3B"/>
                </a:solidFill>
                <a:latin typeface="Calibri"/>
                <a:ea typeface="Calibri"/>
                <a:cs typeface="Calibri"/>
              </a:defRPr>
            </a:lvl3pPr>
            <a:lvl4pPr algn="l">
              <a:defRPr sz="2350" b="1">
                <a:solidFill>
                  <a:srgbClr val="1B1F3B"/>
                </a:solidFill>
                <a:latin typeface="Calibri"/>
                <a:ea typeface="Calibri"/>
                <a:cs typeface="Calibri"/>
              </a:defRPr>
            </a:lvl4pPr>
            <a:lvl5pPr algn="l">
              <a:defRPr sz="2350" b="1">
                <a:solidFill>
                  <a:srgbClr val="1B1F3B"/>
                </a:solidFill>
                <a:latin typeface="Calibri"/>
                <a:ea typeface="Calibri"/>
                <a:cs typeface="Calibri"/>
              </a:defRPr>
            </a:lvl5pPr>
            <a:lvl6pPr algn="l">
              <a:defRPr sz="2350" b="1">
                <a:solidFill>
                  <a:srgbClr val="1B1F3B"/>
                </a:solidFill>
                <a:latin typeface="Calibri"/>
                <a:ea typeface="Calibri"/>
                <a:cs typeface="Calibri"/>
              </a:defRPr>
            </a:lvl6pPr>
            <a:lvl7pPr algn="l">
              <a:defRPr sz="2350" b="1">
                <a:solidFill>
                  <a:srgbClr val="1B1F3B"/>
                </a:solidFill>
                <a:latin typeface="Calibri"/>
                <a:ea typeface="Calibri"/>
                <a:cs typeface="Calibri"/>
              </a:defRPr>
            </a:lvl7pPr>
            <a:lvl8pPr algn="l">
              <a:defRPr sz="2350" b="1">
                <a:solidFill>
                  <a:srgbClr val="1B1F3B"/>
                </a:solidFill>
                <a:latin typeface="Calibri"/>
                <a:ea typeface="Calibri"/>
                <a:cs typeface="Calibri"/>
              </a:defRPr>
            </a:lvl8pPr>
            <a:lvl9pPr algn="l">
              <a:defRPr sz="2350" b="1">
                <a:solidFill>
                  <a:srgbClr val="1B1F3B"/>
                </a:solidFill>
                <a:latin typeface="Calibri"/>
                <a:ea typeface="Calibri"/>
                <a:cs typeface="Calibri"/>
              </a:defRPr>
            </a:lvl9pPr>
          </a:lstStyle>
          <a:p>
            <a:pPr defTabSz="1219170">
              <a:defRPr sz="2350" b="1">
                <a:solidFill>
                  <a:srgbClr val="1B1F3B"/>
                </a:solidFill>
                <a:latin typeface="Calibri"/>
                <a:ea typeface="Calibri"/>
                <a:cs typeface="Calibri"/>
              </a:defRPr>
            </a:pPr>
            <a:r>
              <a:rPr sz="3733"/>
              <a:t>B improves the route to C</a:t>
            </a:r>
          </a:p>
        </p:txBody>
      </p:sp>
      <p:sp>
        <p:nvSpPr>
          <p:cNvPr id="3" name="Rectangle 2">
            <a:extLst>
              <a:ext uri="{FF2B5EF4-FFF2-40B4-BE49-F238E27FC236}">
                <a16:creationId xmlns:a16="http://schemas.microsoft.com/office/drawing/2014/main" id="{6BBF1C64-B1B0-4FC7-9B5B-237267C8C142}"/>
              </a:ext>
            </a:extLst>
          </p:cNvPr>
          <p:cNvSpPr>
            <a:spLocks noGrp="1"/>
          </p:cNvSpPr>
          <p:nvPr/>
        </p:nvSpPr>
        <p:spPr>
          <a:xfrm>
            <a:off x="609601" y="6229350"/>
            <a:ext cx="9334500" cy="266700"/>
          </a:xfrm>
          <a:prstGeom prst="rect">
            <a:avLst/>
          </a:prstGeom>
          <a:noFill/>
          <a:ln w="0">
            <a:noFill/>
            <a:prstDash val="solid"/>
          </a:ln>
        </p:spPr>
        <p:txBody>
          <a:bodyPr wrap="square" lIns="0" tIns="0" rIns="0" bIns="0" anchor="ctr">
            <a:noAutofit/>
          </a:bodyPr>
          <a:lstStyle>
            <a:defPPr algn="l">
              <a:defRPr sz="950" b="0">
                <a:solidFill>
                  <a:srgbClr val="4A4F6A"/>
                </a:solidFill>
                <a:latin typeface="Calibri"/>
                <a:ea typeface="Calibri"/>
                <a:cs typeface="Calibri"/>
              </a:defRPr>
            </a:defPPr>
            <a:lvl1pPr algn="l">
              <a:defRPr sz="950" b="0">
                <a:solidFill>
                  <a:srgbClr val="4A4F6A"/>
                </a:solidFill>
                <a:latin typeface="Calibri"/>
                <a:ea typeface="Calibri"/>
                <a:cs typeface="Calibri"/>
              </a:defRPr>
            </a:lvl1pPr>
            <a:lvl2pPr algn="l">
              <a:defRPr sz="950" b="0">
                <a:solidFill>
                  <a:srgbClr val="4A4F6A"/>
                </a:solidFill>
                <a:latin typeface="Calibri"/>
                <a:ea typeface="Calibri"/>
                <a:cs typeface="Calibri"/>
              </a:defRPr>
            </a:lvl2pPr>
            <a:lvl3pPr algn="l">
              <a:defRPr sz="950" b="0">
                <a:solidFill>
                  <a:srgbClr val="4A4F6A"/>
                </a:solidFill>
                <a:latin typeface="Calibri"/>
                <a:ea typeface="Calibri"/>
                <a:cs typeface="Calibri"/>
              </a:defRPr>
            </a:lvl3pPr>
            <a:lvl4pPr algn="l">
              <a:defRPr sz="950" b="0">
                <a:solidFill>
                  <a:srgbClr val="4A4F6A"/>
                </a:solidFill>
                <a:latin typeface="Calibri"/>
                <a:ea typeface="Calibri"/>
                <a:cs typeface="Calibri"/>
              </a:defRPr>
            </a:lvl4pPr>
            <a:lvl5pPr algn="l">
              <a:defRPr sz="950" b="0">
                <a:solidFill>
                  <a:srgbClr val="4A4F6A"/>
                </a:solidFill>
                <a:latin typeface="Calibri"/>
                <a:ea typeface="Calibri"/>
                <a:cs typeface="Calibri"/>
              </a:defRPr>
            </a:lvl5pPr>
            <a:lvl6pPr algn="l">
              <a:defRPr sz="950" b="0">
                <a:solidFill>
                  <a:srgbClr val="4A4F6A"/>
                </a:solidFill>
                <a:latin typeface="Calibri"/>
                <a:ea typeface="Calibri"/>
                <a:cs typeface="Calibri"/>
              </a:defRPr>
            </a:lvl6pPr>
            <a:lvl7pPr algn="l">
              <a:defRPr sz="950" b="0">
                <a:solidFill>
                  <a:srgbClr val="4A4F6A"/>
                </a:solidFill>
                <a:latin typeface="Calibri"/>
                <a:ea typeface="Calibri"/>
                <a:cs typeface="Calibri"/>
              </a:defRPr>
            </a:lvl7pPr>
            <a:lvl8pPr algn="l">
              <a:defRPr sz="950" b="0">
                <a:solidFill>
                  <a:srgbClr val="4A4F6A"/>
                </a:solidFill>
                <a:latin typeface="Calibri"/>
                <a:ea typeface="Calibri"/>
                <a:cs typeface="Calibri"/>
              </a:defRPr>
            </a:lvl8pPr>
            <a:lvl9pPr algn="l">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6  Planning</a:t>
            </a:r>
          </a:p>
        </p:txBody>
      </p:sp>
      <p:sp>
        <p:nvSpPr>
          <p:cNvPr id="4" name="Rectangle 3">
            <a:extLst>
              <a:ext uri="{FF2B5EF4-FFF2-40B4-BE49-F238E27FC236}">
                <a16:creationId xmlns:a16="http://schemas.microsoft.com/office/drawing/2014/main" id="{4886E68F-86E7-4D19-AA7F-F7990C8FC1A0}"/>
              </a:ext>
            </a:extLst>
          </p:cNvPr>
          <p:cNvSpPr>
            <a:spLocks noGrp="1"/>
          </p:cNvSpPr>
          <p:nvPr/>
        </p:nvSpPr>
        <p:spPr>
          <a:xfrm>
            <a:off x="10953750" y="6229350"/>
            <a:ext cx="619125" cy="266700"/>
          </a:xfrm>
          <a:prstGeom prst="rect">
            <a:avLst/>
          </a:prstGeom>
          <a:noFill/>
          <a:ln w="0">
            <a:noFill/>
            <a:prstDash val="solid"/>
          </a:ln>
        </p:spPr>
        <p:txBody>
          <a:bodyPr wrap="square" lIns="0" tIns="0" rIns="0" bIns="0" anchor="ctr">
            <a:noAutofit/>
          </a:bodyPr>
          <a:lstStyle>
            <a:defPPr algn="r">
              <a:defRPr sz="950" b="0">
                <a:solidFill>
                  <a:srgbClr val="4A4F6A"/>
                </a:solidFill>
                <a:latin typeface="Calibri"/>
                <a:ea typeface="Calibri"/>
                <a:cs typeface="Calibri"/>
              </a:defRPr>
            </a:defPPr>
            <a:lvl1pPr algn="r">
              <a:defRPr sz="950" b="0">
                <a:solidFill>
                  <a:srgbClr val="4A4F6A"/>
                </a:solidFill>
                <a:latin typeface="Calibri"/>
                <a:ea typeface="Calibri"/>
                <a:cs typeface="Calibri"/>
              </a:defRPr>
            </a:lvl1pPr>
            <a:lvl2pPr algn="r">
              <a:defRPr sz="950" b="0">
                <a:solidFill>
                  <a:srgbClr val="4A4F6A"/>
                </a:solidFill>
                <a:latin typeface="Calibri"/>
                <a:ea typeface="Calibri"/>
                <a:cs typeface="Calibri"/>
              </a:defRPr>
            </a:lvl2pPr>
            <a:lvl3pPr algn="r">
              <a:defRPr sz="950" b="0">
                <a:solidFill>
                  <a:srgbClr val="4A4F6A"/>
                </a:solidFill>
                <a:latin typeface="Calibri"/>
                <a:ea typeface="Calibri"/>
                <a:cs typeface="Calibri"/>
              </a:defRPr>
            </a:lvl3pPr>
            <a:lvl4pPr algn="r">
              <a:defRPr sz="950" b="0">
                <a:solidFill>
                  <a:srgbClr val="4A4F6A"/>
                </a:solidFill>
                <a:latin typeface="Calibri"/>
                <a:ea typeface="Calibri"/>
                <a:cs typeface="Calibri"/>
              </a:defRPr>
            </a:lvl4pPr>
            <a:lvl5pPr algn="r">
              <a:defRPr sz="950" b="0">
                <a:solidFill>
                  <a:srgbClr val="4A4F6A"/>
                </a:solidFill>
                <a:latin typeface="Calibri"/>
                <a:ea typeface="Calibri"/>
                <a:cs typeface="Calibri"/>
              </a:defRPr>
            </a:lvl5pPr>
            <a:lvl6pPr algn="r">
              <a:defRPr sz="950" b="0">
                <a:solidFill>
                  <a:srgbClr val="4A4F6A"/>
                </a:solidFill>
                <a:latin typeface="Calibri"/>
                <a:ea typeface="Calibri"/>
                <a:cs typeface="Calibri"/>
              </a:defRPr>
            </a:lvl6pPr>
            <a:lvl7pPr algn="r">
              <a:defRPr sz="950" b="0">
                <a:solidFill>
                  <a:srgbClr val="4A4F6A"/>
                </a:solidFill>
                <a:latin typeface="Calibri"/>
                <a:ea typeface="Calibri"/>
                <a:cs typeface="Calibri"/>
              </a:defRPr>
            </a:lvl7pPr>
            <a:lvl8pPr algn="r">
              <a:defRPr sz="950" b="0">
                <a:solidFill>
                  <a:srgbClr val="4A4F6A"/>
                </a:solidFill>
                <a:latin typeface="Calibri"/>
                <a:ea typeface="Calibri"/>
                <a:cs typeface="Calibri"/>
              </a:defRPr>
            </a:lvl8pPr>
            <a:lvl9pPr algn="r">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17</a:t>
            </a:r>
          </a:p>
        </p:txBody>
      </p:sp>
      <p:sp>
        <p:nvSpPr>
          <p:cNvPr id="5" name="Rectangle 4">
            <a:extLst>
              <a:ext uri="{FF2B5EF4-FFF2-40B4-BE49-F238E27FC236}">
                <a16:creationId xmlns:a16="http://schemas.microsoft.com/office/drawing/2014/main" id="{EDA8C322-31EA-4141-A146-95DB63CF40CE}"/>
              </a:ext>
            </a:extLst>
          </p:cNvPr>
          <p:cNvSpPr>
            <a:spLocks noGrp="1"/>
          </p:cNvSpPr>
          <p:nvPr/>
        </p:nvSpPr>
        <p:spPr>
          <a:xfrm>
            <a:off x="1514475" y="3324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6" name="Rectangle 5">
            <a:extLst>
              <a:ext uri="{FF2B5EF4-FFF2-40B4-BE49-F238E27FC236}">
                <a16:creationId xmlns:a16="http://schemas.microsoft.com/office/drawing/2014/main" id="{1C1D52B7-25BD-4CDB-A90B-6A287369EA27}"/>
              </a:ext>
            </a:extLst>
          </p:cNvPr>
          <p:cNvSpPr>
            <a:spLocks noGrp="1"/>
          </p:cNvSpPr>
          <p:nvPr/>
        </p:nvSpPr>
        <p:spPr>
          <a:xfrm>
            <a:off x="3990975" y="208597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7" name="Straight Arrow Connector 6">
            <a:extLst>
              <a:ext uri="{FF2B5EF4-FFF2-40B4-BE49-F238E27FC236}">
                <a16:creationId xmlns:a16="http://schemas.microsoft.com/office/drawing/2014/main" id="{B6C49A08-27F8-4388-A498-4838040D7F10}"/>
              </a:ext>
            </a:extLst>
          </p:cNvPr>
          <p:cNvCxnSpPr>
            <a:stCxn id="5" idx="3"/>
            <a:endCxn id="6" idx="1"/>
          </p:cNvCxnSpPr>
          <p:nvPr/>
        </p:nvCxnSpPr>
        <p:spPr>
          <a:xfrm flipV="1">
            <a:off x="1533525" y="2095500"/>
            <a:ext cx="2457451" cy="1238251"/>
          </a:xfrm>
          <a:prstGeom prst="straightConnector1">
            <a:avLst/>
          </a:prstGeom>
          <a:ln w="35719">
            <a:solidFill>
              <a:srgbClr val="C9CEF2"/>
            </a:solidFill>
            <a:prstDash val="solid"/>
          </a:ln>
        </p:spPr>
      </p:cxnSp>
      <p:sp>
        <p:nvSpPr>
          <p:cNvPr id="8" name="Oval 7">
            <a:extLst>
              <a:ext uri="{FF2B5EF4-FFF2-40B4-BE49-F238E27FC236}">
                <a16:creationId xmlns:a16="http://schemas.microsoft.com/office/drawing/2014/main" id="{B13D9139-757D-4165-82B3-7A9A7FAA5B03}"/>
              </a:ext>
            </a:extLst>
          </p:cNvPr>
          <p:cNvSpPr>
            <a:spLocks noGrp="1"/>
          </p:cNvSpPr>
          <p:nvPr/>
        </p:nvSpPr>
        <p:spPr>
          <a:xfrm>
            <a:off x="2552701" y="2514600"/>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9" name="Rectangle 8">
            <a:extLst>
              <a:ext uri="{FF2B5EF4-FFF2-40B4-BE49-F238E27FC236}">
                <a16:creationId xmlns:a16="http://schemas.microsoft.com/office/drawing/2014/main" id="{81B86F42-8BA7-4CCC-912B-D19BCAEF6DBC}"/>
              </a:ext>
            </a:extLst>
          </p:cNvPr>
          <p:cNvSpPr>
            <a:spLocks noGrp="1"/>
          </p:cNvSpPr>
          <p:nvPr/>
        </p:nvSpPr>
        <p:spPr>
          <a:xfrm>
            <a:off x="2552701" y="2505075"/>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2</a:t>
            </a:r>
          </a:p>
        </p:txBody>
      </p:sp>
      <p:sp>
        <p:nvSpPr>
          <p:cNvPr id="10" name="Rectangle 9">
            <a:extLst>
              <a:ext uri="{FF2B5EF4-FFF2-40B4-BE49-F238E27FC236}">
                <a16:creationId xmlns:a16="http://schemas.microsoft.com/office/drawing/2014/main" id="{D8B8FB6F-30E6-465E-9F71-173749871591}"/>
              </a:ext>
            </a:extLst>
          </p:cNvPr>
          <p:cNvSpPr>
            <a:spLocks noGrp="1"/>
          </p:cNvSpPr>
          <p:nvPr/>
        </p:nvSpPr>
        <p:spPr>
          <a:xfrm>
            <a:off x="1514475" y="3324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11" name="Rectangle 10">
            <a:extLst>
              <a:ext uri="{FF2B5EF4-FFF2-40B4-BE49-F238E27FC236}">
                <a16:creationId xmlns:a16="http://schemas.microsoft.com/office/drawing/2014/main" id="{D6FA2590-F964-43F7-A707-98EBFC9DC584}"/>
              </a:ext>
            </a:extLst>
          </p:cNvPr>
          <p:cNvSpPr>
            <a:spLocks noGrp="1"/>
          </p:cNvSpPr>
          <p:nvPr/>
        </p:nvSpPr>
        <p:spPr>
          <a:xfrm>
            <a:off x="3990975" y="4467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12" name="Straight Arrow Connector 11">
            <a:extLst>
              <a:ext uri="{FF2B5EF4-FFF2-40B4-BE49-F238E27FC236}">
                <a16:creationId xmlns:a16="http://schemas.microsoft.com/office/drawing/2014/main" id="{196DB083-C0ED-44A4-A1DC-B0D81BE981D7}"/>
              </a:ext>
            </a:extLst>
          </p:cNvPr>
          <p:cNvCxnSpPr>
            <a:stCxn id="10" idx="3"/>
            <a:endCxn id="11" idx="1"/>
          </p:cNvCxnSpPr>
          <p:nvPr/>
        </p:nvCxnSpPr>
        <p:spPr>
          <a:xfrm>
            <a:off x="1533525" y="3333749"/>
            <a:ext cx="2457451" cy="1143000"/>
          </a:xfrm>
          <a:prstGeom prst="straightConnector1">
            <a:avLst/>
          </a:prstGeom>
          <a:ln w="35719">
            <a:solidFill>
              <a:srgbClr val="C9CEF2"/>
            </a:solidFill>
            <a:prstDash val="solid"/>
          </a:ln>
        </p:spPr>
      </p:cxnSp>
      <p:sp>
        <p:nvSpPr>
          <p:cNvPr id="13" name="Oval 12">
            <a:extLst>
              <a:ext uri="{FF2B5EF4-FFF2-40B4-BE49-F238E27FC236}">
                <a16:creationId xmlns:a16="http://schemas.microsoft.com/office/drawing/2014/main" id="{68045575-756E-4ED7-8B14-342C0507FF02}"/>
              </a:ext>
            </a:extLst>
          </p:cNvPr>
          <p:cNvSpPr>
            <a:spLocks noGrp="1"/>
          </p:cNvSpPr>
          <p:nvPr/>
        </p:nvSpPr>
        <p:spPr>
          <a:xfrm>
            <a:off x="2552701" y="3705225"/>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14" name="Rectangle 13">
            <a:extLst>
              <a:ext uri="{FF2B5EF4-FFF2-40B4-BE49-F238E27FC236}">
                <a16:creationId xmlns:a16="http://schemas.microsoft.com/office/drawing/2014/main" id="{C235879E-3998-4D32-8CAB-C428C468A4C7}"/>
              </a:ext>
            </a:extLst>
          </p:cNvPr>
          <p:cNvSpPr>
            <a:spLocks noGrp="1"/>
          </p:cNvSpPr>
          <p:nvPr/>
        </p:nvSpPr>
        <p:spPr>
          <a:xfrm>
            <a:off x="2552701" y="3695701"/>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5</a:t>
            </a:r>
          </a:p>
        </p:txBody>
      </p:sp>
      <p:sp>
        <p:nvSpPr>
          <p:cNvPr id="15" name="Rectangle 14">
            <a:extLst>
              <a:ext uri="{FF2B5EF4-FFF2-40B4-BE49-F238E27FC236}">
                <a16:creationId xmlns:a16="http://schemas.microsoft.com/office/drawing/2014/main" id="{0FB4F374-1BBE-43DB-8D9A-17C4F2EDED06}"/>
              </a:ext>
            </a:extLst>
          </p:cNvPr>
          <p:cNvSpPr>
            <a:spLocks noGrp="1"/>
          </p:cNvSpPr>
          <p:nvPr/>
        </p:nvSpPr>
        <p:spPr>
          <a:xfrm>
            <a:off x="3990975" y="208597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16" name="Rectangle 15">
            <a:extLst>
              <a:ext uri="{FF2B5EF4-FFF2-40B4-BE49-F238E27FC236}">
                <a16:creationId xmlns:a16="http://schemas.microsoft.com/office/drawing/2014/main" id="{3B6ABBE1-4C67-40B3-9E20-90CBF53FB7F3}"/>
              </a:ext>
            </a:extLst>
          </p:cNvPr>
          <p:cNvSpPr>
            <a:spLocks noGrp="1"/>
          </p:cNvSpPr>
          <p:nvPr/>
        </p:nvSpPr>
        <p:spPr>
          <a:xfrm>
            <a:off x="3990975" y="4467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17" name="Straight Arrow Connector 16">
            <a:extLst>
              <a:ext uri="{FF2B5EF4-FFF2-40B4-BE49-F238E27FC236}">
                <a16:creationId xmlns:a16="http://schemas.microsoft.com/office/drawing/2014/main" id="{1B41DC2B-4F13-4826-A8BD-656A5AAA29A1}"/>
              </a:ext>
            </a:extLst>
          </p:cNvPr>
          <p:cNvCxnSpPr>
            <a:stCxn id="15" idx="2"/>
            <a:endCxn id="16" idx="0"/>
          </p:cNvCxnSpPr>
          <p:nvPr/>
        </p:nvCxnSpPr>
        <p:spPr>
          <a:xfrm>
            <a:off x="4000500" y="2105025"/>
            <a:ext cx="0" cy="2362200"/>
          </a:xfrm>
          <a:prstGeom prst="straightConnector1">
            <a:avLst/>
          </a:prstGeom>
          <a:ln w="35719">
            <a:solidFill>
              <a:srgbClr val="C9CEF2"/>
            </a:solidFill>
            <a:prstDash val="solid"/>
          </a:ln>
        </p:spPr>
      </p:cxnSp>
      <p:sp>
        <p:nvSpPr>
          <p:cNvPr id="18" name="Oval 17">
            <a:extLst>
              <a:ext uri="{FF2B5EF4-FFF2-40B4-BE49-F238E27FC236}">
                <a16:creationId xmlns:a16="http://schemas.microsoft.com/office/drawing/2014/main" id="{F50F94A5-9C9E-40DD-9CBC-4698058B3E08}"/>
              </a:ext>
            </a:extLst>
          </p:cNvPr>
          <p:cNvSpPr>
            <a:spLocks noGrp="1"/>
          </p:cNvSpPr>
          <p:nvPr/>
        </p:nvSpPr>
        <p:spPr>
          <a:xfrm>
            <a:off x="3790950" y="3086100"/>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19" name="Rectangle 18">
            <a:extLst>
              <a:ext uri="{FF2B5EF4-FFF2-40B4-BE49-F238E27FC236}">
                <a16:creationId xmlns:a16="http://schemas.microsoft.com/office/drawing/2014/main" id="{07F8D036-FE55-4099-AB41-C1B679AE7FE5}"/>
              </a:ext>
            </a:extLst>
          </p:cNvPr>
          <p:cNvSpPr>
            <a:spLocks noGrp="1"/>
          </p:cNvSpPr>
          <p:nvPr/>
        </p:nvSpPr>
        <p:spPr>
          <a:xfrm>
            <a:off x="3790950" y="3076575"/>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1</a:t>
            </a:r>
          </a:p>
        </p:txBody>
      </p:sp>
      <p:sp>
        <p:nvSpPr>
          <p:cNvPr id="20" name="Rectangle 19">
            <a:extLst>
              <a:ext uri="{FF2B5EF4-FFF2-40B4-BE49-F238E27FC236}">
                <a16:creationId xmlns:a16="http://schemas.microsoft.com/office/drawing/2014/main" id="{2714C9FC-9FFE-4195-A10C-209F2CC3FDE9}"/>
              </a:ext>
            </a:extLst>
          </p:cNvPr>
          <p:cNvSpPr>
            <a:spLocks noGrp="1"/>
          </p:cNvSpPr>
          <p:nvPr/>
        </p:nvSpPr>
        <p:spPr>
          <a:xfrm>
            <a:off x="3990975" y="208597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21" name="Rectangle 20">
            <a:extLst>
              <a:ext uri="{FF2B5EF4-FFF2-40B4-BE49-F238E27FC236}">
                <a16:creationId xmlns:a16="http://schemas.microsoft.com/office/drawing/2014/main" id="{59FEB87D-FF3C-468B-BEE7-A14C68E9E400}"/>
              </a:ext>
            </a:extLst>
          </p:cNvPr>
          <p:cNvSpPr>
            <a:spLocks noGrp="1"/>
          </p:cNvSpPr>
          <p:nvPr/>
        </p:nvSpPr>
        <p:spPr>
          <a:xfrm>
            <a:off x="7134225" y="208597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22" name="Straight Arrow Connector 21">
            <a:extLst>
              <a:ext uri="{FF2B5EF4-FFF2-40B4-BE49-F238E27FC236}">
                <a16:creationId xmlns:a16="http://schemas.microsoft.com/office/drawing/2014/main" id="{BCA44E23-FD7F-4F9E-885E-8801F38FCC33}"/>
              </a:ext>
            </a:extLst>
          </p:cNvPr>
          <p:cNvCxnSpPr>
            <a:stCxn id="20" idx="3"/>
            <a:endCxn id="21" idx="1"/>
          </p:cNvCxnSpPr>
          <p:nvPr/>
        </p:nvCxnSpPr>
        <p:spPr>
          <a:xfrm>
            <a:off x="4010025" y="2095500"/>
            <a:ext cx="3124200" cy="0"/>
          </a:xfrm>
          <a:prstGeom prst="straightConnector1">
            <a:avLst/>
          </a:prstGeom>
          <a:ln w="35719">
            <a:solidFill>
              <a:srgbClr val="C9CEF2"/>
            </a:solidFill>
            <a:prstDash val="solid"/>
          </a:ln>
        </p:spPr>
      </p:cxnSp>
      <p:sp>
        <p:nvSpPr>
          <p:cNvPr id="23" name="Oval 22">
            <a:extLst>
              <a:ext uri="{FF2B5EF4-FFF2-40B4-BE49-F238E27FC236}">
                <a16:creationId xmlns:a16="http://schemas.microsoft.com/office/drawing/2014/main" id="{21E91C9C-1102-4D94-A765-8BF790100680}"/>
              </a:ext>
            </a:extLst>
          </p:cNvPr>
          <p:cNvSpPr>
            <a:spLocks noGrp="1"/>
          </p:cNvSpPr>
          <p:nvPr/>
        </p:nvSpPr>
        <p:spPr>
          <a:xfrm>
            <a:off x="5362575" y="1895475"/>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24" name="Rectangle 23">
            <a:extLst>
              <a:ext uri="{FF2B5EF4-FFF2-40B4-BE49-F238E27FC236}">
                <a16:creationId xmlns:a16="http://schemas.microsoft.com/office/drawing/2014/main" id="{DB9A1F3E-0FBF-4F52-AEDA-4A424A637246}"/>
              </a:ext>
            </a:extLst>
          </p:cNvPr>
          <p:cNvSpPr>
            <a:spLocks noGrp="1"/>
          </p:cNvSpPr>
          <p:nvPr/>
        </p:nvSpPr>
        <p:spPr>
          <a:xfrm>
            <a:off x="5362575" y="1885950"/>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4</a:t>
            </a:r>
          </a:p>
        </p:txBody>
      </p:sp>
      <p:sp>
        <p:nvSpPr>
          <p:cNvPr id="25" name="Rectangle 24">
            <a:extLst>
              <a:ext uri="{FF2B5EF4-FFF2-40B4-BE49-F238E27FC236}">
                <a16:creationId xmlns:a16="http://schemas.microsoft.com/office/drawing/2014/main" id="{7E1559DC-AAA3-4CB8-A71D-DC895288A6C7}"/>
              </a:ext>
            </a:extLst>
          </p:cNvPr>
          <p:cNvSpPr>
            <a:spLocks noGrp="1"/>
          </p:cNvSpPr>
          <p:nvPr/>
        </p:nvSpPr>
        <p:spPr>
          <a:xfrm>
            <a:off x="3990975" y="4467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26" name="Rectangle 25">
            <a:extLst>
              <a:ext uri="{FF2B5EF4-FFF2-40B4-BE49-F238E27FC236}">
                <a16:creationId xmlns:a16="http://schemas.microsoft.com/office/drawing/2014/main" id="{ABC81E7B-4FB0-4517-B1F0-EBF947EF0E08}"/>
              </a:ext>
            </a:extLst>
          </p:cNvPr>
          <p:cNvSpPr>
            <a:spLocks noGrp="1"/>
          </p:cNvSpPr>
          <p:nvPr/>
        </p:nvSpPr>
        <p:spPr>
          <a:xfrm>
            <a:off x="7134225" y="208597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27" name="Straight Arrow Connector 26">
            <a:extLst>
              <a:ext uri="{FF2B5EF4-FFF2-40B4-BE49-F238E27FC236}">
                <a16:creationId xmlns:a16="http://schemas.microsoft.com/office/drawing/2014/main" id="{5343AB5A-93D2-4A20-8AC6-3CF30662462A}"/>
              </a:ext>
            </a:extLst>
          </p:cNvPr>
          <p:cNvCxnSpPr>
            <a:stCxn id="25" idx="3"/>
            <a:endCxn id="26" idx="1"/>
          </p:cNvCxnSpPr>
          <p:nvPr/>
        </p:nvCxnSpPr>
        <p:spPr>
          <a:xfrm flipV="1">
            <a:off x="4010025" y="2095500"/>
            <a:ext cx="3124200" cy="2381251"/>
          </a:xfrm>
          <a:prstGeom prst="straightConnector1">
            <a:avLst/>
          </a:prstGeom>
          <a:ln w="35719">
            <a:solidFill>
              <a:srgbClr val="C9CEF2"/>
            </a:solidFill>
            <a:prstDash val="solid"/>
          </a:ln>
        </p:spPr>
      </p:cxnSp>
      <p:sp>
        <p:nvSpPr>
          <p:cNvPr id="28" name="Oval 27">
            <a:extLst>
              <a:ext uri="{FF2B5EF4-FFF2-40B4-BE49-F238E27FC236}">
                <a16:creationId xmlns:a16="http://schemas.microsoft.com/office/drawing/2014/main" id="{2278E6B5-7182-4C81-ADA1-16ACAA207212}"/>
              </a:ext>
            </a:extLst>
          </p:cNvPr>
          <p:cNvSpPr>
            <a:spLocks noGrp="1"/>
          </p:cNvSpPr>
          <p:nvPr/>
        </p:nvSpPr>
        <p:spPr>
          <a:xfrm>
            <a:off x="5362575" y="3086100"/>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29" name="Rectangle 28">
            <a:extLst>
              <a:ext uri="{FF2B5EF4-FFF2-40B4-BE49-F238E27FC236}">
                <a16:creationId xmlns:a16="http://schemas.microsoft.com/office/drawing/2014/main" id="{9AF239AD-BEEB-4D0D-946F-AD15F0906285}"/>
              </a:ext>
            </a:extLst>
          </p:cNvPr>
          <p:cNvSpPr>
            <a:spLocks noGrp="1"/>
          </p:cNvSpPr>
          <p:nvPr/>
        </p:nvSpPr>
        <p:spPr>
          <a:xfrm>
            <a:off x="5362575" y="3076575"/>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1</a:t>
            </a:r>
          </a:p>
        </p:txBody>
      </p:sp>
      <p:sp>
        <p:nvSpPr>
          <p:cNvPr id="30" name="Rectangle 29">
            <a:extLst>
              <a:ext uri="{FF2B5EF4-FFF2-40B4-BE49-F238E27FC236}">
                <a16:creationId xmlns:a16="http://schemas.microsoft.com/office/drawing/2014/main" id="{CAD82EC8-45DA-4FD7-B9A8-02176DB9F754}"/>
              </a:ext>
            </a:extLst>
          </p:cNvPr>
          <p:cNvSpPr>
            <a:spLocks noGrp="1"/>
          </p:cNvSpPr>
          <p:nvPr/>
        </p:nvSpPr>
        <p:spPr>
          <a:xfrm>
            <a:off x="3990975" y="4467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31" name="Rectangle 30">
            <a:extLst>
              <a:ext uri="{FF2B5EF4-FFF2-40B4-BE49-F238E27FC236}">
                <a16:creationId xmlns:a16="http://schemas.microsoft.com/office/drawing/2014/main" id="{97DEFAB5-25DA-46DA-9396-D23513824C65}"/>
              </a:ext>
            </a:extLst>
          </p:cNvPr>
          <p:cNvSpPr>
            <a:spLocks noGrp="1"/>
          </p:cNvSpPr>
          <p:nvPr/>
        </p:nvSpPr>
        <p:spPr>
          <a:xfrm>
            <a:off x="9991725" y="3324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32" name="Straight Arrow Connector 31">
            <a:extLst>
              <a:ext uri="{FF2B5EF4-FFF2-40B4-BE49-F238E27FC236}">
                <a16:creationId xmlns:a16="http://schemas.microsoft.com/office/drawing/2014/main" id="{4956796E-0BC5-4873-9812-FBDB6CB9AB7D}"/>
              </a:ext>
            </a:extLst>
          </p:cNvPr>
          <p:cNvCxnSpPr>
            <a:stCxn id="30" idx="3"/>
            <a:endCxn id="31" idx="1"/>
          </p:cNvCxnSpPr>
          <p:nvPr/>
        </p:nvCxnSpPr>
        <p:spPr>
          <a:xfrm flipV="1">
            <a:off x="4010026" y="3333749"/>
            <a:ext cx="5981700" cy="1143000"/>
          </a:xfrm>
          <a:prstGeom prst="straightConnector1">
            <a:avLst/>
          </a:prstGeom>
          <a:ln w="35719">
            <a:solidFill>
              <a:srgbClr val="C9CEF2"/>
            </a:solidFill>
            <a:prstDash val="solid"/>
          </a:ln>
        </p:spPr>
      </p:cxnSp>
      <p:sp>
        <p:nvSpPr>
          <p:cNvPr id="33" name="Oval 32">
            <a:extLst>
              <a:ext uri="{FF2B5EF4-FFF2-40B4-BE49-F238E27FC236}">
                <a16:creationId xmlns:a16="http://schemas.microsoft.com/office/drawing/2014/main" id="{116D0347-8B69-4345-BEBD-4E38E18DDD56}"/>
              </a:ext>
            </a:extLst>
          </p:cNvPr>
          <p:cNvSpPr>
            <a:spLocks noGrp="1"/>
          </p:cNvSpPr>
          <p:nvPr/>
        </p:nvSpPr>
        <p:spPr>
          <a:xfrm>
            <a:off x="6791326" y="3895725"/>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34" name="Rectangle 33">
            <a:extLst>
              <a:ext uri="{FF2B5EF4-FFF2-40B4-BE49-F238E27FC236}">
                <a16:creationId xmlns:a16="http://schemas.microsoft.com/office/drawing/2014/main" id="{F211D7C4-822E-48CD-8DF1-FD187C153FBA}"/>
              </a:ext>
            </a:extLst>
          </p:cNvPr>
          <p:cNvSpPr>
            <a:spLocks noGrp="1"/>
          </p:cNvSpPr>
          <p:nvPr/>
        </p:nvSpPr>
        <p:spPr>
          <a:xfrm>
            <a:off x="6791326" y="3886201"/>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8</a:t>
            </a:r>
          </a:p>
        </p:txBody>
      </p:sp>
      <p:sp>
        <p:nvSpPr>
          <p:cNvPr id="35" name="Rectangle 34">
            <a:extLst>
              <a:ext uri="{FF2B5EF4-FFF2-40B4-BE49-F238E27FC236}">
                <a16:creationId xmlns:a16="http://schemas.microsoft.com/office/drawing/2014/main" id="{63F2C3DC-E47A-4A68-833A-CB47A4582A11}"/>
              </a:ext>
            </a:extLst>
          </p:cNvPr>
          <p:cNvSpPr>
            <a:spLocks noGrp="1"/>
          </p:cNvSpPr>
          <p:nvPr/>
        </p:nvSpPr>
        <p:spPr>
          <a:xfrm>
            <a:off x="7134225" y="208597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36" name="Rectangle 35">
            <a:extLst>
              <a:ext uri="{FF2B5EF4-FFF2-40B4-BE49-F238E27FC236}">
                <a16:creationId xmlns:a16="http://schemas.microsoft.com/office/drawing/2014/main" id="{32124C79-3D50-4BFA-BC9B-DA5A74B583E9}"/>
              </a:ext>
            </a:extLst>
          </p:cNvPr>
          <p:cNvSpPr>
            <a:spLocks noGrp="1"/>
          </p:cNvSpPr>
          <p:nvPr/>
        </p:nvSpPr>
        <p:spPr>
          <a:xfrm>
            <a:off x="9991725" y="3324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37" name="Straight Arrow Connector 36">
            <a:extLst>
              <a:ext uri="{FF2B5EF4-FFF2-40B4-BE49-F238E27FC236}">
                <a16:creationId xmlns:a16="http://schemas.microsoft.com/office/drawing/2014/main" id="{BFED5464-289F-4CF7-AFF3-2624655CAFF9}"/>
              </a:ext>
            </a:extLst>
          </p:cNvPr>
          <p:cNvCxnSpPr>
            <a:stCxn id="35" idx="3"/>
            <a:endCxn id="36" idx="1"/>
          </p:cNvCxnSpPr>
          <p:nvPr/>
        </p:nvCxnSpPr>
        <p:spPr>
          <a:xfrm>
            <a:off x="7153275" y="2095500"/>
            <a:ext cx="2838451" cy="1238251"/>
          </a:xfrm>
          <a:prstGeom prst="straightConnector1">
            <a:avLst/>
          </a:prstGeom>
          <a:ln w="35719">
            <a:solidFill>
              <a:srgbClr val="C9CEF2"/>
            </a:solidFill>
            <a:prstDash val="solid"/>
          </a:ln>
        </p:spPr>
      </p:cxnSp>
      <p:sp>
        <p:nvSpPr>
          <p:cNvPr id="38" name="Oval 37">
            <a:extLst>
              <a:ext uri="{FF2B5EF4-FFF2-40B4-BE49-F238E27FC236}">
                <a16:creationId xmlns:a16="http://schemas.microsoft.com/office/drawing/2014/main" id="{5905B339-4AD4-409A-9292-E9EC607F9ACF}"/>
              </a:ext>
            </a:extLst>
          </p:cNvPr>
          <p:cNvSpPr>
            <a:spLocks noGrp="1"/>
          </p:cNvSpPr>
          <p:nvPr/>
        </p:nvSpPr>
        <p:spPr>
          <a:xfrm>
            <a:off x="8362950" y="2514600"/>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39" name="Rectangle 38">
            <a:extLst>
              <a:ext uri="{FF2B5EF4-FFF2-40B4-BE49-F238E27FC236}">
                <a16:creationId xmlns:a16="http://schemas.microsoft.com/office/drawing/2014/main" id="{702C0894-E56A-4239-97D2-1716F3071251}"/>
              </a:ext>
            </a:extLst>
          </p:cNvPr>
          <p:cNvSpPr>
            <a:spLocks noGrp="1"/>
          </p:cNvSpPr>
          <p:nvPr/>
        </p:nvSpPr>
        <p:spPr>
          <a:xfrm>
            <a:off x="8362950" y="2505075"/>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3</a:t>
            </a:r>
          </a:p>
        </p:txBody>
      </p:sp>
      <p:sp>
        <p:nvSpPr>
          <p:cNvPr id="40" name="Oval 39">
            <a:extLst>
              <a:ext uri="{FF2B5EF4-FFF2-40B4-BE49-F238E27FC236}">
                <a16:creationId xmlns:a16="http://schemas.microsoft.com/office/drawing/2014/main" id="{F4760910-8CD9-487B-B733-EA2A6A2BA0A3}"/>
              </a:ext>
            </a:extLst>
          </p:cNvPr>
          <p:cNvSpPr>
            <a:spLocks noGrp="1"/>
          </p:cNvSpPr>
          <p:nvPr/>
        </p:nvSpPr>
        <p:spPr>
          <a:xfrm>
            <a:off x="1066800" y="2876549"/>
            <a:ext cx="914400" cy="914400"/>
          </a:xfrm>
          <a:prstGeom prst="ellipse">
            <a:avLst/>
          </a:prstGeom>
          <a:solidFill>
            <a:srgbClr val="E0F1ED"/>
          </a:solidFill>
          <a:ln w="21431">
            <a:solidFill>
              <a:srgbClr val="1B1F3B"/>
            </a:solidFill>
            <a:prstDash val="solid"/>
          </a:ln>
        </p:spPr>
        <p:txBody>
          <a:bodyPr/>
          <a:lstStyle/>
          <a:p>
            <a:pPr defTabSz="1219170"/>
            <a:endParaRPr sz="2400">
              <a:solidFill>
                <a:srgbClr val="1B1F3B"/>
              </a:solidFill>
              <a:latin typeface="Calibri"/>
            </a:endParaRPr>
          </a:p>
        </p:txBody>
      </p:sp>
      <p:sp>
        <p:nvSpPr>
          <p:cNvPr id="41" name="Rectangle 40">
            <a:extLst>
              <a:ext uri="{FF2B5EF4-FFF2-40B4-BE49-F238E27FC236}">
                <a16:creationId xmlns:a16="http://schemas.microsoft.com/office/drawing/2014/main" id="{8DC4F748-F52E-4E72-8672-712D90319BF1}"/>
              </a:ext>
            </a:extLst>
          </p:cNvPr>
          <p:cNvSpPr>
            <a:spLocks noGrp="1"/>
          </p:cNvSpPr>
          <p:nvPr/>
        </p:nvSpPr>
        <p:spPr>
          <a:xfrm>
            <a:off x="1143000" y="2990852"/>
            <a:ext cx="762000" cy="352425"/>
          </a:xfrm>
          <a:prstGeom prst="rect">
            <a:avLst/>
          </a:prstGeom>
          <a:noFill/>
          <a:ln w="0">
            <a:noFill/>
            <a:prstDash val="solid"/>
          </a:ln>
        </p:spPr>
        <p:txBody>
          <a:bodyPr wrap="square" lIns="0" tIns="0" rIns="0" bIns="0" anchor="ctr">
            <a:noAutofit/>
          </a:bodyPr>
          <a:lstStyle>
            <a:defPPr algn="ctr">
              <a:defRPr sz="1650" b="1">
                <a:solidFill>
                  <a:srgbClr val="1B1F3B"/>
                </a:solidFill>
                <a:latin typeface="Calibri"/>
                <a:ea typeface="Calibri"/>
                <a:cs typeface="Calibri"/>
              </a:defRPr>
            </a:defPPr>
            <a:lvl1pPr algn="ctr">
              <a:defRPr sz="1650" b="1">
                <a:solidFill>
                  <a:srgbClr val="1B1F3B"/>
                </a:solidFill>
                <a:latin typeface="Calibri"/>
                <a:ea typeface="Calibri"/>
                <a:cs typeface="Calibri"/>
              </a:defRPr>
            </a:lvl1pPr>
            <a:lvl2pPr algn="ctr">
              <a:defRPr sz="1650" b="1">
                <a:solidFill>
                  <a:srgbClr val="1B1F3B"/>
                </a:solidFill>
                <a:latin typeface="Calibri"/>
                <a:ea typeface="Calibri"/>
                <a:cs typeface="Calibri"/>
              </a:defRPr>
            </a:lvl2pPr>
            <a:lvl3pPr algn="ctr">
              <a:defRPr sz="1650" b="1">
                <a:solidFill>
                  <a:srgbClr val="1B1F3B"/>
                </a:solidFill>
                <a:latin typeface="Calibri"/>
                <a:ea typeface="Calibri"/>
                <a:cs typeface="Calibri"/>
              </a:defRPr>
            </a:lvl3pPr>
            <a:lvl4pPr algn="ctr">
              <a:defRPr sz="1650" b="1">
                <a:solidFill>
                  <a:srgbClr val="1B1F3B"/>
                </a:solidFill>
                <a:latin typeface="Calibri"/>
                <a:ea typeface="Calibri"/>
                <a:cs typeface="Calibri"/>
              </a:defRPr>
            </a:lvl4pPr>
            <a:lvl5pPr algn="ctr">
              <a:defRPr sz="1650" b="1">
                <a:solidFill>
                  <a:srgbClr val="1B1F3B"/>
                </a:solidFill>
                <a:latin typeface="Calibri"/>
                <a:ea typeface="Calibri"/>
                <a:cs typeface="Calibri"/>
              </a:defRPr>
            </a:lvl5pPr>
            <a:lvl6pPr algn="ctr">
              <a:defRPr sz="1650" b="1">
                <a:solidFill>
                  <a:srgbClr val="1B1F3B"/>
                </a:solidFill>
                <a:latin typeface="Calibri"/>
                <a:ea typeface="Calibri"/>
                <a:cs typeface="Calibri"/>
              </a:defRPr>
            </a:lvl6pPr>
            <a:lvl7pPr algn="ctr">
              <a:defRPr sz="1650" b="1">
                <a:solidFill>
                  <a:srgbClr val="1B1F3B"/>
                </a:solidFill>
                <a:latin typeface="Calibri"/>
                <a:ea typeface="Calibri"/>
                <a:cs typeface="Calibri"/>
              </a:defRPr>
            </a:lvl7pPr>
            <a:lvl8pPr algn="ctr">
              <a:defRPr sz="1650" b="1">
                <a:solidFill>
                  <a:srgbClr val="1B1F3B"/>
                </a:solidFill>
                <a:latin typeface="Calibri"/>
                <a:ea typeface="Calibri"/>
                <a:cs typeface="Calibri"/>
              </a:defRPr>
            </a:lvl8pPr>
            <a:lvl9pPr algn="ctr">
              <a:defRPr sz="1650" b="1">
                <a:solidFill>
                  <a:srgbClr val="1B1F3B"/>
                </a:solidFill>
                <a:latin typeface="Calibri"/>
                <a:ea typeface="Calibri"/>
                <a:cs typeface="Calibri"/>
              </a:defRPr>
            </a:lvl9pPr>
          </a:lstStyle>
          <a:p>
            <a:pPr defTabSz="1219170">
              <a:defRPr sz="1650" b="1">
                <a:solidFill>
                  <a:srgbClr val="1B1F3B"/>
                </a:solidFill>
                <a:latin typeface="Calibri"/>
                <a:ea typeface="Calibri"/>
                <a:cs typeface="Calibri"/>
              </a:defRPr>
            </a:pPr>
            <a:r>
              <a:rPr sz="2200"/>
              <a:t>S</a:t>
            </a:r>
          </a:p>
        </p:txBody>
      </p:sp>
      <p:sp>
        <p:nvSpPr>
          <p:cNvPr id="42" name="Rectangle 41">
            <a:extLst>
              <a:ext uri="{FF2B5EF4-FFF2-40B4-BE49-F238E27FC236}">
                <a16:creationId xmlns:a16="http://schemas.microsoft.com/office/drawing/2014/main" id="{6AD30123-CB92-4BDC-9B1E-FBE4DCA9E152}"/>
              </a:ext>
            </a:extLst>
          </p:cNvPr>
          <p:cNvSpPr>
            <a:spLocks noGrp="1"/>
          </p:cNvSpPr>
          <p:nvPr/>
        </p:nvSpPr>
        <p:spPr>
          <a:xfrm>
            <a:off x="1143000" y="3343276"/>
            <a:ext cx="762000" cy="352425"/>
          </a:xfrm>
          <a:prstGeom prst="rect">
            <a:avLst/>
          </a:prstGeom>
          <a:noFill/>
          <a:ln w="0">
            <a:noFill/>
            <a:prstDash val="solid"/>
          </a:ln>
        </p:spPr>
        <p:txBody>
          <a:bodyPr wrap="square" lIns="0" tIns="0" rIns="0" bIns="0" anchor="ctr">
            <a:noAutofit/>
          </a:bodyPr>
          <a:lstStyle>
            <a:defPPr algn="ctr">
              <a:defRPr sz="1450" b="1">
                <a:solidFill>
                  <a:srgbClr val="2D3A8C"/>
                </a:solidFill>
                <a:latin typeface="Calibri"/>
                <a:ea typeface="Calibri"/>
                <a:cs typeface="Calibri"/>
              </a:defRPr>
            </a:defPPr>
            <a:lvl1pPr algn="ctr">
              <a:defRPr sz="1450" b="1">
                <a:solidFill>
                  <a:srgbClr val="2D3A8C"/>
                </a:solidFill>
                <a:latin typeface="Calibri"/>
                <a:ea typeface="Calibri"/>
                <a:cs typeface="Calibri"/>
              </a:defRPr>
            </a:lvl1pPr>
            <a:lvl2pPr algn="ctr">
              <a:defRPr sz="1450" b="1">
                <a:solidFill>
                  <a:srgbClr val="2D3A8C"/>
                </a:solidFill>
                <a:latin typeface="Calibri"/>
                <a:ea typeface="Calibri"/>
                <a:cs typeface="Calibri"/>
              </a:defRPr>
            </a:lvl2pPr>
            <a:lvl3pPr algn="ctr">
              <a:defRPr sz="1450" b="1">
                <a:solidFill>
                  <a:srgbClr val="2D3A8C"/>
                </a:solidFill>
                <a:latin typeface="Calibri"/>
                <a:ea typeface="Calibri"/>
                <a:cs typeface="Calibri"/>
              </a:defRPr>
            </a:lvl3pPr>
            <a:lvl4pPr algn="ctr">
              <a:defRPr sz="1450" b="1">
                <a:solidFill>
                  <a:srgbClr val="2D3A8C"/>
                </a:solidFill>
                <a:latin typeface="Calibri"/>
                <a:ea typeface="Calibri"/>
                <a:cs typeface="Calibri"/>
              </a:defRPr>
            </a:lvl4pPr>
            <a:lvl5pPr algn="ctr">
              <a:defRPr sz="1450" b="1">
                <a:solidFill>
                  <a:srgbClr val="2D3A8C"/>
                </a:solidFill>
                <a:latin typeface="Calibri"/>
                <a:ea typeface="Calibri"/>
                <a:cs typeface="Calibri"/>
              </a:defRPr>
            </a:lvl5pPr>
            <a:lvl6pPr algn="ctr">
              <a:defRPr sz="1450" b="1">
                <a:solidFill>
                  <a:srgbClr val="2D3A8C"/>
                </a:solidFill>
                <a:latin typeface="Calibri"/>
                <a:ea typeface="Calibri"/>
                <a:cs typeface="Calibri"/>
              </a:defRPr>
            </a:lvl6pPr>
            <a:lvl7pPr algn="ctr">
              <a:defRPr sz="1450" b="1">
                <a:solidFill>
                  <a:srgbClr val="2D3A8C"/>
                </a:solidFill>
                <a:latin typeface="Calibri"/>
                <a:ea typeface="Calibri"/>
                <a:cs typeface="Calibri"/>
              </a:defRPr>
            </a:lvl7pPr>
            <a:lvl8pPr algn="ctr">
              <a:defRPr sz="1450" b="1">
                <a:solidFill>
                  <a:srgbClr val="2D3A8C"/>
                </a:solidFill>
                <a:latin typeface="Calibri"/>
                <a:ea typeface="Calibri"/>
                <a:cs typeface="Calibri"/>
              </a:defRPr>
            </a:lvl8pPr>
            <a:lvl9pPr algn="ctr">
              <a:defRPr sz="1450" b="1">
                <a:solidFill>
                  <a:srgbClr val="2D3A8C"/>
                </a:solidFill>
                <a:latin typeface="Calibri"/>
                <a:ea typeface="Calibri"/>
                <a:cs typeface="Calibri"/>
              </a:defRPr>
            </a:lvl9pPr>
          </a:lstStyle>
          <a:p>
            <a:pPr defTabSz="1219170">
              <a:defRPr sz="1450" b="1">
                <a:solidFill>
                  <a:srgbClr val="2D3A8C"/>
                </a:solidFill>
                <a:latin typeface="Calibri"/>
                <a:ea typeface="Calibri"/>
                <a:cs typeface="Calibri"/>
              </a:defRPr>
            </a:pPr>
            <a:r>
              <a:rPr sz="1933"/>
              <a:t>0</a:t>
            </a:r>
          </a:p>
        </p:txBody>
      </p:sp>
      <p:sp>
        <p:nvSpPr>
          <p:cNvPr id="43" name="Oval 42">
            <a:extLst>
              <a:ext uri="{FF2B5EF4-FFF2-40B4-BE49-F238E27FC236}">
                <a16:creationId xmlns:a16="http://schemas.microsoft.com/office/drawing/2014/main" id="{F5337531-5C0B-4FCA-BC32-D99125E71949}"/>
              </a:ext>
            </a:extLst>
          </p:cNvPr>
          <p:cNvSpPr>
            <a:spLocks noGrp="1"/>
          </p:cNvSpPr>
          <p:nvPr/>
        </p:nvSpPr>
        <p:spPr>
          <a:xfrm>
            <a:off x="3543300" y="1638300"/>
            <a:ext cx="914400" cy="914400"/>
          </a:xfrm>
          <a:prstGeom prst="ellipse">
            <a:avLst/>
          </a:prstGeom>
          <a:solidFill>
            <a:srgbClr val="E0F1ED"/>
          </a:solidFill>
          <a:ln w="21431">
            <a:solidFill>
              <a:srgbClr val="1B1F3B"/>
            </a:solidFill>
            <a:prstDash val="solid"/>
          </a:ln>
        </p:spPr>
        <p:txBody>
          <a:bodyPr/>
          <a:lstStyle/>
          <a:p>
            <a:pPr defTabSz="1219170"/>
            <a:endParaRPr sz="2400">
              <a:solidFill>
                <a:srgbClr val="1B1F3B"/>
              </a:solidFill>
              <a:latin typeface="Calibri"/>
            </a:endParaRPr>
          </a:p>
        </p:txBody>
      </p:sp>
      <p:sp>
        <p:nvSpPr>
          <p:cNvPr id="44" name="Rectangle 43">
            <a:extLst>
              <a:ext uri="{FF2B5EF4-FFF2-40B4-BE49-F238E27FC236}">
                <a16:creationId xmlns:a16="http://schemas.microsoft.com/office/drawing/2014/main" id="{4872CC6E-4FA0-43A9-BCE5-173C594327CF}"/>
              </a:ext>
            </a:extLst>
          </p:cNvPr>
          <p:cNvSpPr>
            <a:spLocks noGrp="1"/>
          </p:cNvSpPr>
          <p:nvPr/>
        </p:nvSpPr>
        <p:spPr>
          <a:xfrm>
            <a:off x="3619500" y="1752601"/>
            <a:ext cx="762000" cy="352425"/>
          </a:xfrm>
          <a:prstGeom prst="rect">
            <a:avLst/>
          </a:prstGeom>
          <a:noFill/>
          <a:ln w="0">
            <a:noFill/>
            <a:prstDash val="solid"/>
          </a:ln>
        </p:spPr>
        <p:txBody>
          <a:bodyPr wrap="square" lIns="0" tIns="0" rIns="0" bIns="0" anchor="ctr">
            <a:noAutofit/>
          </a:bodyPr>
          <a:lstStyle>
            <a:defPPr algn="ctr">
              <a:defRPr sz="1650" b="1">
                <a:solidFill>
                  <a:srgbClr val="1B1F3B"/>
                </a:solidFill>
                <a:latin typeface="Calibri"/>
                <a:ea typeface="Calibri"/>
                <a:cs typeface="Calibri"/>
              </a:defRPr>
            </a:defPPr>
            <a:lvl1pPr algn="ctr">
              <a:defRPr sz="1650" b="1">
                <a:solidFill>
                  <a:srgbClr val="1B1F3B"/>
                </a:solidFill>
                <a:latin typeface="Calibri"/>
                <a:ea typeface="Calibri"/>
                <a:cs typeface="Calibri"/>
              </a:defRPr>
            </a:lvl1pPr>
            <a:lvl2pPr algn="ctr">
              <a:defRPr sz="1650" b="1">
                <a:solidFill>
                  <a:srgbClr val="1B1F3B"/>
                </a:solidFill>
                <a:latin typeface="Calibri"/>
                <a:ea typeface="Calibri"/>
                <a:cs typeface="Calibri"/>
              </a:defRPr>
            </a:lvl2pPr>
            <a:lvl3pPr algn="ctr">
              <a:defRPr sz="1650" b="1">
                <a:solidFill>
                  <a:srgbClr val="1B1F3B"/>
                </a:solidFill>
                <a:latin typeface="Calibri"/>
                <a:ea typeface="Calibri"/>
                <a:cs typeface="Calibri"/>
              </a:defRPr>
            </a:lvl3pPr>
            <a:lvl4pPr algn="ctr">
              <a:defRPr sz="1650" b="1">
                <a:solidFill>
                  <a:srgbClr val="1B1F3B"/>
                </a:solidFill>
                <a:latin typeface="Calibri"/>
                <a:ea typeface="Calibri"/>
                <a:cs typeface="Calibri"/>
              </a:defRPr>
            </a:lvl4pPr>
            <a:lvl5pPr algn="ctr">
              <a:defRPr sz="1650" b="1">
                <a:solidFill>
                  <a:srgbClr val="1B1F3B"/>
                </a:solidFill>
                <a:latin typeface="Calibri"/>
                <a:ea typeface="Calibri"/>
                <a:cs typeface="Calibri"/>
              </a:defRPr>
            </a:lvl5pPr>
            <a:lvl6pPr algn="ctr">
              <a:defRPr sz="1650" b="1">
                <a:solidFill>
                  <a:srgbClr val="1B1F3B"/>
                </a:solidFill>
                <a:latin typeface="Calibri"/>
                <a:ea typeface="Calibri"/>
                <a:cs typeface="Calibri"/>
              </a:defRPr>
            </a:lvl6pPr>
            <a:lvl7pPr algn="ctr">
              <a:defRPr sz="1650" b="1">
                <a:solidFill>
                  <a:srgbClr val="1B1F3B"/>
                </a:solidFill>
                <a:latin typeface="Calibri"/>
                <a:ea typeface="Calibri"/>
                <a:cs typeface="Calibri"/>
              </a:defRPr>
            </a:lvl7pPr>
            <a:lvl8pPr algn="ctr">
              <a:defRPr sz="1650" b="1">
                <a:solidFill>
                  <a:srgbClr val="1B1F3B"/>
                </a:solidFill>
                <a:latin typeface="Calibri"/>
                <a:ea typeface="Calibri"/>
                <a:cs typeface="Calibri"/>
              </a:defRPr>
            </a:lvl8pPr>
            <a:lvl9pPr algn="ctr">
              <a:defRPr sz="1650" b="1">
                <a:solidFill>
                  <a:srgbClr val="1B1F3B"/>
                </a:solidFill>
                <a:latin typeface="Calibri"/>
                <a:ea typeface="Calibri"/>
                <a:cs typeface="Calibri"/>
              </a:defRPr>
            </a:lvl9pPr>
          </a:lstStyle>
          <a:p>
            <a:pPr defTabSz="1219170">
              <a:defRPr sz="1650" b="1">
                <a:solidFill>
                  <a:srgbClr val="1B1F3B"/>
                </a:solidFill>
                <a:latin typeface="Calibri"/>
                <a:ea typeface="Calibri"/>
                <a:cs typeface="Calibri"/>
              </a:defRPr>
            </a:pPr>
            <a:r>
              <a:rPr sz="2200"/>
              <a:t>A</a:t>
            </a:r>
          </a:p>
        </p:txBody>
      </p:sp>
      <p:sp>
        <p:nvSpPr>
          <p:cNvPr id="45" name="Rectangle 44">
            <a:extLst>
              <a:ext uri="{FF2B5EF4-FFF2-40B4-BE49-F238E27FC236}">
                <a16:creationId xmlns:a16="http://schemas.microsoft.com/office/drawing/2014/main" id="{7253BAD4-4B12-4B58-B327-76E6DA8E82A1}"/>
              </a:ext>
            </a:extLst>
          </p:cNvPr>
          <p:cNvSpPr>
            <a:spLocks noGrp="1"/>
          </p:cNvSpPr>
          <p:nvPr/>
        </p:nvSpPr>
        <p:spPr>
          <a:xfrm>
            <a:off x="3619500" y="2105026"/>
            <a:ext cx="762000" cy="352425"/>
          </a:xfrm>
          <a:prstGeom prst="rect">
            <a:avLst/>
          </a:prstGeom>
          <a:noFill/>
          <a:ln w="0">
            <a:noFill/>
            <a:prstDash val="solid"/>
          </a:ln>
        </p:spPr>
        <p:txBody>
          <a:bodyPr wrap="square" lIns="0" tIns="0" rIns="0" bIns="0" anchor="ctr">
            <a:noAutofit/>
          </a:bodyPr>
          <a:lstStyle>
            <a:defPPr algn="ctr">
              <a:defRPr sz="1450" b="1">
                <a:solidFill>
                  <a:srgbClr val="2D3A8C"/>
                </a:solidFill>
                <a:latin typeface="Calibri"/>
                <a:ea typeface="Calibri"/>
                <a:cs typeface="Calibri"/>
              </a:defRPr>
            </a:defPPr>
            <a:lvl1pPr algn="ctr">
              <a:defRPr sz="1450" b="1">
                <a:solidFill>
                  <a:srgbClr val="2D3A8C"/>
                </a:solidFill>
                <a:latin typeface="Calibri"/>
                <a:ea typeface="Calibri"/>
                <a:cs typeface="Calibri"/>
              </a:defRPr>
            </a:lvl1pPr>
            <a:lvl2pPr algn="ctr">
              <a:defRPr sz="1450" b="1">
                <a:solidFill>
                  <a:srgbClr val="2D3A8C"/>
                </a:solidFill>
                <a:latin typeface="Calibri"/>
                <a:ea typeface="Calibri"/>
                <a:cs typeface="Calibri"/>
              </a:defRPr>
            </a:lvl2pPr>
            <a:lvl3pPr algn="ctr">
              <a:defRPr sz="1450" b="1">
                <a:solidFill>
                  <a:srgbClr val="2D3A8C"/>
                </a:solidFill>
                <a:latin typeface="Calibri"/>
                <a:ea typeface="Calibri"/>
                <a:cs typeface="Calibri"/>
              </a:defRPr>
            </a:lvl3pPr>
            <a:lvl4pPr algn="ctr">
              <a:defRPr sz="1450" b="1">
                <a:solidFill>
                  <a:srgbClr val="2D3A8C"/>
                </a:solidFill>
                <a:latin typeface="Calibri"/>
                <a:ea typeface="Calibri"/>
                <a:cs typeface="Calibri"/>
              </a:defRPr>
            </a:lvl4pPr>
            <a:lvl5pPr algn="ctr">
              <a:defRPr sz="1450" b="1">
                <a:solidFill>
                  <a:srgbClr val="2D3A8C"/>
                </a:solidFill>
                <a:latin typeface="Calibri"/>
                <a:ea typeface="Calibri"/>
                <a:cs typeface="Calibri"/>
              </a:defRPr>
            </a:lvl5pPr>
            <a:lvl6pPr algn="ctr">
              <a:defRPr sz="1450" b="1">
                <a:solidFill>
                  <a:srgbClr val="2D3A8C"/>
                </a:solidFill>
                <a:latin typeface="Calibri"/>
                <a:ea typeface="Calibri"/>
                <a:cs typeface="Calibri"/>
              </a:defRPr>
            </a:lvl6pPr>
            <a:lvl7pPr algn="ctr">
              <a:defRPr sz="1450" b="1">
                <a:solidFill>
                  <a:srgbClr val="2D3A8C"/>
                </a:solidFill>
                <a:latin typeface="Calibri"/>
                <a:ea typeface="Calibri"/>
                <a:cs typeface="Calibri"/>
              </a:defRPr>
            </a:lvl7pPr>
            <a:lvl8pPr algn="ctr">
              <a:defRPr sz="1450" b="1">
                <a:solidFill>
                  <a:srgbClr val="2D3A8C"/>
                </a:solidFill>
                <a:latin typeface="Calibri"/>
                <a:ea typeface="Calibri"/>
                <a:cs typeface="Calibri"/>
              </a:defRPr>
            </a:lvl8pPr>
            <a:lvl9pPr algn="ctr">
              <a:defRPr sz="1450" b="1">
                <a:solidFill>
                  <a:srgbClr val="2D3A8C"/>
                </a:solidFill>
                <a:latin typeface="Calibri"/>
                <a:ea typeface="Calibri"/>
                <a:cs typeface="Calibri"/>
              </a:defRPr>
            </a:lvl9pPr>
          </a:lstStyle>
          <a:p>
            <a:pPr defTabSz="1219170">
              <a:defRPr sz="1450" b="1">
                <a:solidFill>
                  <a:srgbClr val="2D3A8C"/>
                </a:solidFill>
                <a:latin typeface="Calibri"/>
                <a:ea typeface="Calibri"/>
                <a:cs typeface="Calibri"/>
              </a:defRPr>
            </a:pPr>
            <a:r>
              <a:rPr sz="1933"/>
              <a:t>2</a:t>
            </a:r>
          </a:p>
        </p:txBody>
      </p:sp>
      <p:sp>
        <p:nvSpPr>
          <p:cNvPr id="46" name="Oval 45">
            <a:extLst>
              <a:ext uri="{FF2B5EF4-FFF2-40B4-BE49-F238E27FC236}">
                <a16:creationId xmlns:a16="http://schemas.microsoft.com/office/drawing/2014/main" id="{32294A5B-23F8-4BBE-A3A9-820D797E607B}"/>
              </a:ext>
            </a:extLst>
          </p:cNvPr>
          <p:cNvSpPr>
            <a:spLocks noGrp="1"/>
          </p:cNvSpPr>
          <p:nvPr/>
        </p:nvSpPr>
        <p:spPr>
          <a:xfrm>
            <a:off x="3543300" y="4019549"/>
            <a:ext cx="914400" cy="914400"/>
          </a:xfrm>
          <a:prstGeom prst="ellipse">
            <a:avLst/>
          </a:prstGeom>
          <a:solidFill>
            <a:srgbClr val="E0F1ED"/>
          </a:solidFill>
          <a:ln w="21431">
            <a:solidFill>
              <a:srgbClr val="1B1F3B"/>
            </a:solidFill>
            <a:prstDash val="solid"/>
          </a:ln>
        </p:spPr>
        <p:txBody>
          <a:bodyPr/>
          <a:lstStyle/>
          <a:p>
            <a:pPr defTabSz="1219170"/>
            <a:endParaRPr sz="2400">
              <a:solidFill>
                <a:srgbClr val="1B1F3B"/>
              </a:solidFill>
              <a:latin typeface="Calibri"/>
            </a:endParaRPr>
          </a:p>
        </p:txBody>
      </p:sp>
      <p:sp>
        <p:nvSpPr>
          <p:cNvPr id="47" name="Rectangle 46">
            <a:extLst>
              <a:ext uri="{FF2B5EF4-FFF2-40B4-BE49-F238E27FC236}">
                <a16:creationId xmlns:a16="http://schemas.microsoft.com/office/drawing/2014/main" id="{01E20049-B9AA-4AE3-8968-EFC6BC17B9E5}"/>
              </a:ext>
            </a:extLst>
          </p:cNvPr>
          <p:cNvSpPr>
            <a:spLocks noGrp="1"/>
          </p:cNvSpPr>
          <p:nvPr/>
        </p:nvSpPr>
        <p:spPr>
          <a:xfrm>
            <a:off x="3619500" y="4133852"/>
            <a:ext cx="762000" cy="352425"/>
          </a:xfrm>
          <a:prstGeom prst="rect">
            <a:avLst/>
          </a:prstGeom>
          <a:noFill/>
          <a:ln w="0">
            <a:noFill/>
            <a:prstDash val="solid"/>
          </a:ln>
        </p:spPr>
        <p:txBody>
          <a:bodyPr wrap="square" lIns="0" tIns="0" rIns="0" bIns="0" anchor="ctr">
            <a:noAutofit/>
          </a:bodyPr>
          <a:lstStyle>
            <a:defPPr algn="ctr">
              <a:defRPr sz="1650" b="1">
                <a:solidFill>
                  <a:srgbClr val="1B1F3B"/>
                </a:solidFill>
                <a:latin typeface="Calibri"/>
                <a:ea typeface="Calibri"/>
                <a:cs typeface="Calibri"/>
              </a:defRPr>
            </a:defPPr>
            <a:lvl1pPr algn="ctr">
              <a:defRPr sz="1650" b="1">
                <a:solidFill>
                  <a:srgbClr val="1B1F3B"/>
                </a:solidFill>
                <a:latin typeface="Calibri"/>
                <a:ea typeface="Calibri"/>
                <a:cs typeface="Calibri"/>
              </a:defRPr>
            </a:lvl1pPr>
            <a:lvl2pPr algn="ctr">
              <a:defRPr sz="1650" b="1">
                <a:solidFill>
                  <a:srgbClr val="1B1F3B"/>
                </a:solidFill>
                <a:latin typeface="Calibri"/>
                <a:ea typeface="Calibri"/>
                <a:cs typeface="Calibri"/>
              </a:defRPr>
            </a:lvl2pPr>
            <a:lvl3pPr algn="ctr">
              <a:defRPr sz="1650" b="1">
                <a:solidFill>
                  <a:srgbClr val="1B1F3B"/>
                </a:solidFill>
                <a:latin typeface="Calibri"/>
                <a:ea typeface="Calibri"/>
                <a:cs typeface="Calibri"/>
              </a:defRPr>
            </a:lvl3pPr>
            <a:lvl4pPr algn="ctr">
              <a:defRPr sz="1650" b="1">
                <a:solidFill>
                  <a:srgbClr val="1B1F3B"/>
                </a:solidFill>
                <a:latin typeface="Calibri"/>
                <a:ea typeface="Calibri"/>
                <a:cs typeface="Calibri"/>
              </a:defRPr>
            </a:lvl4pPr>
            <a:lvl5pPr algn="ctr">
              <a:defRPr sz="1650" b="1">
                <a:solidFill>
                  <a:srgbClr val="1B1F3B"/>
                </a:solidFill>
                <a:latin typeface="Calibri"/>
                <a:ea typeface="Calibri"/>
                <a:cs typeface="Calibri"/>
              </a:defRPr>
            </a:lvl5pPr>
            <a:lvl6pPr algn="ctr">
              <a:defRPr sz="1650" b="1">
                <a:solidFill>
                  <a:srgbClr val="1B1F3B"/>
                </a:solidFill>
                <a:latin typeface="Calibri"/>
                <a:ea typeface="Calibri"/>
                <a:cs typeface="Calibri"/>
              </a:defRPr>
            </a:lvl6pPr>
            <a:lvl7pPr algn="ctr">
              <a:defRPr sz="1650" b="1">
                <a:solidFill>
                  <a:srgbClr val="1B1F3B"/>
                </a:solidFill>
                <a:latin typeface="Calibri"/>
                <a:ea typeface="Calibri"/>
                <a:cs typeface="Calibri"/>
              </a:defRPr>
            </a:lvl7pPr>
            <a:lvl8pPr algn="ctr">
              <a:defRPr sz="1650" b="1">
                <a:solidFill>
                  <a:srgbClr val="1B1F3B"/>
                </a:solidFill>
                <a:latin typeface="Calibri"/>
                <a:ea typeface="Calibri"/>
                <a:cs typeface="Calibri"/>
              </a:defRPr>
            </a:lvl8pPr>
            <a:lvl9pPr algn="ctr">
              <a:defRPr sz="1650" b="1">
                <a:solidFill>
                  <a:srgbClr val="1B1F3B"/>
                </a:solidFill>
                <a:latin typeface="Calibri"/>
                <a:ea typeface="Calibri"/>
                <a:cs typeface="Calibri"/>
              </a:defRPr>
            </a:lvl9pPr>
          </a:lstStyle>
          <a:p>
            <a:pPr defTabSz="1219170">
              <a:defRPr sz="1650" b="1">
                <a:solidFill>
                  <a:srgbClr val="1B1F3B"/>
                </a:solidFill>
                <a:latin typeface="Calibri"/>
                <a:ea typeface="Calibri"/>
                <a:cs typeface="Calibri"/>
              </a:defRPr>
            </a:pPr>
            <a:r>
              <a:rPr sz="2200"/>
              <a:t>B</a:t>
            </a:r>
          </a:p>
        </p:txBody>
      </p:sp>
      <p:sp>
        <p:nvSpPr>
          <p:cNvPr id="48" name="Rectangle 47">
            <a:extLst>
              <a:ext uri="{FF2B5EF4-FFF2-40B4-BE49-F238E27FC236}">
                <a16:creationId xmlns:a16="http://schemas.microsoft.com/office/drawing/2014/main" id="{943B6677-3C4D-4BD4-AF48-1A37FB5F15C2}"/>
              </a:ext>
            </a:extLst>
          </p:cNvPr>
          <p:cNvSpPr>
            <a:spLocks noGrp="1"/>
          </p:cNvSpPr>
          <p:nvPr/>
        </p:nvSpPr>
        <p:spPr>
          <a:xfrm>
            <a:off x="3619500" y="4486276"/>
            <a:ext cx="762000" cy="352425"/>
          </a:xfrm>
          <a:prstGeom prst="rect">
            <a:avLst/>
          </a:prstGeom>
          <a:noFill/>
          <a:ln w="0">
            <a:noFill/>
            <a:prstDash val="solid"/>
          </a:ln>
        </p:spPr>
        <p:txBody>
          <a:bodyPr wrap="square" lIns="0" tIns="0" rIns="0" bIns="0" anchor="ctr">
            <a:noAutofit/>
          </a:bodyPr>
          <a:lstStyle>
            <a:defPPr algn="ctr">
              <a:defRPr sz="1450" b="1">
                <a:solidFill>
                  <a:srgbClr val="2D3A8C"/>
                </a:solidFill>
                <a:latin typeface="Calibri"/>
                <a:ea typeface="Calibri"/>
                <a:cs typeface="Calibri"/>
              </a:defRPr>
            </a:defPPr>
            <a:lvl1pPr algn="ctr">
              <a:defRPr sz="1450" b="1">
                <a:solidFill>
                  <a:srgbClr val="2D3A8C"/>
                </a:solidFill>
                <a:latin typeface="Calibri"/>
                <a:ea typeface="Calibri"/>
                <a:cs typeface="Calibri"/>
              </a:defRPr>
            </a:lvl1pPr>
            <a:lvl2pPr algn="ctr">
              <a:defRPr sz="1450" b="1">
                <a:solidFill>
                  <a:srgbClr val="2D3A8C"/>
                </a:solidFill>
                <a:latin typeface="Calibri"/>
                <a:ea typeface="Calibri"/>
                <a:cs typeface="Calibri"/>
              </a:defRPr>
            </a:lvl2pPr>
            <a:lvl3pPr algn="ctr">
              <a:defRPr sz="1450" b="1">
                <a:solidFill>
                  <a:srgbClr val="2D3A8C"/>
                </a:solidFill>
                <a:latin typeface="Calibri"/>
                <a:ea typeface="Calibri"/>
                <a:cs typeface="Calibri"/>
              </a:defRPr>
            </a:lvl3pPr>
            <a:lvl4pPr algn="ctr">
              <a:defRPr sz="1450" b="1">
                <a:solidFill>
                  <a:srgbClr val="2D3A8C"/>
                </a:solidFill>
                <a:latin typeface="Calibri"/>
                <a:ea typeface="Calibri"/>
                <a:cs typeface="Calibri"/>
              </a:defRPr>
            </a:lvl4pPr>
            <a:lvl5pPr algn="ctr">
              <a:defRPr sz="1450" b="1">
                <a:solidFill>
                  <a:srgbClr val="2D3A8C"/>
                </a:solidFill>
                <a:latin typeface="Calibri"/>
                <a:ea typeface="Calibri"/>
                <a:cs typeface="Calibri"/>
              </a:defRPr>
            </a:lvl5pPr>
            <a:lvl6pPr algn="ctr">
              <a:defRPr sz="1450" b="1">
                <a:solidFill>
                  <a:srgbClr val="2D3A8C"/>
                </a:solidFill>
                <a:latin typeface="Calibri"/>
                <a:ea typeface="Calibri"/>
                <a:cs typeface="Calibri"/>
              </a:defRPr>
            </a:lvl6pPr>
            <a:lvl7pPr algn="ctr">
              <a:defRPr sz="1450" b="1">
                <a:solidFill>
                  <a:srgbClr val="2D3A8C"/>
                </a:solidFill>
                <a:latin typeface="Calibri"/>
                <a:ea typeface="Calibri"/>
                <a:cs typeface="Calibri"/>
              </a:defRPr>
            </a:lvl7pPr>
            <a:lvl8pPr algn="ctr">
              <a:defRPr sz="1450" b="1">
                <a:solidFill>
                  <a:srgbClr val="2D3A8C"/>
                </a:solidFill>
                <a:latin typeface="Calibri"/>
                <a:ea typeface="Calibri"/>
                <a:cs typeface="Calibri"/>
              </a:defRPr>
            </a:lvl8pPr>
            <a:lvl9pPr algn="ctr">
              <a:defRPr sz="1450" b="1">
                <a:solidFill>
                  <a:srgbClr val="2D3A8C"/>
                </a:solidFill>
                <a:latin typeface="Calibri"/>
                <a:ea typeface="Calibri"/>
                <a:cs typeface="Calibri"/>
              </a:defRPr>
            </a:lvl9pPr>
          </a:lstStyle>
          <a:p>
            <a:pPr defTabSz="1219170">
              <a:defRPr sz="1450" b="1">
                <a:solidFill>
                  <a:srgbClr val="2D3A8C"/>
                </a:solidFill>
                <a:latin typeface="Calibri"/>
                <a:ea typeface="Calibri"/>
                <a:cs typeface="Calibri"/>
              </a:defRPr>
            </a:pPr>
            <a:r>
              <a:rPr sz="1933"/>
              <a:t>3</a:t>
            </a:r>
          </a:p>
        </p:txBody>
      </p:sp>
      <p:sp>
        <p:nvSpPr>
          <p:cNvPr id="49" name="Oval 48">
            <a:extLst>
              <a:ext uri="{FF2B5EF4-FFF2-40B4-BE49-F238E27FC236}">
                <a16:creationId xmlns:a16="http://schemas.microsoft.com/office/drawing/2014/main" id="{E34436E3-A239-4223-9928-E471D306AACE}"/>
              </a:ext>
            </a:extLst>
          </p:cNvPr>
          <p:cNvSpPr>
            <a:spLocks noGrp="1"/>
          </p:cNvSpPr>
          <p:nvPr/>
        </p:nvSpPr>
        <p:spPr>
          <a:xfrm>
            <a:off x="6686549" y="1638300"/>
            <a:ext cx="914400" cy="914400"/>
          </a:xfrm>
          <a:prstGeom prst="ellipse">
            <a:avLst/>
          </a:prstGeom>
          <a:solidFill>
            <a:srgbClr val="F8D19C"/>
          </a:solidFill>
          <a:ln w="21431">
            <a:solidFill>
              <a:srgbClr val="F2A33A"/>
            </a:solidFill>
            <a:prstDash val="solid"/>
          </a:ln>
        </p:spPr>
        <p:txBody>
          <a:bodyPr/>
          <a:lstStyle/>
          <a:p>
            <a:pPr defTabSz="1219170"/>
            <a:endParaRPr sz="2400">
              <a:solidFill>
                <a:srgbClr val="1B1F3B"/>
              </a:solidFill>
              <a:latin typeface="Calibri"/>
            </a:endParaRPr>
          </a:p>
        </p:txBody>
      </p:sp>
      <p:sp>
        <p:nvSpPr>
          <p:cNvPr id="50" name="Rectangle 49">
            <a:extLst>
              <a:ext uri="{FF2B5EF4-FFF2-40B4-BE49-F238E27FC236}">
                <a16:creationId xmlns:a16="http://schemas.microsoft.com/office/drawing/2014/main" id="{75BDCBF1-A5D6-45C5-9A07-435CCBAC3C63}"/>
              </a:ext>
            </a:extLst>
          </p:cNvPr>
          <p:cNvSpPr>
            <a:spLocks noGrp="1"/>
          </p:cNvSpPr>
          <p:nvPr/>
        </p:nvSpPr>
        <p:spPr>
          <a:xfrm>
            <a:off x="6762749" y="1752601"/>
            <a:ext cx="762000" cy="352425"/>
          </a:xfrm>
          <a:prstGeom prst="rect">
            <a:avLst/>
          </a:prstGeom>
          <a:noFill/>
          <a:ln w="0">
            <a:noFill/>
            <a:prstDash val="solid"/>
          </a:ln>
        </p:spPr>
        <p:txBody>
          <a:bodyPr wrap="square" lIns="0" tIns="0" rIns="0" bIns="0" anchor="ctr">
            <a:noAutofit/>
          </a:bodyPr>
          <a:lstStyle>
            <a:defPPr algn="ctr">
              <a:defRPr sz="1650" b="1">
                <a:solidFill>
                  <a:srgbClr val="1B1F3B"/>
                </a:solidFill>
                <a:latin typeface="Calibri"/>
                <a:ea typeface="Calibri"/>
                <a:cs typeface="Calibri"/>
              </a:defRPr>
            </a:defPPr>
            <a:lvl1pPr algn="ctr">
              <a:defRPr sz="1650" b="1">
                <a:solidFill>
                  <a:srgbClr val="1B1F3B"/>
                </a:solidFill>
                <a:latin typeface="Calibri"/>
                <a:ea typeface="Calibri"/>
                <a:cs typeface="Calibri"/>
              </a:defRPr>
            </a:lvl1pPr>
            <a:lvl2pPr algn="ctr">
              <a:defRPr sz="1650" b="1">
                <a:solidFill>
                  <a:srgbClr val="1B1F3B"/>
                </a:solidFill>
                <a:latin typeface="Calibri"/>
                <a:ea typeface="Calibri"/>
                <a:cs typeface="Calibri"/>
              </a:defRPr>
            </a:lvl2pPr>
            <a:lvl3pPr algn="ctr">
              <a:defRPr sz="1650" b="1">
                <a:solidFill>
                  <a:srgbClr val="1B1F3B"/>
                </a:solidFill>
                <a:latin typeface="Calibri"/>
                <a:ea typeface="Calibri"/>
                <a:cs typeface="Calibri"/>
              </a:defRPr>
            </a:lvl3pPr>
            <a:lvl4pPr algn="ctr">
              <a:defRPr sz="1650" b="1">
                <a:solidFill>
                  <a:srgbClr val="1B1F3B"/>
                </a:solidFill>
                <a:latin typeface="Calibri"/>
                <a:ea typeface="Calibri"/>
                <a:cs typeface="Calibri"/>
              </a:defRPr>
            </a:lvl4pPr>
            <a:lvl5pPr algn="ctr">
              <a:defRPr sz="1650" b="1">
                <a:solidFill>
                  <a:srgbClr val="1B1F3B"/>
                </a:solidFill>
                <a:latin typeface="Calibri"/>
                <a:ea typeface="Calibri"/>
                <a:cs typeface="Calibri"/>
              </a:defRPr>
            </a:lvl5pPr>
            <a:lvl6pPr algn="ctr">
              <a:defRPr sz="1650" b="1">
                <a:solidFill>
                  <a:srgbClr val="1B1F3B"/>
                </a:solidFill>
                <a:latin typeface="Calibri"/>
                <a:ea typeface="Calibri"/>
                <a:cs typeface="Calibri"/>
              </a:defRPr>
            </a:lvl6pPr>
            <a:lvl7pPr algn="ctr">
              <a:defRPr sz="1650" b="1">
                <a:solidFill>
                  <a:srgbClr val="1B1F3B"/>
                </a:solidFill>
                <a:latin typeface="Calibri"/>
                <a:ea typeface="Calibri"/>
                <a:cs typeface="Calibri"/>
              </a:defRPr>
            </a:lvl7pPr>
            <a:lvl8pPr algn="ctr">
              <a:defRPr sz="1650" b="1">
                <a:solidFill>
                  <a:srgbClr val="1B1F3B"/>
                </a:solidFill>
                <a:latin typeface="Calibri"/>
                <a:ea typeface="Calibri"/>
                <a:cs typeface="Calibri"/>
              </a:defRPr>
            </a:lvl8pPr>
            <a:lvl9pPr algn="ctr">
              <a:defRPr sz="1650" b="1">
                <a:solidFill>
                  <a:srgbClr val="1B1F3B"/>
                </a:solidFill>
                <a:latin typeface="Calibri"/>
                <a:ea typeface="Calibri"/>
                <a:cs typeface="Calibri"/>
              </a:defRPr>
            </a:lvl9pPr>
          </a:lstStyle>
          <a:p>
            <a:pPr defTabSz="1219170">
              <a:defRPr sz="1650" b="1">
                <a:solidFill>
                  <a:srgbClr val="1B1F3B"/>
                </a:solidFill>
                <a:latin typeface="Calibri"/>
                <a:ea typeface="Calibri"/>
                <a:cs typeface="Calibri"/>
              </a:defRPr>
            </a:pPr>
            <a:r>
              <a:rPr sz="2200"/>
              <a:t>C</a:t>
            </a:r>
          </a:p>
        </p:txBody>
      </p:sp>
      <p:sp>
        <p:nvSpPr>
          <p:cNvPr id="51" name="Rectangle 50">
            <a:extLst>
              <a:ext uri="{FF2B5EF4-FFF2-40B4-BE49-F238E27FC236}">
                <a16:creationId xmlns:a16="http://schemas.microsoft.com/office/drawing/2014/main" id="{BF4D12A5-096F-4AB3-BF88-E589DE4EBEFB}"/>
              </a:ext>
            </a:extLst>
          </p:cNvPr>
          <p:cNvSpPr>
            <a:spLocks noGrp="1"/>
          </p:cNvSpPr>
          <p:nvPr/>
        </p:nvSpPr>
        <p:spPr>
          <a:xfrm>
            <a:off x="6762749" y="2105026"/>
            <a:ext cx="762000" cy="352425"/>
          </a:xfrm>
          <a:prstGeom prst="rect">
            <a:avLst/>
          </a:prstGeom>
          <a:noFill/>
          <a:ln w="0">
            <a:noFill/>
            <a:prstDash val="solid"/>
          </a:ln>
        </p:spPr>
        <p:txBody>
          <a:bodyPr wrap="square" lIns="0" tIns="0" rIns="0" bIns="0" anchor="ctr">
            <a:noAutofit/>
          </a:bodyPr>
          <a:lstStyle>
            <a:defPPr algn="ctr">
              <a:defRPr sz="1450" b="1">
                <a:solidFill>
                  <a:srgbClr val="2D3A8C"/>
                </a:solidFill>
                <a:latin typeface="Calibri"/>
                <a:ea typeface="Calibri"/>
                <a:cs typeface="Calibri"/>
              </a:defRPr>
            </a:defPPr>
            <a:lvl1pPr algn="ctr">
              <a:defRPr sz="1450" b="1">
                <a:solidFill>
                  <a:srgbClr val="2D3A8C"/>
                </a:solidFill>
                <a:latin typeface="Calibri"/>
                <a:ea typeface="Calibri"/>
                <a:cs typeface="Calibri"/>
              </a:defRPr>
            </a:lvl1pPr>
            <a:lvl2pPr algn="ctr">
              <a:defRPr sz="1450" b="1">
                <a:solidFill>
                  <a:srgbClr val="2D3A8C"/>
                </a:solidFill>
                <a:latin typeface="Calibri"/>
                <a:ea typeface="Calibri"/>
                <a:cs typeface="Calibri"/>
              </a:defRPr>
            </a:lvl2pPr>
            <a:lvl3pPr algn="ctr">
              <a:defRPr sz="1450" b="1">
                <a:solidFill>
                  <a:srgbClr val="2D3A8C"/>
                </a:solidFill>
                <a:latin typeface="Calibri"/>
                <a:ea typeface="Calibri"/>
                <a:cs typeface="Calibri"/>
              </a:defRPr>
            </a:lvl3pPr>
            <a:lvl4pPr algn="ctr">
              <a:defRPr sz="1450" b="1">
                <a:solidFill>
                  <a:srgbClr val="2D3A8C"/>
                </a:solidFill>
                <a:latin typeface="Calibri"/>
                <a:ea typeface="Calibri"/>
                <a:cs typeface="Calibri"/>
              </a:defRPr>
            </a:lvl4pPr>
            <a:lvl5pPr algn="ctr">
              <a:defRPr sz="1450" b="1">
                <a:solidFill>
                  <a:srgbClr val="2D3A8C"/>
                </a:solidFill>
                <a:latin typeface="Calibri"/>
                <a:ea typeface="Calibri"/>
                <a:cs typeface="Calibri"/>
              </a:defRPr>
            </a:lvl5pPr>
            <a:lvl6pPr algn="ctr">
              <a:defRPr sz="1450" b="1">
                <a:solidFill>
                  <a:srgbClr val="2D3A8C"/>
                </a:solidFill>
                <a:latin typeface="Calibri"/>
                <a:ea typeface="Calibri"/>
                <a:cs typeface="Calibri"/>
              </a:defRPr>
            </a:lvl6pPr>
            <a:lvl7pPr algn="ctr">
              <a:defRPr sz="1450" b="1">
                <a:solidFill>
                  <a:srgbClr val="2D3A8C"/>
                </a:solidFill>
                <a:latin typeface="Calibri"/>
                <a:ea typeface="Calibri"/>
                <a:cs typeface="Calibri"/>
              </a:defRPr>
            </a:lvl7pPr>
            <a:lvl8pPr algn="ctr">
              <a:defRPr sz="1450" b="1">
                <a:solidFill>
                  <a:srgbClr val="2D3A8C"/>
                </a:solidFill>
                <a:latin typeface="Calibri"/>
                <a:ea typeface="Calibri"/>
                <a:cs typeface="Calibri"/>
              </a:defRPr>
            </a:lvl8pPr>
            <a:lvl9pPr algn="ctr">
              <a:defRPr sz="1450" b="1">
                <a:solidFill>
                  <a:srgbClr val="2D3A8C"/>
                </a:solidFill>
                <a:latin typeface="Calibri"/>
                <a:ea typeface="Calibri"/>
                <a:cs typeface="Calibri"/>
              </a:defRPr>
            </a:lvl9pPr>
          </a:lstStyle>
          <a:p>
            <a:pPr defTabSz="1219170">
              <a:defRPr sz="1450" b="1">
                <a:solidFill>
                  <a:srgbClr val="2D3A8C"/>
                </a:solidFill>
                <a:latin typeface="Calibri"/>
                <a:ea typeface="Calibri"/>
                <a:cs typeface="Calibri"/>
              </a:defRPr>
            </a:pPr>
            <a:r>
              <a:rPr sz="1933"/>
              <a:t>4</a:t>
            </a:r>
          </a:p>
        </p:txBody>
      </p:sp>
      <p:sp>
        <p:nvSpPr>
          <p:cNvPr id="52" name="Oval 51">
            <a:extLst>
              <a:ext uri="{FF2B5EF4-FFF2-40B4-BE49-F238E27FC236}">
                <a16:creationId xmlns:a16="http://schemas.microsoft.com/office/drawing/2014/main" id="{5680DCF0-F8CA-4AAE-AB57-C0C343ED901C}"/>
              </a:ext>
            </a:extLst>
          </p:cNvPr>
          <p:cNvSpPr>
            <a:spLocks noGrp="1"/>
          </p:cNvSpPr>
          <p:nvPr/>
        </p:nvSpPr>
        <p:spPr>
          <a:xfrm>
            <a:off x="9544051" y="2876549"/>
            <a:ext cx="914400" cy="914400"/>
          </a:xfrm>
          <a:prstGeom prst="ellipse">
            <a:avLst/>
          </a:prstGeom>
          <a:solidFill>
            <a:srgbClr val="FFFFFF"/>
          </a:solidFill>
          <a:ln w="21431">
            <a:solidFill>
              <a:srgbClr val="1B1F3B"/>
            </a:solidFill>
            <a:prstDash val="solid"/>
          </a:ln>
        </p:spPr>
        <p:txBody>
          <a:bodyPr/>
          <a:lstStyle/>
          <a:p>
            <a:pPr defTabSz="1219170"/>
            <a:endParaRPr sz="2400">
              <a:solidFill>
                <a:srgbClr val="1B1F3B"/>
              </a:solidFill>
              <a:latin typeface="Calibri"/>
            </a:endParaRPr>
          </a:p>
        </p:txBody>
      </p:sp>
      <p:sp>
        <p:nvSpPr>
          <p:cNvPr id="53" name="Rectangle 52">
            <a:extLst>
              <a:ext uri="{FF2B5EF4-FFF2-40B4-BE49-F238E27FC236}">
                <a16:creationId xmlns:a16="http://schemas.microsoft.com/office/drawing/2014/main" id="{7DDBC915-3373-4C7B-93D5-15DB60460494}"/>
              </a:ext>
            </a:extLst>
          </p:cNvPr>
          <p:cNvSpPr>
            <a:spLocks noGrp="1"/>
          </p:cNvSpPr>
          <p:nvPr/>
        </p:nvSpPr>
        <p:spPr>
          <a:xfrm>
            <a:off x="9620251" y="2990852"/>
            <a:ext cx="762000" cy="352425"/>
          </a:xfrm>
          <a:prstGeom prst="rect">
            <a:avLst/>
          </a:prstGeom>
          <a:noFill/>
          <a:ln w="0">
            <a:noFill/>
            <a:prstDash val="solid"/>
          </a:ln>
        </p:spPr>
        <p:txBody>
          <a:bodyPr wrap="square" lIns="0" tIns="0" rIns="0" bIns="0" anchor="ctr">
            <a:noAutofit/>
          </a:bodyPr>
          <a:lstStyle>
            <a:defPPr algn="ctr">
              <a:defRPr sz="1650" b="1">
                <a:solidFill>
                  <a:srgbClr val="1B1F3B"/>
                </a:solidFill>
                <a:latin typeface="Calibri"/>
                <a:ea typeface="Calibri"/>
                <a:cs typeface="Calibri"/>
              </a:defRPr>
            </a:defPPr>
            <a:lvl1pPr algn="ctr">
              <a:defRPr sz="1650" b="1">
                <a:solidFill>
                  <a:srgbClr val="1B1F3B"/>
                </a:solidFill>
                <a:latin typeface="Calibri"/>
                <a:ea typeface="Calibri"/>
                <a:cs typeface="Calibri"/>
              </a:defRPr>
            </a:lvl1pPr>
            <a:lvl2pPr algn="ctr">
              <a:defRPr sz="1650" b="1">
                <a:solidFill>
                  <a:srgbClr val="1B1F3B"/>
                </a:solidFill>
                <a:latin typeface="Calibri"/>
                <a:ea typeface="Calibri"/>
                <a:cs typeface="Calibri"/>
              </a:defRPr>
            </a:lvl2pPr>
            <a:lvl3pPr algn="ctr">
              <a:defRPr sz="1650" b="1">
                <a:solidFill>
                  <a:srgbClr val="1B1F3B"/>
                </a:solidFill>
                <a:latin typeface="Calibri"/>
                <a:ea typeface="Calibri"/>
                <a:cs typeface="Calibri"/>
              </a:defRPr>
            </a:lvl3pPr>
            <a:lvl4pPr algn="ctr">
              <a:defRPr sz="1650" b="1">
                <a:solidFill>
                  <a:srgbClr val="1B1F3B"/>
                </a:solidFill>
                <a:latin typeface="Calibri"/>
                <a:ea typeface="Calibri"/>
                <a:cs typeface="Calibri"/>
              </a:defRPr>
            </a:lvl4pPr>
            <a:lvl5pPr algn="ctr">
              <a:defRPr sz="1650" b="1">
                <a:solidFill>
                  <a:srgbClr val="1B1F3B"/>
                </a:solidFill>
                <a:latin typeface="Calibri"/>
                <a:ea typeface="Calibri"/>
                <a:cs typeface="Calibri"/>
              </a:defRPr>
            </a:lvl5pPr>
            <a:lvl6pPr algn="ctr">
              <a:defRPr sz="1650" b="1">
                <a:solidFill>
                  <a:srgbClr val="1B1F3B"/>
                </a:solidFill>
                <a:latin typeface="Calibri"/>
                <a:ea typeface="Calibri"/>
                <a:cs typeface="Calibri"/>
              </a:defRPr>
            </a:lvl6pPr>
            <a:lvl7pPr algn="ctr">
              <a:defRPr sz="1650" b="1">
                <a:solidFill>
                  <a:srgbClr val="1B1F3B"/>
                </a:solidFill>
                <a:latin typeface="Calibri"/>
                <a:ea typeface="Calibri"/>
                <a:cs typeface="Calibri"/>
              </a:defRPr>
            </a:lvl7pPr>
            <a:lvl8pPr algn="ctr">
              <a:defRPr sz="1650" b="1">
                <a:solidFill>
                  <a:srgbClr val="1B1F3B"/>
                </a:solidFill>
                <a:latin typeface="Calibri"/>
                <a:ea typeface="Calibri"/>
                <a:cs typeface="Calibri"/>
              </a:defRPr>
            </a:lvl8pPr>
            <a:lvl9pPr algn="ctr">
              <a:defRPr sz="1650" b="1">
                <a:solidFill>
                  <a:srgbClr val="1B1F3B"/>
                </a:solidFill>
                <a:latin typeface="Calibri"/>
                <a:ea typeface="Calibri"/>
                <a:cs typeface="Calibri"/>
              </a:defRPr>
            </a:lvl9pPr>
          </a:lstStyle>
          <a:p>
            <a:pPr defTabSz="1219170">
              <a:defRPr sz="1650" b="1">
                <a:solidFill>
                  <a:srgbClr val="1B1F3B"/>
                </a:solidFill>
                <a:latin typeface="Calibri"/>
                <a:ea typeface="Calibri"/>
                <a:cs typeface="Calibri"/>
              </a:defRPr>
            </a:pPr>
            <a:r>
              <a:rPr sz="2200"/>
              <a:t>G</a:t>
            </a:r>
          </a:p>
        </p:txBody>
      </p:sp>
      <p:sp>
        <p:nvSpPr>
          <p:cNvPr id="54" name="Rectangle 53">
            <a:extLst>
              <a:ext uri="{FF2B5EF4-FFF2-40B4-BE49-F238E27FC236}">
                <a16:creationId xmlns:a16="http://schemas.microsoft.com/office/drawing/2014/main" id="{B8B58E9D-9666-4182-B226-FC982C38D3BC}"/>
              </a:ext>
            </a:extLst>
          </p:cNvPr>
          <p:cNvSpPr>
            <a:spLocks noGrp="1"/>
          </p:cNvSpPr>
          <p:nvPr/>
        </p:nvSpPr>
        <p:spPr>
          <a:xfrm>
            <a:off x="9620251" y="3343276"/>
            <a:ext cx="762000" cy="352425"/>
          </a:xfrm>
          <a:prstGeom prst="rect">
            <a:avLst/>
          </a:prstGeom>
          <a:noFill/>
          <a:ln w="0">
            <a:noFill/>
            <a:prstDash val="solid"/>
          </a:ln>
        </p:spPr>
        <p:txBody>
          <a:bodyPr wrap="square" lIns="0" tIns="0" rIns="0" bIns="0" anchor="ctr">
            <a:noAutofit/>
          </a:bodyPr>
          <a:lstStyle>
            <a:defPPr algn="ctr">
              <a:defRPr sz="1450" b="1">
                <a:solidFill>
                  <a:srgbClr val="2D3A8C"/>
                </a:solidFill>
                <a:latin typeface="Calibri"/>
                <a:ea typeface="Calibri"/>
                <a:cs typeface="Calibri"/>
              </a:defRPr>
            </a:defPPr>
            <a:lvl1pPr algn="ctr">
              <a:defRPr sz="1450" b="1">
                <a:solidFill>
                  <a:srgbClr val="2D3A8C"/>
                </a:solidFill>
                <a:latin typeface="Calibri"/>
                <a:ea typeface="Calibri"/>
                <a:cs typeface="Calibri"/>
              </a:defRPr>
            </a:lvl1pPr>
            <a:lvl2pPr algn="ctr">
              <a:defRPr sz="1450" b="1">
                <a:solidFill>
                  <a:srgbClr val="2D3A8C"/>
                </a:solidFill>
                <a:latin typeface="Calibri"/>
                <a:ea typeface="Calibri"/>
                <a:cs typeface="Calibri"/>
              </a:defRPr>
            </a:lvl2pPr>
            <a:lvl3pPr algn="ctr">
              <a:defRPr sz="1450" b="1">
                <a:solidFill>
                  <a:srgbClr val="2D3A8C"/>
                </a:solidFill>
                <a:latin typeface="Calibri"/>
                <a:ea typeface="Calibri"/>
                <a:cs typeface="Calibri"/>
              </a:defRPr>
            </a:lvl3pPr>
            <a:lvl4pPr algn="ctr">
              <a:defRPr sz="1450" b="1">
                <a:solidFill>
                  <a:srgbClr val="2D3A8C"/>
                </a:solidFill>
                <a:latin typeface="Calibri"/>
                <a:ea typeface="Calibri"/>
                <a:cs typeface="Calibri"/>
              </a:defRPr>
            </a:lvl4pPr>
            <a:lvl5pPr algn="ctr">
              <a:defRPr sz="1450" b="1">
                <a:solidFill>
                  <a:srgbClr val="2D3A8C"/>
                </a:solidFill>
                <a:latin typeface="Calibri"/>
                <a:ea typeface="Calibri"/>
                <a:cs typeface="Calibri"/>
              </a:defRPr>
            </a:lvl5pPr>
            <a:lvl6pPr algn="ctr">
              <a:defRPr sz="1450" b="1">
                <a:solidFill>
                  <a:srgbClr val="2D3A8C"/>
                </a:solidFill>
                <a:latin typeface="Calibri"/>
                <a:ea typeface="Calibri"/>
                <a:cs typeface="Calibri"/>
              </a:defRPr>
            </a:lvl6pPr>
            <a:lvl7pPr algn="ctr">
              <a:defRPr sz="1450" b="1">
                <a:solidFill>
                  <a:srgbClr val="2D3A8C"/>
                </a:solidFill>
                <a:latin typeface="Calibri"/>
                <a:ea typeface="Calibri"/>
                <a:cs typeface="Calibri"/>
              </a:defRPr>
            </a:lvl7pPr>
            <a:lvl8pPr algn="ctr">
              <a:defRPr sz="1450" b="1">
                <a:solidFill>
                  <a:srgbClr val="2D3A8C"/>
                </a:solidFill>
                <a:latin typeface="Calibri"/>
                <a:ea typeface="Calibri"/>
                <a:cs typeface="Calibri"/>
              </a:defRPr>
            </a:lvl8pPr>
            <a:lvl9pPr algn="ctr">
              <a:defRPr sz="1450" b="1">
                <a:solidFill>
                  <a:srgbClr val="2D3A8C"/>
                </a:solidFill>
                <a:latin typeface="Calibri"/>
                <a:ea typeface="Calibri"/>
                <a:cs typeface="Calibri"/>
              </a:defRPr>
            </a:lvl9pPr>
          </a:lstStyle>
          <a:p>
            <a:pPr defTabSz="1219170">
              <a:defRPr sz="1450" b="1">
                <a:solidFill>
                  <a:srgbClr val="2D3A8C"/>
                </a:solidFill>
                <a:latin typeface="Calibri"/>
                <a:ea typeface="Calibri"/>
                <a:cs typeface="Calibri"/>
              </a:defRPr>
            </a:pPr>
            <a:r>
              <a:rPr sz="1933"/>
              <a:t>11</a:t>
            </a:r>
          </a:p>
        </p:txBody>
      </p:sp>
      <p:sp>
        <p:nvSpPr>
          <p:cNvPr id="55" name="Rectangle 54">
            <a:extLst>
              <a:ext uri="{FF2B5EF4-FFF2-40B4-BE49-F238E27FC236}">
                <a16:creationId xmlns:a16="http://schemas.microsoft.com/office/drawing/2014/main" id="{A8DA32B6-6EF1-489D-9CC1-63CBEB1BB3B4}"/>
              </a:ext>
            </a:extLst>
          </p:cNvPr>
          <p:cNvSpPr>
            <a:spLocks noGrp="1"/>
          </p:cNvSpPr>
          <p:nvPr/>
        </p:nvSpPr>
        <p:spPr>
          <a:xfrm>
            <a:off x="609600" y="5619749"/>
            <a:ext cx="10972800" cy="457200"/>
          </a:xfrm>
          <a:prstGeom prst="rect">
            <a:avLst/>
          </a:prstGeom>
          <a:noFill/>
          <a:ln w="0">
            <a:noFill/>
            <a:prstDash val="solid"/>
          </a:ln>
        </p:spPr>
        <p:txBody>
          <a:bodyPr wrap="square" lIns="0" tIns="0" rIns="0" bIns="0" anchor="ctr">
            <a:noAutofit/>
          </a:bodyPr>
          <a:lstStyle>
            <a:defPPr algn="l">
              <a:defRPr sz="1300" b="0">
                <a:solidFill>
                  <a:srgbClr val="4A4F6A"/>
                </a:solidFill>
                <a:latin typeface="Calibri"/>
                <a:ea typeface="Calibri"/>
                <a:cs typeface="Calibri"/>
              </a:defRPr>
            </a:defPPr>
            <a:lvl1pPr algn="l">
              <a:defRPr sz="1300" b="0">
                <a:solidFill>
                  <a:srgbClr val="4A4F6A"/>
                </a:solidFill>
                <a:latin typeface="Calibri"/>
                <a:ea typeface="Calibri"/>
                <a:cs typeface="Calibri"/>
              </a:defRPr>
            </a:lvl1pPr>
            <a:lvl2pPr algn="l">
              <a:defRPr sz="1300" b="0">
                <a:solidFill>
                  <a:srgbClr val="4A4F6A"/>
                </a:solidFill>
                <a:latin typeface="Calibri"/>
                <a:ea typeface="Calibri"/>
                <a:cs typeface="Calibri"/>
              </a:defRPr>
            </a:lvl2pPr>
            <a:lvl3pPr algn="l">
              <a:defRPr sz="1300" b="0">
                <a:solidFill>
                  <a:srgbClr val="4A4F6A"/>
                </a:solidFill>
                <a:latin typeface="Calibri"/>
                <a:ea typeface="Calibri"/>
                <a:cs typeface="Calibri"/>
              </a:defRPr>
            </a:lvl3pPr>
            <a:lvl4pPr algn="l">
              <a:defRPr sz="1300" b="0">
                <a:solidFill>
                  <a:srgbClr val="4A4F6A"/>
                </a:solidFill>
                <a:latin typeface="Calibri"/>
                <a:ea typeface="Calibri"/>
                <a:cs typeface="Calibri"/>
              </a:defRPr>
            </a:lvl4pPr>
            <a:lvl5pPr algn="l">
              <a:defRPr sz="1300" b="0">
                <a:solidFill>
                  <a:srgbClr val="4A4F6A"/>
                </a:solidFill>
                <a:latin typeface="Calibri"/>
                <a:ea typeface="Calibri"/>
                <a:cs typeface="Calibri"/>
              </a:defRPr>
            </a:lvl5pPr>
            <a:lvl6pPr algn="l">
              <a:defRPr sz="1300" b="0">
                <a:solidFill>
                  <a:srgbClr val="4A4F6A"/>
                </a:solidFill>
                <a:latin typeface="Calibri"/>
                <a:ea typeface="Calibri"/>
                <a:cs typeface="Calibri"/>
              </a:defRPr>
            </a:lvl6pPr>
            <a:lvl7pPr algn="l">
              <a:defRPr sz="1300" b="0">
                <a:solidFill>
                  <a:srgbClr val="4A4F6A"/>
                </a:solidFill>
                <a:latin typeface="Calibri"/>
                <a:ea typeface="Calibri"/>
                <a:cs typeface="Calibri"/>
              </a:defRPr>
            </a:lvl7pPr>
            <a:lvl8pPr algn="l">
              <a:defRPr sz="1300" b="0">
                <a:solidFill>
                  <a:srgbClr val="4A4F6A"/>
                </a:solidFill>
                <a:latin typeface="Calibri"/>
                <a:ea typeface="Calibri"/>
                <a:cs typeface="Calibri"/>
              </a:defRPr>
            </a:lvl8pPr>
            <a:lvl9pPr algn="l">
              <a:defRPr sz="1300" b="0">
                <a:solidFill>
                  <a:srgbClr val="4A4F6A"/>
                </a:solidFill>
                <a:latin typeface="Calibri"/>
                <a:ea typeface="Calibri"/>
                <a:cs typeface="Calibri"/>
              </a:defRPr>
            </a:lvl9pPr>
          </a:lstStyle>
          <a:p>
            <a:pPr defTabSz="1219170">
              <a:defRPr sz="1300" b="0">
                <a:solidFill>
                  <a:srgbClr val="4A4F6A"/>
                </a:solidFill>
                <a:latin typeface="Calibri"/>
                <a:ea typeface="Calibri"/>
                <a:cs typeface="Calibri"/>
              </a:defRPr>
            </a:pPr>
            <a:r>
              <a:rPr sz="1733"/>
              <a:t>C improves to 4. G gets 11, but we have not finished yet.</a:t>
            </a:r>
          </a:p>
        </p:txBody>
      </p:sp>
      <p:sp>
        <p:nvSpPr>
          <p:cNvPr id="56" name="Oval 55">
            <a:extLst>
              <a:ext uri="{FF2B5EF4-FFF2-40B4-BE49-F238E27FC236}">
                <a16:creationId xmlns:a16="http://schemas.microsoft.com/office/drawing/2014/main" id="{F2E2F0D9-9CF3-49A4-BBB1-3D0FFB14D92E}"/>
              </a:ext>
            </a:extLst>
          </p:cNvPr>
          <p:cNvSpPr>
            <a:spLocks noGrp="1"/>
          </p:cNvSpPr>
          <p:nvPr/>
        </p:nvSpPr>
        <p:spPr>
          <a:xfrm>
            <a:off x="857251" y="5143500"/>
            <a:ext cx="209549" cy="209549"/>
          </a:xfrm>
          <a:prstGeom prst="ellipse">
            <a:avLst/>
          </a:prstGeom>
          <a:solidFill>
            <a:srgbClr val="F8D19C"/>
          </a:solidFill>
          <a:ln w="7144">
            <a:solidFill>
              <a:srgbClr val="1B1F3B"/>
            </a:solidFill>
            <a:prstDash val="solid"/>
          </a:ln>
        </p:spPr>
        <p:txBody>
          <a:bodyPr/>
          <a:lstStyle/>
          <a:p>
            <a:pPr defTabSz="1219170"/>
            <a:endParaRPr sz="2400">
              <a:solidFill>
                <a:srgbClr val="1B1F3B"/>
              </a:solidFill>
              <a:latin typeface="Calibri"/>
            </a:endParaRPr>
          </a:p>
        </p:txBody>
      </p:sp>
      <p:sp>
        <p:nvSpPr>
          <p:cNvPr id="57" name="Rectangle 56">
            <a:extLst>
              <a:ext uri="{FF2B5EF4-FFF2-40B4-BE49-F238E27FC236}">
                <a16:creationId xmlns:a16="http://schemas.microsoft.com/office/drawing/2014/main" id="{B20165DB-7093-4942-B3C3-4DE9022343E3}"/>
              </a:ext>
            </a:extLst>
          </p:cNvPr>
          <p:cNvSpPr>
            <a:spLocks noGrp="1"/>
          </p:cNvSpPr>
          <p:nvPr/>
        </p:nvSpPr>
        <p:spPr>
          <a:xfrm>
            <a:off x="1181101" y="5067300"/>
            <a:ext cx="2714625" cy="361949"/>
          </a:xfrm>
          <a:prstGeom prst="rect">
            <a:avLst/>
          </a:prstGeom>
          <a:noFill/>
          <a:ln w="0">
            <a:noFill/>
            <a:prstDash val="solid"/>
          </a:ln>
        </p:spPr>
        <p:txBody>
          <a:bodyPr wrap="square" lIns="0" tIns="0" rIns="0" bIns="0" anchor="ctr">
            <a:noAutofit/>
          </a:bodyPr>
          <a:lstStyle>
            <a:defPPr algn="l">
              <a:defRPr sz="1200" b="0">
                <a:solidFill>
                  <a:srgbClr val="4A4F6A"/>
                </a:solidFill>
                <a:latin typeface="Calibri"/>
                <a:ea typeface="Calibri"/>
                <a:cs typeface="Calibri"/>
              </a:defRPr>
            </a:defPPr>
            <a:lvl1pPr algn="l">
              <a:defRPr sz="1200" b="0">
                <a:solidFill>
                  <a:srgbClr val="4A4F6A"/>
                </a:solidFill>
                <a:latin typeface="Calibri"/>
                <a:ea typeface="Calibri"/>
                <a:cs typeface="Calibri"/>
              </a:defRPr>
            </a:lvl1pPr>
            <a:lvl2pPr algn="l">
              <a:defRPr sz="1200" b="0">
                <a:solidFill>
                  <a:srgbClr val="4A4F6A"/>
                </a:solidFill>
                <a:latin typeface="Calibri"/>
                <a:ea typeface="Calibri"/>
                <a:cs typeface="Calibri"/>
              </a:defRPr>
            </a:lvl2pPr>
            <a:lvl3pPr algn="l">
              <a:defRPr sz="1200" b="0">
                <a:solidFill>
                  <a:srgbClr val="4A4F6A"/>
                </a:solidFill>
                <a:latin typeface="Calibri"/>
                <a:ea typeface="Calibri"/>
                <a:cs typeface="Calibri"/>
              </a:defRPr>
            </a:lvl3pPr>
            <a:lvl4pPr algn="l">
              <a:defRPr sz="1200" b="0">
                <a:solidFill>
                  <a:srgbClr val="4A4F6A"/>
                </a:solidFill>
                <a:latin typeface="Calibri"/>
                <a:ea typeface="Calibri"/>
                <a:cs typeface="Calibri"/>
              </a:defRPr>
            </a:lvl4pPr>
            <a:lvl5pPr algn="l">
              <a:defRPr sz="1200" b="0">
                <a:solidFill>
                  <a:srgbClr val="4A4F6A"/>
                </a:solidFill>
                <a:latin typeface="Calibri"/>
                <a:ea typeface="Calibri"/>
                <a:cs typeface="Calibri"/>
              </a:defRPr>
            </a:lvl5pPr>
            <a:lvl6pPr algn="l">
              <a:defRPr sz="1200" b="0">
                <a:solidFill>
                  <a:srgbClr val="4A4F6A"/>
                </a:solidFill>
                <a:latin typeface="Calibri"/>
                <a:ea typeface="Calibri"/>
                <a:cs typeface="Calibri"/>
              </a:defRPr>
            </a:lvl6pPr>
            <a:lvl7pPr algn="l">
              <a:defRPr sz="1200" b="0">
                <a:solidFill>
                  <a:srgbClr val="4A4F6A"/>
                </a:solidFill>
                <a:latin typeface="Calibri"/>
                <a:ea typeface="Calibri"/>
                <a:cs typeface="Calibri"/>
              </a:defRPr>
            </a:lvl7pPr>
            <a:lvl8pPr algn="l">
              <a:defRPr sz="1200" b="0">
                <a:solidFill>
                  <a:srgbClr val="4A4F6A"/>
                </a:solidFill>
                <a:latin typeface="Calibri"/>
                <a:ea typeface="Calibri"/>
                <a:cs typeface="Calibri"/>
              </a:defRPr>
            </a:lvl8pPr>
            <a:lvl9pPr algn="l">
              <a:defRPr sz="1200" b="0">
                <a:solidFill>
                  <a:srgbClr val="4A4F6A"/>
                </a:solidFill>
                <a:latin typeface="Calibri"/>
                <a:ea typeface="Calibri"/>
                <a:cs typeface="Calibri"/>
              </a:defRPr>
            </a:lvl9pPr>
          </a:lstStyle>
          <a:p>
            <a:pPr defTabSz="1219170">
              <a:defRPr sz="1200" b="0">
                <a:solidFill>
                  <a:srgbClr val="4A4F6A"/>
                </a:solidFill>
                <a:latin typeface="Calibri"/>
                <a:ea typeface="Calibri"/>
                <a:cs typeface="Calibri"/>
              </a:defRPr>
            </a:pPr>
            <a:r>
              <a:rPr sz="1600"/>
              <a:t>Work next</a:t>
            </a:r>
          </a:p>
        </p:txBody>
      </p:sp>
      <p:sp>
        <p:nvSpPr>
          <p:cNvPr id="58" name="Oval 57">
            <a:extLst>
              <a:ext uri="{FF2B5EF4-FFF2-40B4-BE49-F238E27FC236}">
                <a16:creationId xmlns:a16="http://schemas.microsoft.com/office/drawing/2014/main" id="{D0FB47CE-E59E-42EE-96B0-16C7E48B6A75}"/>
              </a:ext>
            </a:extLst>
          </p:cNvPr>
          <p:cNvSpPr>
            <a:spLocks noGrp="1"/>
          </p:cNvSpPr>
          <p:nvPr/>
        </p:nvSpPr>
        <p:spPr>
          <a:xfrm>
            <a:off x="3952875" y="5143500"/>
            <a:ext cx="209549" cy="209549"/>
          </a:xfrm>
          <a:prstGeom prst="ellipse">
            <a:avLst/>
          </a:prstGeom>
          <a:solidFill>
            <a:srgbClr val="E0F1ED"/>
          </a:solidFill>
          <a:ln w="7144">
            <a:solidFill>
              <a:srgbClr val="1B1F3B"/>
            </a:solidFill>
            <a:prstDash val="solid"/>
          </a:ln>
        </p:spPr>
        <p:txBody>
          <a:bodyPr/>
          <a:lstStyle/>
          <a:p>
            <a:pPr defTabSz="1219170"/>
            <a:endParaRPr sz="2400">
              <a:solidFill>
                <a:srgbClr val="1B1F3B"/>
              </a:solidFill>
              <a:latin typeface="Calibri"/>
            </a:endParaRPr>
          </a:p>
        </p:txBody>
      </p:sp>
      <p:sp>
        <p:nvSpPr>
          <p:cNvPr id="59" name="Rectangle 58">
            <a:extLst>
              <a:ext uri="{FF2B5EF4-FFF2-40B4-BE49-F238E27FC236}">
                <a16:creationId xmlns:a16="http://schemas.microsoft.com/office/drawing/2014/main" id="{EB720C8C-E984-4A69-995F-7437B5C93DDD}"/>
              </a:ext>
            </a:extLst>
          </p:cNvPr>
          <p:cNvSpPr>
            <a:spLocks noGrp="1"/>
          </p:cNvSpPr>
          <p:nvPr/>
        </p:nvSpPr>
        <p:spPr>
          <a:xfrm>
            <a:off x="4276726" y="5067300"/>
            <a:ext cx="2714625" cy="361949"/>
          </a:xfrm>
          <a:prstGeom prst="rect">
            <a:avLst/>
          </a:prstGeom>
          <a:noFill/>
          <a:ln w="0">
            <a:noFill/>
            <a:prstDash val="solid"/>
          </a:ln>
        </p:spPr>
        <p:txBody>
          <a:bodyPr wrap="square" lIns="0" tIns="0" rIns="0" bIns="0" anchor="ctr">
            <a:noAutofit/>
          </a:bodyPr>
          <a:lstStyle>
            <a:defPPr algn="l">
              <a:defRPr sz="1200" b="0">
                <a:solidFill>
                  <a:srgbClr val="4A4F6A"/>
                </a:solidFill>
                <a:latin typeface="Calibri"/>
                <a:ea typeface="Calibri"/>
                <a:cs typeface="Calibri"/>
              </a:defRPr>
            </a:defPPr>
            <a:lvl1pPr algn="l">
              <a:defRPr sz="1200" b="0">
                <a:solidFill>
                  <a:srgbClr val="4A4F6A"/>
                </a:solidFill>
                <a:latin typeface="Calibri"/>
                <a:ea typeface="Calibri"/>
                <a:cs typeface="Calibri"/>
              </a:defRPr>
            </a:lvl1pPr>
            <a:lvl2pPr algn="l">
              <a:defRPr sz="1200" b="0">
                <a:solidFill>
                  <a:srgbClr val="4A4F6A"/>
                </a:solidFill>
                <a:latin typeface="Calibri"/>
                <a:ea typeface="Calibri"/>
                <a:cs typeface="Calibri"/>
              </a:defRPr>
            </a:lvl2pPr>
            <a:lvl3pPr algn="l">
              <a:defRPr sz="1200" b="0">
                <a:solidFill>
                  <a:srgbClr val="4A4F6A"/>
                </a:solidFill>
                <a:latin typeface="Calibri"/>
                <a:ea typeface="Calibri"/>
                <a:cs typeface="Calibri"/>
              </a:defRPr>
            </a:lvl3pPr>
            <a:lvl4pPr algn="l">
              <a:defRPr sz="1200" b="0">
                <a:solidFill>
                  <a:srgbClr val="4A4F6A"/>
                </a:solidFill>
                <a:latin typeface="Calibri"/>
                <a:ea typeface="Calibri"/>
                <a:cs typeface="Calibri"/>
              </a:defRPr>
            </a:lvl4pPr>
            <a:lvl5pPr algn="l">
              <a:defRPr sz="1200" b="0">
                <a:solidFill>
                  <a:srgbClr val="4A4F6A"/>
                </a:solidFill>
                <a:latin typeface="Calibri"/>
                <a:ea typeface="Calibri"/>
                <a:cs typeface="Calibri"/>
              </a:defRPr>
            </a:lvl5pPr>
            <a:lvl6pPr algn="l">
              <a:defRPr sz="1200" b="0">
                <a:solidFill>
                  <a:srgbClr val="4A4F6A"/>
                </a:solidFill>
                <a:latin typeface="Calibri"/>
                <a:ea typeface="Calibri"/>
                <a:cs typeface="Calibri"/>
              </a:defRPr>
            </a:lvl6pPr>
            <a:lvl7pPr algn="l">
              <a:defRPr sz="1200" b="0">
                <a:solidFill>
                  <a:srgbClr val="4A4F6A"/>
                </a:solidFill>
                <a:latin typeface="Calibri"/>
                <a:ea typeface="Calibri"/>
                <a:cs typeface="Calibri"/>
              </a:defRPr>
            </a:lvl7pPr>
            <a:lvl8pPr algn="l">
              <a:defRPr sz="1200" b="0">
                <a:solidFill>
                  <a:srgbClr val="4A4F6A"/>
                </a:solidFill>
                <a:latin typeface="Calibri"/>
                <a:ea typeface="Calibri"/>
                <a:cs typeface="Calibri"/>
              </a:defRPr>
            </a:lvl8pPr>
            <a:lvl9pPr algn="l">
              <a:defRPr sz="1200" b="0">
                <a:solidFill>
                  <a:srgbClr val="4A4F6A"/>
                </a:solidFill>
                <a:latin typeface="Calibri"/>
                <a:ea typeface="Calibri"/>
                <a:cs typeface="Calibri"/>
              </a:defRPr>
            </a:lvl9pPr>
          </a:lstStyle>
          <a:p>
            <a:pPr defTabSz="1219170">
              <a:defRPr sz="1200" b="0">
                <a:solidFill>
                  <a:srgbClr val="4A4F6A"/>
                </a:solidFill>
                <a:latin typeface="Calibri"/>
                <a:ea typeface="Calibri"/>
                <a:cs typeface="Calibri"/>
              </a:defRPr>
            </a:pPr>
            <a:r>
              <a:rPr sz="1600"/>
              <a:t>Finished</a:t>
            </a:r>
          </a:p>
        </p:txBody>
      </p:sp>
      <p:sp>
        <p:nvSpPr>
          <p:cNvPr id="60" name="Oval 59">
            <a:extLst>
              <a:ext uri="{FF2B5EF4-FFF2-40B4-BE49-F238E27FC236}">
                <a16:creationId xmlns:a16="http://schemas.microsoft.com/office/drawing/2014/main" id="{864FF093-70C0-4A0E-9714-5475EC25479D}"/>
              </a:ext>
            </a:extLst>
          </p:cNvPr>
          <p:cNvSpPr>
            <a:spLocks noGrp="1"/>
          </p:cNvSpPr>
          <p:nvPr/>
        </p:nvSpPr>
        <p:spPr>
          <a:xfrm>
            <a:off x="7048500" y="5143500"/>
            <a:ext cx="209549" cy="209549"/>
          </a:xfrm>
          <a:prstGeom prst="ellipse">
            <a:avLst/>
          </a:prstGeom>
          <a:solidFill>
            <a:srgbClr val="FFFFFF"/>
          </a:solidFill>
          <a:ln w="7144">
            <a:solidFill>
              <a:srgbClr val="1B1F3B"/>
            </a:solidFill>
            <a:prstDash val="solid"/>
          </a:ln>
        </p:spPr>
        <p:txBody>
          <a:bodyPr/>
          <a:lstStyle/>
          <a:p>
            <a:pPr defTabSz="1219170"/>
            <a:endParaRPr sz="2400">
              <a:solidFill>
                <a:srgbClr val="1B1F3B"/>
              </a:solidFill>
              <a:latin typeface="Calibri"/>
            </a:endParaRPr>
          </a:p>
        </p:txBody>
      </p:sp>
      <p:sp>
        <p:nvSpPr>
          <p:cNvPr id="61" name="Rectangle 60">
            <a:extLst>
              <a:ext uri="{FF2B5EF4-FFF2-40B4-BE49-F238E27FC236}">
                <a16:creationId xmlns:a16="http://schemas.microsoft.com/office/drawing/2014/main" id="{5A2C8FA9-EC7B-4FAC-BEE9-AA520B635D16}"/>
              </a:ext>
            </a:extLst>
          </p:cNvPr>
          <p:cNvSpPr>
            <a:spLocks noGrp="1"/>
          </p:cNvSpPr>
          <p:nvPr/>
        </p:nvSpPr>
        <p:spPr>
          <a:xfrm>
            <a:off x="7372350" y="5067300"/>
            <a:ext cx="2714625" cy="361949"/>
          </a:xfrm>
          <a:prstGeom prst="rect">
            <a:avLst/>
          </a:prstGeom>
          <a:noFill/>
          <a:ln w="0">
            <a:noFill/>
            <a:prstDash val="solid"/>
          </a:ln>
        </p:spPr>
        <p:txBody>
          <a:bodyPr wrap="square" lIns="0" tIns="0" rIns="0" bIns="0" anchor="ctr">
            <a:noAutofit/>
          </a:bodyPr>
          <a:lstStyle>
            <a:defPPr algn="l">
              <a:defRPr sz="1200" b="0">
                <a:solidFill>
                  <a:srgbClr val="4A4F6A"/>
                </a:solidFill>
                <a:latin typeface="Calibri"/>
                <a:ea typeface="Calibri"/>
                <a:cs typeface="Calibri"/>
              </a:defRPr>
            </a:defPPr>
            <a:lvl1pPr algn="l">
              <a:defRPr sz="1200" b="0">
                <a:solidFill>
                  <a:srgbClr val="4A4F6A"/>
                </a:solidFill>
                <a:latin typeface="Calibri"/>
                <a:ea typeface="Calibri"/>
                <a:cs typeface="Calibri"/>
              </a:defRPr>
            </a:lvl1pPr>
            <a:lvl2pPr algn="l">
              <a:defRPr sz="1200" b="0">
                <a:solidFill>
                  <a:srgbClr val="4A4F6A"/>
                </a:solidFill>
                <a:latin typeface="Calibri"/>
                <a:ea typeface="Calibri"/>
                <a:cs typeface="Calibri"/>
              </a:defRPr>
            </a:lvl2pPr>
            <a:lvl3pPr algn="l">
              <a:defRPr sz="1200" b="0">
                <a:solidFill>
                  <a:srgbClr val="4A4F6A"/>
                </a:solidFill>
                <a:latin typeface="Calibri"/>
                <a:ea typeface="Calibri"/>
                <a:cs typeface="Calibri"/>
              </a:defRPr>
            </a:lvl3pPr>
            <a:lvl4pPr algn="l">
              <a:defRPr sz="1200" b="0">
                <a:solidFill>
                  <a:srgbClr val="4A4F6A"/>
                </a:solidFill>
                <a:latin typeface="Calibri"/>
                <a:ea typeface="Calibri"/>
                <a:cs typeface="Calibri"/>
              </a:defRPr>
            </a:lvl4pPr>
            <a:lvl5pPr algn="l">
              <a:defRPr sz="1200" b="0">
                <a:solidFill>
                  <a:srgbClr val="4A4F6A"/>
                </a:solidFill>
                <a:latin typeface="Calibri"/>
                <a:ea typeface="Calibri"/>
                <a:cs typeface="Calibri"/>
              </a:defRPr>
            </a:lvl5pPr>
            <a:lvl6pPr algn="l">
              <a:defRPr sz="1200" b="0">
                <a:solidFill>
                  <a:srgbClr val="4A4F6A"/>
                </a:solidFill>
                <a:latin typeface="Calibri"/>
                <a:ea typeface="Calibri"/>
                <a:cs typeface="Calibri"/>
              </a:defRPr>
            </a:lvl6pPr>
            <a:lvl7pPr algn="l">
              <a:defRPr sz="1200" b="0">
                <a:solidFill>
                  <a:srgbClr val="4A4F6A"/>
                </a:solidFill>
                <a:latin typeface="Calibri"/>
                <a:ea typeface="Calibri"/>
                <a:cs typeface="Calibri"/>
              </a:defRPr>
            </a:lvl7pPr>
            <a:lvl8pPr algn="l">
              <a:defRPr sz="1200" b="0">
                <a:solidFill>
                  <a:srgbClr val="4A4F6A"/>
                </a:solidFill>
                <a:latin typeface="Calibri"/>
                <a:ea typeface="Calibri"/>
                <a:cs typeface="Calibri"/>
              </a:defRPr>
            </a:lvl8pPr>
            <a:lvl9pPr algn="l">
              <a:defRPr sz="1200" b="0">
                <a:solidFill>
                  <a:srgbClr val="4A4F6A"/>
                </a:solidFill>
                <a:latin typeface="Calibri"/>
                <a:ea typeface="Calibri"/>
                <a:cs typeface="Calibri"/>
              </a:defRPr>
            </a:lvl9pPr>
          </a:lstStyle>
          <a:p>
            <a:pPr defTabSz="1219170">
              <a:defRPr sz="1200" b="0">
                <a:solidFill>
                  <a:srgbClr val="4A4F6A"/>
                </a:solidFill>
                <a:latin typeface="Calibri"/>
                <a:ea typeface="Calibri"/>
                <a:cs typeface="Calibri"/>
              </a:defRPr>
            </a:pPr>
            <a:r>
              <a:rPr sz="1600"/>
              <a:t>Not processed</a:t>
            </a:r>
          </a:p>
        </p:txBody>
      </p:sp>
      <p:sp>
        <p:nvSpPr>
          <p:cNvPr id="62" name="Rectangle 61">
            <a:extLst>
              <a:ext uri="{FF2B5EF4-FFF2-40B4-BE49-F238E27FC236}">
                <a16:creationId xmlns:a16="http://schemas.microsoft.com/office/drawing/2014/main" id="{76BD1211-B797-47A4-BF22-BAD49E073B4D}"/>
              </a:ext>
            </a:extLst>
          </p:cNvPr>
          <p:cNvSpPr>
            <a:spLocks noGrp="1"/>
          </p:cNvSpPr>
          <p:nvPr/>
        </p:nvSpPr>
        <p:spPr>
          <a:xfrm>
            <a:off x="714375" y="1285875"/>
            <a:ext cx="10763251" cy="295275"/>
          </a:xfrm>
          <a:prstGeom prst="rect">
            <a:avLst/>
          </a:prstGeom>
          <a:noFill/>
          <a:ln w="0">
            <a:noFill/>
            <a:prstDash val="solid"/>
          </a:ln>
        </p:spPr>
        <p:txBody>
          <a:bodyPr wrap="square" lIns="0" tIns="0" rIns="0" bIns="0" anchor="ctr">
            <a:noAutofit/>
          </a:bodyPr>
          <a:lstStyle>
            <a:defPPr algn="l">
              <a:defRPr sz="1250" b="0">
                <a:solidFill>
                  <a:srgbClr val="E55B5B"/>
                </a:solidFill>
                <a:latin typeface="Calibri"/>
                <a:ea typeface="Calibri"/>
                <a:cs typeface="Calibri"/>
              </a:defRPr>
            </a:defPPr>
            <a:lvl1pPr algn="l">
              <a:defRPr sz="1250" b="0">
                <a:solidFill>
                  <a:srgbClr val="E55B5B"/>
                </a:solidFill>
                <a:latin typeface="Calibri"/>
                <a:ea typeface="Calibri"/>
                <a:cs typeface="Calibri"/>
              </a:defRPr>
            </a:lvl1pPr>
            <a:lvl2pPr algn="l">
              <a:defRPr sz="1250" b="0">
                <a:solidFill>
                  <a:srgbClr val="E55B5B"/>
                </a:solidFill>
                <a:latin typeface="Calibri"/>
                <a:ea typeface="Calibri"/>
                <a:cs typeface="Calibri"/>
              </a:defRPr>
            </a:lvl2pPr>
            <a:lvl3pPr algn="l">
              <a:defRPr sz="1250" b="0">
                <a:solidFill>
                  <a:srgbClr val="E55B5B"/>
                </a:solidFill>
                <a:latin typeface="Calibri"/>
                <a:ea typeface="Calibri"/>
                <a:cs typeface="Calibri"/>
              </a:defRPr>
            </a:lvl3pPr>
            <a:lvl4pPr algn="l">
              <a:defRPr sz="1250" b="0">
                <a:solidFill>
                  <a:srgbClr val="E55B5B"/>
                </a:solidFill>
                <a:latin typeface="Calibri"/>
                <a:ea typeface="Calibri"/>
                <a:cs typeface="Calibri"/>
              </a:defRPr>
            </a:lvl4pPr>
            <a:lvl5pPr algn="l">
              <a:defRPr sz="1250" b="0">
                <a:solidFill>
                  <a:srgbClr val="E55B5B"/>
                </a:solidFill>
                <a:latin typeface="Calibri"/>
                <a:ea typeface="Calibri"/>
                <a:cs typeface="Calibri"/>
              </a:defRPr>
            </a:lvl5pPr>
            <a:lvl6pPr algn="l">
              <a:defRPr sz="1250" b="0">
                <a:solidFill>
                  <a:srgbClr val="E55B5B"/>
                </a:solidFill>
                <a:latin typeface="Calibri"/>
                <a:ea typeface="Calibri"/>
                <a:cs typeface="Calibri"/>
              </a:defRPr>
            </a:lvl6pPr>
            <a:lvl7pPr algn="l">
              <a:defRPr sz="1250" b="0">
                <a:solidFill>
                  <a:srgbClr val="E55B5B"/>
                </a:solidFill>
                <a:latin typeface="Calibri"/>
                <a:ea typeface="Calibri"/>
                <a:cs typeface="Calibri"/>
              </a:defRPr>
            </a:lvl7pPr>
            <a:lvl8pPr algn="l">
              <a:defRPr sz="1250" b="0">
                <a:solidFill>
                  <a:srgbClr val="E55B5B"/>
                </a:solidFill>
                <a:latin typeface="Calibri"/>
                <a:ea typeface="Calibri"/>
                <a:cs typeface="Calibri"/>
              </a:defRPr>
            </a:lvl8pPr>
            <a:lvl9pPr algn="l">
              <a:defRPr sz="1250" b="0">
                <a:solidFill>
                  <a:srgbClr val="E55B5B"/>
                </a:solidFill>
                <a:latin typeface="Calibri"/>
                <a:ea typeface="Calibri"/>
                <a:cs typeface="Calibri"/>
              </a:defRPr>
            </a:lvl9pPr>
          </a:lstStyle>
          <a:p>
            <a:pPr defTabSz="1219170">
              <a:defRPr sz="1250" b="0">
                <a:solidFill>
                  <a:srgbClr val="E55B5B"/>
                </a:solidFill>
                <a:latin typeface="Calibri"/>
                <a:ea typeface="Calibri"/>
                <a:cs typeface="Calibri"/>
              </a:defRPr>
            </a:pPr>
            <a:r>
              <a:rPr sz="1667"/>
              <a:t>G has a route. Could its total still improve?</a:t>
            </a:r>
          </a:p>
        </p:txBody>
      </p:sp>
    </p:spTree>
    <p:extLst>
      <p:ext uri="{BB962C8B-B14F-4D97-AF65-F5344CB8AC3E}">
        <p14:creationId xmlns:p14="http://schemas.microsoft.com/office/powerpoint/2010/main" val="343783678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 name="Rectangle 62"/>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sz="2400">
              <a:solidFill>
                <a:srgbClr val="FFFFFF"/>
              </a:solidFill>
              <a:latin typeface="Calibri"/>
            </a:endParaRPr>
          </a:p>
        </p:txBody>
      </p:sp>
      <p:sp>
        <p:nvSpPr>
          <p:cNvPr id="2" name="Rectangle 1">
            <a:extLst>
              <a:ext uri="{FF2B5EF4-FFF2-40B4-BE49-F238E27FC236}">
                <a16:creationId xmlns:a16="http://schemas.microsoft.com/office/drawing/2014/main" id="{0222A1AB-8727-4176-862E-81192E148DBC}"/>
              </a:ext>
            </a:extLst>
          </p:cNvPr>
          <p:cNvSpPr>
            <a:spLocks noGrp="1"/>
          </p:cNvSpPr>
          <p:nvPr/>
        </p:nvSpPr>
        <p:spPr>
          <a:xfrm>
            <a:off x="731520" y="365760"/>
            <a:ext cx="10728960" cy="853440"/>
          </a:xfrm>
          <a:prstGeom prst="rect">
            <a:avLst/>
          </a:prstGeom>
          <a:noFill/>
          <a:ln w="0">
            <a:noFill/>
            <a:prstDash val="solid"/>
          </a:ln>
        </p:spPr>
        <p:txBody>
          <a:bodyPr wrap="square" lIns="0" tIns="0" rIns="0" bIns="0" anchor="ctr">
            <a:noAutofit/>
          </a:bodyPr>
          <a:lstStyle>
            <a:defPPr algn="l">
              <a:defRPr sz="2350" b="1">
                <a:solidFill>
                  <a:srgbClr val="1B1F3B"/>
                </a:solidFill>
                <a:latin typeface="Calibri"/>
                <a:ea typeface="Calibri"/>
                <a:cs typeface="Calibri"/>
              </a:defRPr>
            </a:defPPr>
            <a:lvl1pPr algn="l">
              <a:defRPr sz="2350" b="1">
                <a:solidFill>
                  <a:srgbClr val="1B1F3B"/>
                </a:solidFill>
                <a:latin typeface="Calibri"/>
                <a:ea typeface="Calibri"/>
                <a:cs typeface="Calibri"/>
              </a:defRPr>
            </a:lvl1pPr>
            <a:lvl2pPr algn="l">
              <a:defRPr sz="2350" b="1">
                <a:solidFill>
                  <a:srgbClr val="1B1F3B"/>
                </a:solidFill>
                <a:latin typeface="Calibri"/>
                <a:ea typeface="Calibri"/>
                <a:cs typeface="Calibri"/>
              </a:defRPr>
            </a:lvl2pPr>
            <a:lvl3pPr algn="l">
              <a:defRPr sz="2350" b="1">
                <a:solidFill>
                  <a:srgbClr val="1B1F3B"/>
                </a:solidFill>
                <a:latin typeface="Calibri"/>
                <a:ea typeface="Calibri"/>
                <a:cs typeface="Calibri"/>
              </a:defRPr>
            </a:lvl3pPr>
            <a:lvl4pPr algn="l">
              <a:defRPr sz="2350" b="1">
                <a:solidFill>
                  <a:srgbClr val="1B1F3B"/>
                </a:solidFill>
                <a:latin typeface="Calibri"/>
                <a:ea typeface="Calibri"/>
                <a:cs typeface="Calibri"/>
              </a:defRPr>
            </a:lvl4pPr>
            <a:lvl5pPr algn="l">
              <a:defRPr sz="2350" b="1">
                <a:solidFill>
                  <a:srgbClr val="1B1F3B"/>
                </a:solidFill>
                <a:latin typeface="Calibri"/>
                <a:ea typeface="Calibri"/>
                <a:cs typeface="Calibri"/>
              </a:defRPr>
            </a:lvl5pPr>
            <a:lvl6pPr algn="l">
              <a:defRPr sz="2350" b="1">
                <a:solidFill>
                  <a:srgbClr val="1B1F3B"/>
                </a:solidFill>
                <a:latin typeface="Calibri"/>
                <a:ea typeface="Calibri"/>
                <a:cs typeface="Calibri"/>
              </a:defRPr>
            </a:lvl6pPr>
            <a:lvl7pPr algn="l">
              <a:defRPr sz="2350" b="1">
                <a:solidFill>
                  <a:srgbClr val="1B1F3B"/>
                </a:solidFill>
                <a:latin typeface="Calibri"/>
                <a:ea typeface="Calibri"/>
                <a:cs typeface="Calibri"/>
              </a:defRPr>
            </a:lvl7pPr>
            <a:lvl8pPr algn="l">
              <a:defRPr sz="2350" b="1">
                <a:solidFill>
                  <a:srgbClr val="1B1F3B"/>
                </a:solidFill>
                <a:latin typeface="Calibri"/>
                <a:ea typeface="Calibri"/>
                <a:cs typeface="Calibri"/>
              </a:defRPr>
            </a:lvl8pPr>
            <a:lvl9pPr algn="l">
              <a:defRPr sz="2350" b="1">
                <a:solidFill>
                  <a:srgbClr val="1B1F3B"/>
                </a:solidFill>
                <a:latin typeface="Calibri"/>
                <a:ea typeface="Calibri"/>
                <a:cs typeface="Calibri"/>
              </a:defRPr>
            </a:lvl9pPr>
          </a:lstStyle>
          <a:p>
            <a:pPr defTabSz="1219170">
              <a:defRPr sz="2350" b="1">
                <a:solidFill>
                  <a:srgbClr val="1B1F3B"/>
                </a:solidFill>
                <a:latin typeface="Calibri"/>
                <a:ea typeface="Calibri"/>
                <a:cs typeface="Calibri"/>
              </a:defRPr>
            </a:pPr>
            <a:r>
              <a:rPr sz="3733"/>
              <a:t>C reveals the cheapest route to G</a:t>
            </a:r>
          </a:p>
        </p:txBody>
      </p:sp>
      <p:sp>
        <p:nvSpPr>
          <p:cNvPr id="3" name="Rectangle 2">
            <a:extLst>
              <a:ext uri="{FF2B5EF4-FFF2-40B4-BE49-F238E27FC236}">
                <a16:creationId xmlns:a16="http://schemas.microsoft.com/office/drawing/2014/main" id="{F07BA39C-FAA4-419A-BEA5-52579E196898}"/>
              </a:ext>
            </a:extLst>
          </p:cNvPr>
          <p:cNvSpPr>
            <a:spLocks noGrp="1"/>
          </p:cNvSpPr>
          <p:nvPr/>
        </p:nvSpPr>
        <p:spPr>
          <a:xfrm>
            <a:off x="609601" y="6229350"/>
            <a:ext cx="9334500" cy="266700"/>
          </a:xfrm>
          <a:prstGeom prst="rect">
            <a:avLst/>
          </a:prstGeom>
          <a:noFill/>
          <a:ln w="0">
            <a:noFill/>
            <a:prstDash val="solid"/>
          </a:ln>
        </p:spPr>
        <p:txBody>
          <a:bodyPr wrap="square" lIns="0" tIns="0" rIns="0" bIns="0" anchor="ctr">
            <a:noAutofit/>
          </a:bodyPr>
          <a:lstStyle>
            <a:defPPr algn="l">
              <a:defRPr sz="950" b="0">
                <a:solidFill>
                  <a:srgbClr val="4A4F6A"/>
                </a:solidFill>
                <a:latin typeface="Calibri"/>
                <a:ea typeface="Calibri"/>
                <a:cs typeface="Calibri"/>
              </a:defRPr>
            </a:defPPr>
            <a:lvl1pPr algn="l">
              <a:defRPr sz="950" b="0">
                <a:solidFill>
                  <a:srgbClr val="4A4F6A"/>
                </a:solidFill>
                <a:latin typeface="Calibri"/>
                <a:ea typeface="Calibri"/>
                <a:cs typeface="Calibri"/>
              </a:defRPr>
            </a:lvl1pPr>
            <a:lvl2pPr algn="l">
              <a:defRPr sz="950" b="0">
                <a:solidFill>
                  <a:srgbClr val="4A4F6A"/>
                </a:solidFill>
                <a:latin typeface="Calibri"/>
                <a:ea typeface="Calibri"/>
                <a:cs typeface="Calibri"/>
              </a:defRPr>
            </a:lvl2pPr>
            <a:lvl3pPr algn="l">
              <a:defRPr sz="950" b="0">
                <a:solidFill>
                  <a:srgbClr val="4A4F6A"/>
                </a:solidFill>
                <a:latin typeface="Calibri"/>
                <a:ea typeface="Calibri"/>
                <a:cs typeface="Calibri"/>
              </a:defRPr>
            </a:lvl3pPr>
            <a:lvl4pPr algn="l">
              <a:defRPr sz="950" b="0">
                <a:solidFill>
                  <a:srgbClr val="4A4F6A"/>
                </a:solidFill>
                <a:latin typeface="Calibri"/>
                <a:ea typeface="Calibri"/>
                <a:cs typeface="Calibri"/>
              </a:defRPr>
            </a:lvl4pPr>
            <a:lvl5pPr algn="l">
              <a:defRPr sz="950" b="0">
                <a:solidFill>
                  <a:srgbClr val="4A4F6A"/>
                </a:solidFill>
                <a:latin typeface="Calibri"/>
                <a:ea typeface="Calibri"/>
                <a:cs typeface="Calibri"/>
              </a:defRPr>
            </a:lvl5pPr>
            <a:lvl6pPr algn="l">
              <a:defRPr sz="950" b="0">
                <a:solidFill>
                  <a:srgbClr val="4A4F6A"/>
                </a:solidFill>
                <a:latin typeface="Calibri"/>
                <a:ea typeface="Calibri"/>
                <a:cs typeface="Calibri"/>
              </a:defRPr>
            </a:lvl6pPr>
            <a:lvl7pPr algn="l">
              <a:defRPr sz="950" b="0">
                <a:solidFill>
                  <a:srgbClr val="4A4F6A"/>
                </a:solidFill>
                <a:latin typeface="Calibri"/>
                <a:ea typeface="Calibri"/>
                <a:cs typeface="Calibri"/>
              </a:defRPr>
            </a:lvl7pPr>
            <a:lvl8pPr algn="l">
              <a:defRPr sz="950" b="0">
                <a:solidFill>
                  <a:srgbClr val="4A4F6A"/>
                </a:solidFill>
                <a:latin typeface="Calibri"/>
                <a:ea typeface="Calibri"/>
                <a:cs typeface="Calibri"/>
              </a:defRPr>
            </a:lvl8pPr>
            <a:lvl9pPr algn="l">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6  Planning</a:t>
            </a:r>
          </a:p>
        </p:txBody>
      </p:sp>
      <p:sp>
        <p:nvSpPr>
          <p:cNvPr id="4" name="Rectangle 3">
            <a:extLst>
              <a:ext uri="{FF2B5EF4-FFF2-40B4-BE49-F238E27FC236}">
                <a16:creationId xmlns:a16="http://schemas.microsoft.com/office/drawing/2014/main" id="{E794EDE9-F228-4970-985F-1E39A135A095}"/>
              </a:ext>
            </a:extLst>
          </p:cNvPr>
          <p:cNvSpPr>
            <a:spLocks noGrp="1"/>
          </p:cNvSpPr>
          <p:nvPr/>
        </p:nvSpPr>
        <p:spPr>
          <a:xfrm>
            <a:off x="10953750" y="6229350"/>
            <a:ext cx="619125" cy="266700"/>
          </a:xfrm>
          <a:prstGeom prst="rect">
            <a:avLst/>
          </a:prstGeom>
          <a:noFill/>
          <a:ln w="0">
            <a:noFill/>
            <a:prstDash val="solid"/>
          </a:ln>
        </p:spPr>
        <p:txBody>
          <a:bodyPr wrap="square" lIns="0" tIns="0" rIns="0" bIns="0" anchor="ctr">
            <a:noAutofit/>
          </a:bodyPr>
          <a:lstStyle>
            <a:defPPr algn="r">
              <a:defRPr sz="950" b="0">
                <a:solidFill>
                  <a:srgbClr val="4A4F6A"/>
                </a:solidFill>
                <a:latin typeface="Calibri"/>
                <a:ea typeface="Calibri"/>
                <a:cs typeface="Calibri"/>
              </a:defRPr>
            </a:defPPr>
            <a:lvl1pPr algn="r">
              <a:defRPr sz="950" b="0">
                <a:solidFill>
                  <a:srgbClr val="4A4F6A"/>
                </a:solidFill>
                <a:latin typeface="Calibri"/>
                <a:ea typeface="Calibri"/>
                <a:cs typeface="Calibri"/>
              </a:defRPr>
            </a:lvl1pPr>
            <a:lvl2pPr algn="r">
              <a:defRPr sz="950" b="0">
                <a:solidFill>
                  <a:srgbClr val="4A4F6A"/>
                </a:solidFill>
                <a:latin typeface="Calibri"/>
                <a:ea typeface="Calibri"/>
                <a:cs typeface="Calibri"/>
              </a:defRPr>
            </a:lvl2pPr>
            <a:lvl3pPr algn="r">
              <a:defRPr sz="950" b="0">
                <a:solidFill>
                  <a:srgbClr val="4A4F6A"/>
                </a:solidFill>
                <a:latin typeface="Calibri"/>
                <a:ea typeface="Calibri"/>
                <a:cs typeface="Calibri"/>
              </a:defRPr>
            </a:lvl3pPr>
            <a:lvl4pPr algn="r">
              <a:defRPr sz="950" b="0">
                <a:solidFill>
                  <a:srgbClr val="4A4F6A"/>
                </a:solidFill>
                <a:latin typeface="Calibri"/>
                <a:ea typeface="Calibri"/>
                <a:cs typeface="Calibri"/>
              </a:defRPr>
            </a:lvl4pPr>
            <a:lvl5pPr algn="r">
              <a:defRPr sz="950" b="0">
                <a:solidFill>
                  <a:srgbClr val="4A4F6A"/>
                </a:solidFill>
                <a:latin typeface="Calibri"/>
                <a:ea typeface="Calibri"/>
                <a:cs typeface="Calibri"/>
              </a:defRPr>
            </a:lvl5pPr>
            <a:lvl6pPr algn="r">
              <a:defRPr sz="950" b="0">
                <a:solidFill>
                  <a:srgbClr val="4A4F6A"/>
                </a:solidFill>
                <a:latin typeface="Calibri"/>
                <a:ea typeface="Calibri"/>
                <a:cs typeface="Calibri"/>
              </a:defRPr>
            </a:lvl6pPr>
            <a:lvl7pPr algn="r">
              <a:defRPr sz="950" b="0">
                <a:solidFill>
                  <a:srgbClr val="4A4F6A"/>
                </a:solidFill>
                <a:latin typeface="Calibri"/>
                <a:ea typeface="Calibri"/>
                <a:cs typeface="Calibri"/>
              </a:defRPr>
            </a:lvl7pPr>
            <a:lvl8pPr algn="r">
              <a:defRPr sz="950" b="0">
                <a:solidFill>
                  <a:srgbClr val="4A4F6A"/>
                </a:solidFill>
                <a:latin typeface="Calibri"/>
                <a:ea typeface="Calibri"/>
                <a:cs typeface="Calibri"/>
              </a:defRPr>
            </a:lvl8pPr>
            <a:lvl9pPr algn="r">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18</a:t>
            </a:r>
          </a:p>
        </p:txBody>
      </p:sp>
      <p:sp>
        <p:nvSpPr>
          <p:cNvPr id="5" name="Rectangle 4">
            <a:extLst>
              <a:ext uri="{FF2B5EF4-FFF2-40B4-BE49-F238E27FC236}">
                <a16:creationId xmlns:a16="http://schemas.microsoft.com/office/drawing/2014/main" id="{319BACCC-881B-4521-9B61-C93E18CE38A8}"/>
              </a:ext>
            </a:extLst>
          </p:cNvPr>
          <p:cNvSpPr>
            <a:spLocks noGrp="1"/>
          </p:cNvSpPr>
          <p:nvPr/>
        </p:nvSpPr>
        <p:spPr>
          <a:xfrm>
            <a:off x="1514475" y="3324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6" name="Rectangle 5">
            <a:extLst>
              <a:ext uri="{FF2B5EF4-FFF2-40B4-BE49-F238E27FC236}">
                <a16:creationId xmlns:a16="http://schemas.microsoft.com/office/drawing/2014/main" id="{D71B3C91-7429-4C05-A579-2E18424E8B1D}"/>
              </a:ext>
            </a:extLst>
          </p:cNvPr>
          <p:cNvSpPr>
            <a:spLocks noGrp="1"/>
          </p:cNvSpPr>
          <p:nvPr/>
        </p:nvSpPr>
        <p:spPr>
          <a:xfrm>
            <a:off x="3990975" y="208597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7" name="Straight Arrow Connector 6">
            <a:extLst>
              <a:ext uri="{FF2B5EF4-FFF2-40B4-BE49-F238E27FC236}">
                <a16:creationId xmlns:a16="http://schemas.microsoft.com/office/drawing/2014/main" id="{E344C0D0-AD14-4BF2-A832-AB432B1E69D3}"/>
              </a:ext>
            </a:extLst>
          </p:cNvPr>
          <p:cNvCxnSpPr>
            <a:stCxn id="5" idx="3"/>
            <a:endCxn id="6" idx="1"/>
          </p:cNvCxnSpPr>
          <p:nvPr/>
        </p:nvCxnSpPr>
        <p:spPr>
          <a:xfrm flipV="1">
            <a:off x="1533525" y="2095500"/>
            <a:ext cx="2457451" cy="1238251"/>
          </a:xfrm>
          <a:prstGeom prst="straightConnector1">
            <a:avLst/>
          </a:prstGeom>
          <a:ln w="50006">
            <a:solidFill>
              <a:srgbClr val="2D3A8C"/>
            </a:solidFill>
            <a:prstDash val="solid"/>
          </a:ln>
        </p:spPr>
      </p:cxnSp>
      <p:sp>
        <p:nvSpPr>
          <p:cNvPr id="8" name="Oval 7">
            <a:extLst>
              <a:ext uri="{FF2B5EF4-FFF2-40B4-BE49-F238E27FC236}">
                <a16:creationId xmlns:a16="http://schemas.microsoft.com/office/drawing/2014/main" id="{4FE34515-EFEA-463F-A961-2EAFF8514144}"/>
              </a:ext>
            </a:extLst>
          </p:cNvPr>
          <p:cNvSpPr>
            <a:spLocks noGrp="1"/>
          </p:cNvSpPr>
          <p:nvPr/>
        </p:nvSpPr>
        <p:spPr>
          <a:xfrm>
            <a:off x="2552701" y="2514600"/>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9" name="Rectangle 8">
            <a:extLst>
              <a:ext uri="{FF2B5EF4-FFF2-40B4-BE49-F238E27FC236}">
                <a16:creationId xmlns:a16="http://schemas.microsoft.com/office/drawing/2014/main" id="{ED5D5DEB-E9D6-4BFF-B21F-B078D6D9D8D2}"/>
              </a:ext>
            </a:extLst>
          </p:cNvPr>
          <p:cNvSpPr>
            <a:spLocks noGrp="1"/>
          </p:cNvSpPr>
          <p:nvPr/>
        </p:nvSpPr>
        <p:spPr>
          <a:xfrm>
            <a:off x="2552701" y="2505075"/>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2</a:t>
            </a:r>
          </a:p>
        </p:txBody>
      </p:sp>
      <p:sp>
        <p:nvSpPr>
          <p:cNvPr id="10" name="Rectangle 9">
            <a:extLst>
              <a:ext uri="{FF2B5EF4-FFF2-40B4-BE49-F238E27FC236}">
                <a16:creationId xmlns:a16="http://schemas.microsoft.com/office/drawing/2014/main" id="{3F4B45DE-76B1-4DDA-B504-91F59464C064}"/>
              </a:ext>
            </a:extLst>
          </p:cNvPr>
          <p:cNvSpPr>
            <a:spLocks noGrp="1"/>
          </p:cNvSpPr>
          <p:nvPr/>
        </p:nvSpPr>
        <p:spPr>
          <a:xfrm>
            <a:off x="1514475" y="3324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11" name="Rectangle 10">
            <a:extLst>
              <a:ext uri="{FF2B5EF4-FFF2-40B4-BE49-F238E27FC236}">
                <a16:creationId xmlns:a16="http://schemas.microsoft.com/office/drawing/2014/main" id="{72E8C165-7BA9-4785-9028-2A1A245F0052}"/>
              </a:ext>
            </a:extLst>
          </p:cNvPr>
          <p:cNvSpPr>
            <a:spLocks noGrp="1"/>
          </p:cNvSpPr>
          <p:nvPr/>
        </p:nvSpPr>
        <p:spPr>
          <a:xfrm>
            <a:off x="3990975" y="4467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12" name="Straight Arrow Connector 11">
            <a:extLst>
              <a:ext uri="{FF2B5EF4-FFF2-40B4-BE49-F238E27FC236}">
                <a16:creationId xmlns:a16="http://schemas.microsoft.com/office/drawing/2014/main" id="{BFBAA5AC-5BE0-42D8-AE66-E4F0AB0C469D}"/>
              </a:ext>
            </a:extLst>
          </p:cNvPr>
          <p:cNvCxnSpPr>
            <a:stCxn id="10" idx="3"/>
            <a:endCxn id="11" idx="1"/>
          </p:cNvCxnSpPr>
          <p:nvPr/>
        </p:nvCxnSpPr>
        <p:spPr>
          <a:xfrm>
            <a:off x="1533525" y="3333749"/>
            <a:ext cx="2457451" cy="1143000"/>
          </a:xfrm>
          <a:prstGeom prst="straightConnector1">
            <a:avLst/>
          </a:prstGeom>
          <a:ln w="35719">
            <a:solidFill>
              <a:srgbClr val="C9CEF2"/>
            </a:solidFill>
            <a:prstDash val="solid"/>
          </a:ln>
        </p:spPr>
      </p:cxnSp>
      <p:sp>
        <p:nvSpPr>
          <p:cNvPr id="13" name="Oval 12">
            <a:extLst>
              <a:ext uri="{FF2B5EF4-FFF2-40B4-BE49-F238E27FC236}">
                <a16:creationId xmlns:a16="http://schemas.microsoft.com/office/drawing/2014/main" id="{56FAB0CE-E592-403A-8DF0-0BB918FF3F95}"/>
              </a:ext>
            </a:extLst>
          </p:cNvPr>
          <p:cNvSpPr>
            <a:spLocks noGrp="1"/>
          </p:cNvSpPr>
          <p:nvPr/>
        </p:nvSpPr>
        <p:spPr>
          <a:xfrm>
            <a:off x="2552701" y="3705225"/>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14" name="Rectangle 13">
            <a:extLst>
              <a:ext uri="{FF2B5EF4-FFF2-40B4-BE49-F238E27FC236}">
                <a16:creationId xmlns:a16="http://schemas.microsoft.com/office/drawing/2014/main" id="{AF5F4835-BC6D-4052-83D8-A99B2DB69BD6}"/>
              </a:ext>
            </a:extLst>
          </p:cNvPr>
          <p:cNvSpPr>
            <a:spLocks noGrp="1"/>
          </p:cNvSpPr>
          <p:nvPr/>
        </p:nvSpPr>
        <p:spPr>
          <a:xfrm>
            <a:off x="2552701" y="3695701"/>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5</a:t>
            </a:r>
          </a:p>
        </p:txBody>
      </p:sp>
      <p:sp>
        <p:nvSpPr>
          <p:cNvPr id="15" name="Rectangle 14">
            <a:extLst>
              <a:ext uri="{FF2B5EF4-FFF2-40B4-BE49-F238E27FC236}">
                <a16:creationId xmlns:a16="http://schemas.microsoft.com/office/drawing/2014/main" id="{9DCD3A11-C120-4425-82BB-5530E678AA7D}"/>
              </a:ext>
            </a:extLst>
          </p:cNvPr>
          <p:cNvSpPr>
            <a:spLocks noGrp="1"/>
          </p:cNvSpPr>
          <p:nvPr/>
        </p:nvSpPr>
        <p:spPr>
          <a:xfrm>
            <a:off x="3990975" y="208597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16" name="Rectangle 15">
            <a:extLst>
              <a:ext uri="{FF2B5EF4-FFF2-40B4-BE49-F238E27FC236}">
                <a16:creationId xmlns:a16="http://schemas.microsoft.com/office/drawing/2014/main" id="{B8459CD4-2591-47C0-9DDB-B6A6335E986B}"/>
              </a:ext>
            </a:extLst>
          </p:cNvPr>
          <p:cNvSpPr>
            <a:spLocks noGrp="1"/>
          </p:cNvSpPr>
          <p:nvPr/>
        </p:nvSpPr>
        <p:spPr>
          <a:xfrm>
            <a:off x="3990975" y="4467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17" name="Straight Arrow Connector 16">
            <a:extLst>
              <a:ext uri="{FF2B5EF4-FFF2-40B4-BE49-F238E27FC236}">
                <a16:creationId xmlns:a16="http://schemas.microsoft.com/office/drawing/2014/main" id="{39F814ED-9EB0-4AB3-ABA9-72FB8B2CCE75}"/>
              </a:ext>
            </a:extLst>
          </p:cNvPr>
          <p:cNvCxnSpPr>
            <a:stCxn id="15" idx="2"/>
            <a:endCxn id="16" idx="0"/>
          </p:cNvCxnSpPr>
          <p:nvPr/>
        </p:nvCxnSpPr>
        <p:spPr>
          <a:xfrm>
            <a:off x="4000500" y="2105025"/>
            <a:ext cx="0" cy="2362200"/>
          </a:xfrm>
          <a:prstGeom prst="straightConnector1">
            <a:avLst/>
          </a:prstGeom>
          <a:ln w="50006">
            <a:solidFill>
              <a:srgbClr val="2D3A8C"/>
            </a:solidFill>
            <a:prstDash val="solid"/>
          </a:ln>
        </p:spPr>
      </p:cxnSp>
      <p:sp>
        <p:nvSpPr>
          <p:cNvPr id="18" name="Oval 17">
            <a:extLst>
              <a:ext uri="{FF2B5EF4-FFF2-40B4-BE49-F238E27FC236}">
                <a16:creationId xmlns:a16="http://schemas.microsoft.com/office/drawing/2014/main" id="{FAAC92C7-29EB-405D-8327-18787B16E596}"/>
              </a:ext>
            </a:extLst>
          </p:cNvPr>
          <p:cNvSpPr>
            <a:spLocks noGrp="1"/>
          </p:cNvSpPr>
          <p:nvPr/>
        </p:nvSpPr>
        <p:spPr>
          <a:xfrm>
            <a:off x="3790950" y="3086100"/>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19" name="Rectangle 18">
            <a:extLst>
              <a:ext uri="{FF2B5EF4-FFF2-40B4-BE49-F238E27FC236}">
                <a16:creationId xmlns:a16="http://schemas.microsoft.com/office/drawing/2014/main" id="{99FDEA85-379F-4903-BE4B-448E7F71273A}"/>
              </a:ext>
            </a:extLst>
          </p:cNvPr>
          <p:cNvSpPr>
            <a:spLocks noGrp="1"/>
          </p:cNvSpPr>
          <p:nvPr/>
        </p:nvSpPr>
        <p:spPr>
          <a:xfrm>
            <a:off x="3790950" y="3076575"/>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1</a:t>
            </a:r>
          </a:p>
        </p:txBody>
      </p:sp>
      <p:sp>
        <p:nvSpPr>
          <p:cNvPr id="20" name="Rectangle 19">
            <a:extLst>
              <a:ext uri="{FF2B5EF4-FFF2-40B4-BE49-F238E27FC236}">
                <a16:creationId xmlns:a16="http://schemas.microsoft.com/office/drawing/2014/main" id="{5F8C1B71-3EB9-401E-B244-DE822652665F}"/>
              </a:ext>
            </a:extLst>
          </p:cNvPr>
          <p:cNvSpPr>
            <a:spLocks noGrp="1"/>
          </p:cNvSpPr>
          <p:nvPr/>
        </p:nvSpPr>
        <p:spPr>
          <a:xfrm>
            <a:off x="3990975" y="208597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21" name="Rectangle 20">
            <a:extLst>
              <a:ext uri="{FF2B5EF4-FFF2-40B4-BE49-F238E27FC236}">
                <a16:creationId xmlns:a16="http://schemas.microsoft.com/office/drawing/2014/main" id="{91F675B0-02DC-48CD-9FC2-A8207392146C}"/>
              </a:ext>
            </a:extLst>
          </p:cNvPr>
          <p:cNvSpPr>
            <a:spLocks noGrp="1"/>
          </p:cNvSpPr>
          <p:nvPr/>
        </p:nvSpPr>
        <p:spPr>
          <a:xfrm>
            <a:off x="7134225" y="208597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22" name="Straight Arrow Connector 21">
            <a:extLst>
              <a:ext uri="{FF2B5EF4-FFF2-40B4-BE49-F238E27FC236}">
                <a16:creationId xmlns:a16="http://schemas.microsoft.com/office/drawing/2014/main" id="{9AE05327-C7E5-45A7-AB39-84F26922D952}"/>
              </a:ext>
            </a:extLst>
          </p:cNvPr>
          <p:cNvCxnSpPr>
            <a:stCxn id="20" idx="3"/>
            <a:endCxn id="21" idx="1"/>
          </p:cNvCxnSpPr>
          <p:nvPr/>
        </p:nvCxnSpPr>
        <p:spPr>
          <a:xfrm>
            <a:off x="4010025" y="2095500"/>
            <a:ext cx="3124200" cy="0"/>
          </a:xfrm>
          <a:prstGeom prst="straightConnector1">
            <a:avLst/>
          </a:prstGeom>
          <a:ln w="35719">
            <a:solidFill>
              <a:srgbClr val="C9CEF2"/>
            </a:solidFill>
            <a:prstDash val="solid"/>
          </a:ln>
        </p:spPr>
      </p:cxnSp>
      <p:sp>
        <p:nvSpPr>
          <p:cNvPr id="23" name="Oval 22">
            <a:extLst>
              <a:ext uri="{FF2B5EF4-FFF2-40B4-BE49-F238E27FC236}">
                <a16:creationId xmlns:a16="http://schemas.microsoft.com/office/drawing/2014/main" id="{D9A58649-55E7-4549-AD52-AC4448882FF7}"/>
              </a:ext>
            </a:extLst>
          </p:cNvPr>
          <p:cNvSpPr>
            <a:spLocks noGrp="1"/>
          </p:cNvSpPr>
          <p:nvPr/>
        </p:nvSpPr>
        <p:spPr>
          <a:xfrm>
            <a:off x="5362575" y="1895475"/>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24" name="Rectangle 23">
            <a:extLst>
              <a:ext uri="{FF2B5EF4-FFF2-40B4-BE49-F238E27FC236}">
                <a16:creationId xmlns:a16="http://schemas.microsoft.com/office/drawing/2014/main" id="{8F8C95DA-E7F4-4FBF-9CC9-FBDF7C456096}"/>
              </a:ext>
            </a:extLst>
          </p:cNvPr>
          <p:cNvSpPr>
            <a:spLocks noGrp="1"/>
          </p:cNvSpPr>
          <p:nvPr/>
        </p:nvSpPr>
        <p:spPr>
          <a:xfrm>
            <a:off x="5362575" y="1885950"/>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4</a:t>
            </a:r>
          </a:p>
        </p:txBody>
      </p:sp>
      <p:sp>
        <p:nvSpPr>
          <p:cNvPr id="25" name="Rectangle 24">
            <a:extLst>
              <a:ext uri="{FF2B5EF4-FFF2-40B4-BE49-F238E27FC236}">
                <a16:creationId xmlns:a16="http://schemas.microsoft.com/office/drawing/2014/main" id="{A1C84A95-7DDA-4556-BB92-2A96A6C565F3}"/>
              </a:ext>
            </a:extLst>
          </p:cNvPr>
          <p:cNvSpPr>
            <a:spLocks noGrp="1"/>
          </p:cNvSpPr>
          <p:nvPr/>
        </p:nvSpPr>
        <p:spPr>
          <a:xfrm>
            <a:off x="3990975" y="4467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26" name="Rectangle 25">
            <a:extLst>
              <a:ext uri="{FF2B5EF4-FFF2-40B4-BE49-F238E27FC236}">
                <a16:creationId xmlns:a16="http://schemas.microsoft.com/office/drawing/2014/main" id="{EBEE4BF2-6DB7-41C6-B3B1-276F26CC315D}"/>
              </a:ext>
            </a:extLst>
          </p:cNvPr>
          <p:cNvSpPr>
            <a:spLocks noGrp="1"/>
          </p:cNvSpPr>
          <p:nvPr/>
        </p:nvSpPr>
        <p:spPr>
          <a:xfrm>
            <a:off x="7134225" y="208597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27" name="Straight Arrow Connector 26">
            <a:extLst>
              <a:ext uri="{FF2B5EF4-FFF2-40B4-BE49-F238E27FC236}">
                <a16:creationId xmlns:a16="http://schemas.microsoft.com/office/drawing/2014/main" id="{7A04B62C-4A11-46A3-A82A-6730F199266E}"/>
              </a:ext>
            </a:extLst>
          </p:cNvPr>
          <p:cNvCxnSpPr>
            <a:stCxn id="25" idx="3"/>
            <a:endCxn id="26" idx="1"/>
          </p:cNvCxnSpPr>
          <p:nvPr/>
        </p:nvCxnSpPr>
        <p:spPr>
          <a:xfrm flipV="1">
            <a:off x="4010025" y="2095500"/>
            <a:ext cx="3124200" cy="2381251"/>
          </a:xfrm>
          <a:prstGeom prst="straightConnector1">
            <a:avLst/>
          </a:prstGeom>
          <a:ln w="50006">
            <a:solidFill>
              <a:srgbClr val="2D3A8C"/>
            </a:solidFill>
            <a:prstDash val="solid"/>
          </a:ln>
        </p:spPr>
      </p:cxnSp>
      <p:sp>
        <p:nvSpPr>
          <p:cNvPr id="28" name="Oval 27">
            <a:extLst>
              <a:ext uri="{FF2B5EF4-FFF2-40B4-BE49-F238E27FC236}">
                <a16:creationId xmlns:a16="http://schemas.microsoft.com/office/drawing/2014/main" id="{226D26B0-88FD-4969-9DE8-73C38DCAA802}"/>
              </a:ext>
            </a:extLst>
          </p:cNvPr>
          <p:cNvSpPr>
            <a:spLocks noGrp="1"/>
          </p:cNvSpPr>
          <p:nvPr/>
        </p:nvSpPr>
        <p:spPr>
          <a:xfrm>
            <a:off x="5362575" y="3086100"/>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29" name="Rectangle 28">
            <a:extLst>
              <a:ext uri="{FF2B5EF4-FFF2-40B4-BE49-F238E27FC236}">
                <a16:creationId xmlns:a16="http://schemas.microsoft.com/office/drawing/2014/main" id="{A4AAF8B4-7E15-414D-8510-F2486335E030}"/>
              </a:ext>
            </a:extLst>
          </p:cNvPr>
          <p:cNvSpPr>
            <a:spLocks noGrp="1"/>
          </p:cNvSpPr>
          <p:nvPr/>
        </p:nvSpPr>
        <p:spPr>
          <a:xfrm>
            <a:off x="5362575" y="3076575"/>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1</a:t>
            </a:r>
          </a:p>
        </p:txBody>
      </p:sp>
      <p:sp>
        <p:nvSpPr>
          <p:cNvPr id="30" name="Rectangle 29">
            <a:extLst>
              <a:ext uri="{FF2B5EF4-FFF2-40B4-BE49-F238E27FC236}">
                <a16:creationId xmlns:a16="http://schemas.microsoft.com/office/drawing/2014/main" id="{DD7466DB-3C24-452C-BD70-51B763F1A609}"/>
              </a:ext>
            </a:extLst>
          </p:cNvPr>
          <p:cNvSpPr>
            <a:spLocks noGrp="1"/>
          </p:cNvSpPr>
          <p:nvPr/>
        </p:nvSpPr>
        <p:spPr>
          <a:xfrm>
            <a:off x="3990975" y="4467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31" name="Rectangle 30">
            <a:extLst>
              <a:ext uri="{FF2B5EF4-FFF2-40B4-BE49-F238E27FC236}">
                <a16:creationId xmlns:a16="http://schemas.microsoft.com/office/drawing/2014/main" id="{2C8C1BFC-3B08-4913-96A2-7CBC97669300}"/>
              </a:ext>
            </a:extLst>
          </p:cNvPr>
          <p:cNvSpPr>
            <a:spLocks noGrp="1"/>
          </p:cNvSpPr>
          <p:nvPr/>
        </p:nvSpPr>
        <p:spPr>
          <a:xfrm>
            <a:off x="9991725" y="3324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32" name="Straight Arrow Connector 31">
            <a:extLst>
              <a:ext uri="{FF2B5EF4-FFF2-40B4-BE49-F238E27FC236}">
                <a16:creationId xmlns:a16="http://schemas.microsoft.com/office/drawing/2014/main" id="{C9A69ACF-4DAC-4A14-A71A-9A6CFF63D5FC}"/>
              </a:ext>
            </a:extLst>
          </p:cNvPr>
          <p:cNvCxnSpPr>
            <a:stCxn id="30" idx="3"/>
            <a:endCxn id="31" idx="1"/>
          </p:cNvCxnSpPr>
          <p:nvPr/>
        </p:nvCxnSpPr>
        <p:spPr>
          <a:xfrm flipV="1">
            <a:off x="4010026" y="3333749"/>
            <a:ext cx="5981700" cy="1143000"/>
          </a:xfrm>
          <a:prstGeom prst="straightConnector1">
            <a:avLst/>
          </a:prstGeom>
          <a:ln w="35719">
            <a:solidFill>
              <a:srgbClr val="C9CEF2"/>
            </a:solidFill>
            <a:prstDash val="solid"/>
          </a:ln>
        </p:spPr>
      </p:cxnSp>
      <p:sp>
        <p:nvSpPr>
          <p:cNvPr id="33" name="Oval 32">
            <a:extLst>
              <a:ext uri="{FF2B5EF4-FFF2-40B4-BE49-F238E27FC236}">
                <a16:creationId xmlns:a16="http://schemas.microsoft.com/office/drawing/2014/main" id="{2B9D10C5-6FB3-4791-98D8-73272B2D7183}"/>
              </a:ext>
            </a:extLst>
          </p:cNvPr>
          <p:cNvSpPr>
            <a:spLocks noGrp="1"/>
          </p:cNvSpPr>
          <p:nvPr/>
        </p:nvSpPr>
        <p:spPr>
          <a:xfrm>
            <a:off x="6791326" y="3895725"/>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34" name="Rectangle 33">
            <a:extLst>
              <a:ext uri="{FF2B5EF4-FFF2-40B4-BE49-F238E27FC236}">
                <a16:creationId xmlns:a16="http://schemas.microsoft.com/office/drawing/2014/main" id="{F4EC492E-2B61-46F9-8578-B783BC64D3D2}"/>
              </a:ext>
            </a:extLst>
          </p:cNvPr>
          <p:cNvSpPr>
            <a:spLocks noGrp="1"/>
          </p:cNvSpPr>
          <p:nvPr/>
        </p:nvSpPr>
        <p:spPr>
          <a:xfrm>
            <a:off x="6791326" y="3886201"/>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8</a:t>
            </a:r>
          </a:p>
        </p:txBody>
      </p:sp>
      <p:sp>
        <p:nvSpPr>
          <p:cNvPr id="35" name="Rectangle 34">
            <a:extLst>
              <a:ext uri="{FF2B5EF4-FFF2-40B4-BE49-F238E27FC236}">
                <a16:creationId xmlns:a16="http://schemas.microsoft.com/office/drawing/2014/main" id="{C7DDFFA1-653E-421E-8AF5-23CB4BC022A0}"/>
              </a:ext>
            </a:extLst>
          </p:cNvPr>
          <p:cNvSpPr>
            <a:spLocks noGrp="1"/>
          </p:cNvSpPr>
          <p:nvPr/>
        </p:nvSpPr>
        <p:spPr>
          <a:xfrm>
            <a:off x="7134225" y="208597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36" name="Rectangle 35">
            <a:extLst>
              <a:ext uri="{FF2B5EF4-FFF2-40B4-BE49-F238E27FC236}">
                <a16:creationId xmlns:a16="http://schemas.microsoft.com/office/drawing/2014/main" id="{C4E1E87F-0CC5-4645-B36F-1BFEE88D4407}"/>
              </a:ext>
            </a:extLst>
          </p:cNvPr>
          <p:cNvSpPr>
            <a:spLocks noGrp="1"/>
          </p:cNvSpPr>
          <p:nvPr/>
        </p:nvSpPr>
        <p:spPr>
          <a:xfrm>
            <a:off x="9991725" y="33242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37" name="Straight Arrow Connector 36">
            <a:extLst>
              <a:ext uri="{FF2B5EF4-FFF2-40B4-BE49-F238E27FC236}">
                <a16:creationId xmlns:a16="http://schemas.microsoft.com/office/drawing/2014/main" id="{02D05676-A783-42D5-9094-C38C40A3552F}"/>
              </a:ext>
            </a:extLst>
          </p:cNvPr>
          <p:cNvCxnSpPr>
            <a:stCxn id="35" idx="3"/>
            <a:endCxn id="36" idx="1"/>
          </p:cNvCxnSpPr>
          <p:nvPr/>
        </p:nvCxnSpPr>
        <p:spPr>
          <a:xfrm>
            <a:off x="7153275" y="2095500"/>
            <a:ext cx="2838451" cy="1238251"/>
          </a:xfrm>
          <a:prstGeom prst="straightConnector1">
            <a:avLst/>
          </a:prstGeom>
          <a:ln w="50006">
            <a:solidFill>
              <a:srgbClr val="2D3A8C"/>
            </a:solidFill>
            <a:prstDash val="solid"/>
          </a:ln>
        </p:spPr>
      </p:cxnSp>
      <p:sp>
        <p:nvSpPr>
          <p:cNvPr id="38" name="Oval 37">
            <a:extLst>
              <a:ext uri="{FF2B5EF4-FFF2-40B4-BE49-F238E27FC236}">
                <a16:creationId xmlns:a16="http://schemas.microsoft.com/office/drawing/2014/main" id="{BF256AF5-E955-4334-B86C-650F9D48B3EA}"/>
              </a:ext>
            </a:extLst>
          </p:cNvPr>
          <p:cNvSpPr>
            <a:spLocks noGrp="1"/>
          </p:cNvSpPr>
          <p:nvPr/>
        </p:nvSpPr>
        <p:spPr>
          <a:xfrm>
            <a:off x="8362950" y="2514600"/>
            <a:ext cx="419100" cy="400051"/>
          </a:xfrm>
          <a:prstGeom prst="ellipse">
            <a:avLst/>
          </a:prstGeom>
          <a:solidFill>
            <a:srgbClr val="F2F4FB"/>
          </a:solidFill>
          <a:ln w="0">
            <a:noFill/>
            <a:prstDash val="solid"/>
          </a:ln>
        </p:spPr>
        <p:txBody>
          <a:bodyPr/>
          <a:lstStyle/>
          <a:p>
            <a:pPr defTabSz="1219170"/>
            <a:endParaRPr sz="2400">
              <a:solidFill>
                <a:srgbClr val="1B1F3B"/>
              </a:solidFill>
              <a:latin typeface="Calibri"/>
            </a:endParaRPr>
          </a:p>
        </p:txBody>
      </p:sp>
      <p:sp>
        <p:nvSpPr>
          <p:cNvPr id="39" name="Rectangle 38">
            <a:extLst>
              <a:ext uri="{FF2B5EF4-FFF2-40B4-BE49-F238E27FC236}">
                <a16:creationId xmlns:a16="http://schemas.microsoft.com/office/drawing/2014/main" id="{E0F4FCB4-E634-4CEA-8241-3B8945C01054}"/>
              </a:ext>
            </a:extLst>
          </p:cNvPr>
          <p:cNvSpPr>
            <a:spLocks noGrp="1"/>
          </p:cNvSpPr>
          <p:nvPr/>
        </p:nvSpPr>
        <p:spPr>
          <a:xfrm>
            <a:off x="8362950" y="2505075"/>
            <a:ext cx="419100" cy="419100"/>
          </a:xfrm>
          <a:prstGeom prst="rect">
            <a:avLst/>
          </a:prstGeom>
          <a:noFill/>
          <a:ln w="0">
            <a:noFill/>
            <a:prstDash val="solid"/>
          </a:ln>
        </p:spPr>
        <p:txBody>
          <a:bodyPr wrap="square" lIns="0" tIns="0" rIns="0" bIns="0" anchor="ctr">
            <a:noAutofit/>
          </a:bodyPr>
          <a:lstStyle>
            <a:defPPr algn="ctr">
              <a:defRPr sz="1400" b="1">
                <a:solidFill>
                  <a:srgbClr val="1B1F3B"/>
                </a:solidFill>
                <a:latin typeface="Calibri"/>
                <a:ea typeface="Calibri"/>
                <a:cs typeface="Calibri"/>
              </a:defRPr>
            </a:defPPr>
            <a:lvl1pPr algn="ctr">
              <a:defRPr sz="1400" b="1">
                <a:solidFill>
                  <a:srgbClr val="1B1F3B"/>
                </a:solidFill>
                <a:latin typeface="Calibri"/>
                <a:ea typeface="Calibri"/>
                <a:cs typeface="Calibri"/>
              </a:defRPr>
            </a:lvl1pPr>
            <a:lvl2pPr algn="ctr">
              <a:defRPr sz="1400" b="1">
                <a:solidFill>
                  <a:srgbClr val="1B1F3B"/>
                </a:solidFill>
                <a:latin typeface="Calibri"/>
                <a:ea typeface="Calibri"/>
                <a:cs typeface="Calibri"/>
              </a:defRPr>
            </a:lvl2pPr>
            <a:lvl3pPr algn="ctr">
              <a:defRPr sz="1400" b="1">
                <a:solidFill>
                  <a:srgbClr val="1B1F3B"/>
                </a:solidFill>
                <a:latin typeface="Calibri"/>
                <a:ea typeface="Calibri"/>
                <a:cs typeface="Calibri"/>
              </a:defRPr>
            </a:lvl3pPr>
            <a:lvl4pPr algn="ctr">
              <a:defRPr sz="1400" b="1">
                <a:solidFill>
                  <a:srgbClr val="1B1F3B"/>
                </a:solidFill>
                <a:latin typeface="Calibri"/>
                <a:ea typeface="Calibri"/>
                <a:cs typeface="Calibri"/>
              </a:defRPr>
            </a:lvl4pPr>
            <a:lvl5pPr algn="ctr">
              <a:defRPr sz="1400" b="1">
                <a:solidFill>
                  <a:srgbClr val="1B1F3B"/>
                </a:solidFill>
                <a:latin typeface="Calibri"/>
                <a:ea typeface="Calibri"/>
                <a:cs typeface="Calibri"/>
              </a:defRPr>
            </a:lvl5pPr>
            <a:lvl6pPr algn="ctr">
              <a:defRPr sz="1400" b="1">
                <a:solidFill>
                  <a:srgbClr val="1B1F3B"/>
                </a:solidFill>
                <a:latin typeface="Calibri"/>
                <a:ea typeface="Calibri"/>
                <a:cs typeface="Calibri"/>
              </a:defRPr>
            </a:lvl6pPr>
            <a:lvl7pPr algn="ctr">
              <a:defRPr sz="1400" b="1">
                <a:solidFill>
                  <a:srgbClr val="1B1F3B"/>
                </a:solidFill>
                <a:latin typeface="Calibri"/>
                <a:ea typeface="Calibri"/>
                <a:cs typeface="Calibri"/>
              </a:defRPr>
            </a:lvl7pPr>
            <a:lvl8pPr algn="ctr">
              <a:defRPr sz="1400" b="1">
                <a:solidFill>
                  <a:srgbClr val="1B1F3B"/>
                </a:solidFill>
                <a:latin typeface="Calibri"/>
                <a:ea typeface="Calibri"/>
                <a:cs typeface="Calibri"/>
              </a:defRPr>
            </a:lvl8pPr>
            <a:lvl9pPr algn="ctr">
              <a:defRPr sz="1400" b="1">
                <a:solidFill>
                  <a:srgbClr val="1B1F3B"/>
                </a:solidFill>
                <a:latin typeface="Calibri"/>
                <a:ea typeface="Calibri"/>
                <a:cs typeface="Calibri"/>
              </a:defRPr>
            </a:lvl9pPr>
          </a:lstStyle>
          <a:p>
            <a:pPr defTabSz="1219170">
              <a:defRPr sz="1400" b="1">
                <a:solidFill>
                  <a:srgbClr val="1B1F3B"/>
                </a:solidFill>
                <a:latin typeface="Calibri"/>
                <a:ea typeface="Calibri"/>
                <a:cs typeface="Calibri"/>
              </a:defRPr>
            </a:pPr>
            <a:r>
              <a:rPr sz="1867"/>
              <a:t>3</a:t>
            </a:r>
          </a:p>
        </p:txBody>
      </p:sp>
      <p:sp>
        <p:nvSpPr>
          <p:cNvPr id="40" name="Oval 39">
            <a:extLst>
              <a:ext uri="{FF2B5EF4-FFF2-40B4-BE49-F238E27FC236}">
                <a16:creationId xmlns:a16="http://schemas.microsoft.com/office/drawing/2014/main" id="{7D55391B-CFA3-449F-AD4B-BCE5CD7BB8EE}"/>
              </a:ext>
            </a:extLst>
          </p:cNvPr>
          <p:cNvSpPr>
            <a:spLocks noGrp="1"/>
          </p:cNvSpPr>
          <p:nvPr/>
        </p:nvSpPr>
        <p:spPr>
          <a:xfrm>
            <a:off x="1066800" y="2876549"/>
            <a:ext cx="914400" cy="914400"/>
          </a:xfrm>
          <a:prstGeom prst="ellipse">
            <a:avLst/>
          </a:prstGeom>
          <a:solidFill>
            <a:srgbClr val="E0F1ED"/>
          </a:solidFill>
          <a:ln w="21431">
            <a:solidFill>
              <a:srgbClr val="1B1F3B"/>
            </a:solidFill>
            <a:prstDash val="solid"/>
          </a:ln>
        </p:spPr>
        <p:txBody>
          <a:bodyPr/>
          <a:lstStyle/>
          <a:p>
            <a:pPr defTabSz="1219170"/>
            <a:endParaRPr sz="2400">
              <a:solidFill>
                <a:srgbClr val="1B1F3B"/>
              </a:solidFill>
              <a:latin typeface="Calibri"/>
            </a:endParaRPr>
          </a:p>
        </p:txBody>
      </p:sp>
      <p:sp>
        <p:nvSpPr>
          <p:cNvPr id="41" name="Rectangle 40">
            <a:extLst>
              <a:ext uri="{FF2B5EF4-FFF2-40B4-BE49-F238E27FC236}">
                <a16:creationId xmlns:a16="http://schemas.microsoft.com/office/drawing/2014/main" id="{E2546AA1-EB5D-43D9-A140-A6BEB0AF30EA}"/>
              </a:ext>
            </a:extLst>
          </p:cNvPr>
          <p:cNvSpPr>
            <a:spLocks noGrp="1"/>
          </p:cNvSpPr>
          <p:nvPr/>
        </p:nvSpPr>
        <p:spPr>
          <a:xfrm>
            <a:off x="1143000" y="2990852"/>
            <a:ext cx="762000" cy="352425"/>
          </a:xfrm>
          <a:prstGeom prst="rect">
            <a:avLst/>
          </a:prstGeom>
          <a:noFill/>
          <a:ln w="0">
            <a:noFill/>
            <a:prstDash val="solid"/>
          </a:ln>
        </p:spPr>
        <p:txBody>
          <a:bodyPr wrap="square" lIns="0" tIns="0" rIns="0" bIns="0" anchor="ctr">
            <a:noAutofit/>
          </a:bodyPr>
          <a:lstStyle>
            <a:defPPr algn="ctr">
              <a:defRPr sz="1650" b="1">
                <a:solidFill>
                  <a:srgbClr val="1B1F3B"/>
                </a:solidFill>
                <a:latin typeface="Calibri"/>
                <a:ea typeface="Calibri"/>
                <a:cs typeface="Calibri"/>
              </a:defRPr>
            </a:defPPr>
            <a:lvl1pPr algn="ctr">
              <a:defRPr sz="1650" b="1">
                <a:solidFill>
                  <a:srgbClr val="1B1F3B"/>
                </a:solidFill>
                <a:latin typeface="Calibri"/>
                <a:ea typeface="Calibri"/>
                <a:cs typeface="Calibri"/>
              </a:defRPr>
            </a:lvl1pPr>
            <a:lvl2pPr algn="ctr">
              <a:defRPr sz="1650" b="1">
                <a:solidFill>
                  <a:srgbClr val="1B1F3B"/>
                </a:solidFill>
                <a:latin typeface="Calibri"/>
                <a:ea typeface="Calibri"/>
                <a:cs typeface="Calibri"/>
              </a:defRPr>
            </a:lvl2pPr>
            <a:lvl3pPr algn="ctr">
              <a:defRPr sz="1650" b="1">
                <a:solidFill>
                  <a:srgbClr val="1B1F3B"/>
                </a:solidFill>
                <a:latin typeface="Calibri"/>
                <a:ea typeface="Calibri"/>
                <a:cs typeface="Calibri"/>
              </a:defRPr>
            </a:lvl3pPr>
            <a:lvl4pPr algn="ctr">
              <a:defRPr sz="1650" b="1">
                <a:solidFill>
                  <a:srgbClr val="1B1F3B"/>
                </a:solidFill>
                <a:latin typeface="Calibri"/>
                <a:ea typeface="Calibri"/>
                <a:cs typeface="Calibri"/>
              </a:defRPr>
            </a:lvl4pPr>
            <a:lvl5pPr algn="ctr">
              <a:defRPr sz="1650" b="1">
                <a:solidFill>
                  <a:srgbClr val="1B1F3B"/>
                </a:solidFill>
                <a:latin typeface="Calibri"/>
                <a:ea typeface="Calibri"/>
                <a:cs typeface="Calibri"/>
              </a:defRPr>
            </a:lvl5pPr>
            <a:lvl6pPr algn="ctr">
              <a:defRPr sz="1650" b="1">
                <a:solidFill>
                  <a:srgbClr val="1B1F3B"/>
                </a:solidFill>
                <a:latin typeface="Calibri"/>
                <a:ea typeface="Calibri"/>
                <a:cs typeface="Calibri"/>
              </a:defRPr>
            </a:lvl6pPr>
            <a:lvl7pPr algn="ctr">
              <a:defRPr sz="1650" b="1">
                <a:solidFill>
                  <a:srgbClr val="1B1F3B"/>
                </a:solidFill>
                <a:latin typeface="Calibri"/>
                <a:ea typeface="Calibri"/>
                <a:cs typeface="Calibri"/>
              </a:defRPr>
            </a:lvl7pPr>
            <a:lvl8pPr algn="ctr">
              <a:defRPr sz="1650" b="1">
                <a:solidFill>
                  <a:srgbClr val="1B1F3B"/>
                </a:solidFill>
                <a:latin typeface="Calibri"/>
                <a:ea typeface="Calibri"/>
                <a:cs typeface="Calibri"/>
              </a:defRPr>
            </a:lvl8pPr>
            <a:lvl9pPr algn="ctr">
              <a:defRPr sz="1650" b="1">
                <a:solidFill>
                  <a:srgbClr val="1B1F3B"/>
                </a:solidFill>
                <a:latin typeface="Calibri"/>
                <a:ea typeface="Calibri"/>
                <a:cs typeface="Calibri"/>
              </a:defRPr>
            </a:lvl9pPr>
          </a:lstStyle>
          <a:p>
            <a:pPr defTabSz="1219170">
              <a:defRPr sz="1650" b="1">
                <a:solidFill>
                  <a:srgbClr val="1B1F3B"/>
                </a:solidFill>
                <a:latin typeface="Calibri"/>
                <a:ea typeface="Calibri"/>
                <a:cs typeface="Calibri"/>
              </a:defRPr>
            </a:pPr>
            <a:r>
              <a:rPr sz="2200"/>
              <a:t>S</a:t>
            </a:r>
          </a:p>
        </p:txBody>
      </p:sp>
      <p:sp>
        <p:nvSpPr>
          <p:cNvPr id="42" name="Rectangle 41">
            <a:extLst>
              <a:ext uri="{FF2B5EF4-FFF2-40B4-BE49-F238E27FC236}">
                <a16:creationId xmlns:a16="http://schemas.microsoft.com/office/drawing/2014/main" id="{57DF9914-2A95-44A7-B59C-EB809E8696A8}"/>
              </a:ext>
            </a:extLst>
          </p:cNvPr>
          <p:cNvSpPr>
            <a:spLocks noGrp="1"/>
          </p:cNvSpPr>
          <p:nvPr/>
        </p:nvSpPr>
        <p:spPr>
          <a:xfrm>
            <a:off x="1143000" y="3343276"/>
            <a:ext cx="762000" cy="352425"/>
          </a:xfrm>
          <a:prstGeom prst="rect">
            <a:avLst/>
          </a:prstGeom>
          <a:noFill/>
          <a:ln w="0">
            <a:noFill/>
            <a:prstDash val="solid"/>
          </a:ln>
        </p:spPr>
        <p:txBody>
          <a:bodyPr wrap="square" lIns="0" tIns="0" rIns="0" bIns="0" anchor="ctr">
            <a:noAutofit/>
          </a:bodyPr>
          <a:lstStyle>
            <a:defPPr algn="ctr">
              <a:defRPr sz="1450" b="1">
                <a:solidFill>
                  <a:srgbClr val="2D3A8C"/>
                </a:solidFill>
                <a:latin typeface="Calibri"/>
                <a:ea typeface="Calibri"/>
                <a:cs typeface="Calibri"/>
              </a:defRPr>
            </a:defPPr>
            <a:lvl1pPr algn="ctr">
              <a:defRPr sz="1450" b="1">
                <a:solidFill>
                  <a:srgbClr val="2D3A8C"/>
                </a:solidFill>
                <a:latin typeface="Calibri"/>
                <a:ea typeface="Calibri"/>
                <a:cs typeface="Calibri"/>
              </a:defRPr>
            </a:lvl1pPr>
            <a:lvl2pPr algn="ctr">
              <a:defRPr sz="1450" b="1">
                <a:solidFill>
                  <a:srgbClr val="2D3A8C"/>
                </a:solidFill>
                <a:latin typeface="Calibri"/>
                <a:ea typeface="Calibri"/>
                <a:cs typeface="Calibri"/>
              </a:defRPr>
            </a:lvl2pPr>
            <a:lvl3pPr algn="ctr">
              <a:defRPr sz="1450" b="1">
                <a:solidFill>
                  <a:srgbClr val="2D3A8C"/>
                </a:solidFill>
                <a:latin typeface="Calibri"/>
                <a:ea typeface="Calibri"/>
                <a:cs typeface="Calibri"/>
              </a:defRPr>
            </a:lvl3pPr>
            <a:lvl4pPr algn="ctr">
              <a:defRPr sz="1450" b="1">
                <a:solidFill>
                  <a:srgbClr val="2D3A8C"/>
                </a:solidFill>
                <a:latin typeface="Calibri"/>
                <a:ea typeface="Calibri"/>
                <a:cs typeface="Calibri"/>
              </a:defRPr>
            </a:lvl4pPr>
            <a:lvl5pPr algn="ctr">
              <a:defRPr sz="1450" b="1">
                <a:solidFill>
                  <a:srgbClr val="2D3A8C"/>
                </a:solidFill>
                <a:latin typeface="Calibri"/>
                <a:ea typeface="Calibri"/>
                <a:cs typeface="Calibri"/>
              </a:defRPr>
            </a:lvl5pPr>
            <a:lvl6pPr algn="ctr">
              <a:defRPr sz="1450" b="1">
                <a:solidFill>
                  <a:srgbClr val="2D3A8C"/>
                </a:solidFill>
                <a:latin typeface="Calibri"/>
                <a:ea typeface="Calibri"/>
                <a:cs typeface="Calibri"/>
              </a:defRPr>
            </a:lvl6pPr>
            <a:lvl7pPr algn="ctr">
              <a:defRPr sz="1450" b="1">
                <a:solidFill>
                  <a:srgbClr val="2D3A8C"/>
                </a:solidFill>
                <a:latin typeface="Calibri"/>
                <a:ea typeface="Calibri"/>
                <a:cs typeface="Calibri"/>
              </a:defRPr>
            </a:lvl7pPr>
            <a:lvl8pPr algn="ctr">
              <a:defRPr sz="1450" b="1">
                <a:solidFill>
                  <a:srgbClr val="2D3A8C"/>
                </a:solidFill>
                <a:latin typeface="Calibri"/>
                <a:ea typeface="Calibri"/>
                <a:cs typeface="Calibri"/>
              </a:defRPr>
            </a:lvl8pPr>
            <a:lvl9pPr algn="ctr">
              <a:defRPr sz="1450" b="1">
                <a:solidFill>
                  <a:srgbClr val="2D3A8C"/>
                </a:solidFill>
                <a:latin typeface="Calibri"/>
                <a:ea typeface="Calibri"/>
                <a:cs typeface="Calibri"/>
              </a:defRPr>
            </a:lvl9pPr>
          </a:lstStyle>
          <a:p>
            <a:pPr defTabSz="1219170">
              <a:defRPr sz="1450" b="1">
                <a:solidFill>
                  <a:srgbClr val="2D3A8C"/>
                </a:solidFill>
                <a:latin typeface="Calibri"/>
                <a:ea typeface="Calibri"/>
                <a:cs typeface="Calibri"/>
              </a:defRPr>
            </a:pPr>
            <a:r>
              <a:rPr sz="1933"/>
              <a:t>0</a:t>
            </a:r>
          </a:p>
        </p:txBody>
      </p:sp>
      <p:sp>
        <p:nvSpPr>
          <p:cNvPr id="43" name="Oval 42">
            <a:extLst>
              <a:ext uri="{FF2B5EF4-FFF2-40B4-BE49-F238E27FC236}">
                <a16:creationId xmlns:a16="http://schemas.microsoft.com/office/drawing/2014/main" id="{4C6BA617-540D-4B5E-A2DA-E5A8E28FEC9A}"/>
              </a:ext>
            </a:extLst>
          </p:cNvPr>
          <p:cNvSpPr>
            <a:spLocks noGrp="1"/>
          </p:cNvSpPr>
          <p:nvPr/>
        </p:nvSpPr>
        <p:spPr>
          <a:xfrm>
            <a:off x="3543300" y="1638300"/>
            <a:ext cx="914400" cy="914400"/>
          </a:xfrm>
          <a:prstGeom prst="ellipse">
            <a:avLst/>
          </a:prstGeom>
          <a:solidFill>
            <a:srgbClr val="E0F1ED"/>
          </a:solidFill>
          <a:ln w="21431">
            <a:solidFill>
              <a:srgbClr val="1B1F3B"/>
            </a:solidFill>
            <a:prstDash val="solid"/>
          </a:ln>
        </p:spPr>
        <p:txBody>
          <a:bodyPr/>
          <a:lstStyle/>
          <a:p>
            <a:pPr defTabSz="1219170"/>
            <a:endParaRPr sz="2400">
              <a:solidFill>
                <a:srgbClr val="1B1F3B"/>
              </a:solidFill>
              <a:latin typeface="Calibri"/>
            </a:endParaRPr>
          </a:p>
        </p:txBody>
      </p:sp>
      <p:sp>
        <p:nvSpPr>
          <p:cNvPr id="44" name="Rectangle 43">
            <a:extLst>
              <a:ext uri="{FF2B5EF4-FFF2-40B4-BE49-F238E27FC236}">
                <a16:creationId xmlns:a16="http://schemas.microsoft.com/office/drawing/2014/main" id="{F97538FF-D6D6-443D-8502-A2CB7E94614C}"/>
              </a:ext>
            </a:extLst>
          </p:cNvPr>
          <p:cNvSpPr>
            <a:spLocks noGrp="1"/>
          </p:cNvSpPr>
          <p:nvPr/>
        </p:nvSpPr>
        <p:spPr>
          <a:xfrm>
            <a:off x="3619500" y="1752601"/>
            <a:ext cx="762000" cy="352425"/>
          </a:xfrm>
          <a:prstGeom prst="rect">
            <a:avLst/>
          </a:prstGeom>
          <a:noFill/>
          <a:ln w="0">
            <a:noFill/>
            <a:prstDash val="solid"/>
          </a:ln>
        </p:spPr>
        <p:txBody>
          <a:bodyPr wrap="square" lIns="0" tIns="0" rIns="0" bIns="0" anchor="ctr">
            <a:noAutofit/>
          </a:bodyPr>
          <a:lstStyle>
            <a:defPPr algn="ctr">
              <a:defRPr sz="1650" b="1">
                <a:solidFill>
                  <a:srgbClr val="1B1F3B"/>
                </a:solidFill>
                <a:latin typeface="Calibri"/>
                <a:ea typeface="Calibri"/>
                <a:cs typeface="Calibri"/>
              </a:defRPr>
            </a:defPPr>
            <a:lvl1pPr algn="ctr">
              <a:defRPr sz="1650" b="1">
                <a:solidFill>
                  <a:srgbClr val="1B1F3B"/>
                </a:solidFill>
                <a:latin typeface="Calibri"/>
                <a:ea typeface="Calibri"/>
                <a:cs typeface="Calibri"/>
              </a:defRPr>
            </a:lvl1pPr>
            <a:lvl2pPr algn="ctr">
              <a:defRPr sz="1650" b="1">
                <a:solidFill>
                  <a:srgbClr val="1B1F3B"/>
                </a:solidFill>
                <a:latin typeface="Calibri"/>
                <a:ea typeface="Calibri"/>
                <a:cs typeface="Calibri"/>
              </a:defRPr>
            </a:lvl2pPr>
            <a:lvl3pPr algn="ctr">
              <a:defRPr sz="1650" b="1">
                <a:solidFill>
                  <a:srgbClr val="1B1F3B"/>
                </a:solidFill>
                <a:latin typeface="Calibri"/>
                <a:ea typeface="Calibri"/>
                <a:cs typeface="Calibri"/>
              </a:defRPr>
            </a:lvl3pPr>
            <a:lvl4pPr algn="ctr">
              <a:defRPr sz="1650" b="1">
                <a:solidFill>
                  <a:srgbClr val="1B1F3B"/>
                </a:solidFill>
                <a:latin typeface="Calibri"/>
                <a:ea typeface="Calibri"/>
                <a:cs typeface="Calibri"/>
              </a:defRPr>
            </a:lvl4pPr>
            <a:lvl5pPr algn="ctr">
              <a:defRPr sz="1650" b="1">
                <a:solidFill>
                  <a:srgbClr val="1B1F3B"/>
                </a:solidFill>
                <a:latin typeface="Calibri"/>
                <a:ea typeface="Calibri"/>
                <a:cs typeface="Calibri"/>
              </a:defRPr>
            </a:lvl5pPr>
            <a:lvl6pPr algn="ctr">
              <a:defRPr sz="1650" b="1">
                <a:solidFill>
                  <a:srgbClr val="1B1F3B"/>
                </a:solidFill>
                <a:latin typeface="Calibri"/>
                <a:ea typeface="Calibri"/>
                <a:cs typeface="Calibri"/>
              </a:defRPr>
            </a:lvl6pPr>
            <a:lvl7pPr algn="ctr">
              <a:defRPr sz="1650" b="1">
                <a:solidFill>
                  <a:srgbClr val="1B1F3B"/>
                </a:solidFill>
                <a:latin typeface="Calibri"/>
                <a:ea typeface="Calibri"/>
                <a:cs typeface="Calibri"/>
              </a:defRPr>
            </a:lvl7pPr>
            <a:lvl8pPr algn="ctr">
              <a:defRPr sz="1650" b="1">
                <a:solidFill>
                  <a:srgbClr val="1B1F3B"/>
                </a:solidFill>
                <a:latin typeface="Calibri"/>
                <a:ea typeface="Calibri"/>
                <a:cs typeface="Calibri"/>
              </a:defRPr>
            </a:lvl8pPr>
            <a:lvl9pPr algn="ctr">
              <a:defRPr sz="1650" b="1">
                <a:solidFill>
                  <a:srgbClr val="1B1F3B"/>
                </a:solidFill>
                <a:latin typeface="Calibri"/>
                <a:ea typeface="Calibri"/>
                <a:cs typeface="Calibri"/>
              </a:defRPr>
            </a:lvl9pPr>
          </a:lstStyle>
          <a:p>
            <a:pPr defTabSz="1219170">
              <a:defRPr sz="1650" b="1">
                <a:solidFill>
                  <a:srgbClr val="1B1F3B"/>
                </a:solidFill>
                <a:latin typeface="Calibri"/>
                <a:ea typeface="Calibri"/>
                <a:cs typeface="Calibri"/>
              </a:defRPr>
            </a:pPr>
            <a:r>
              <a:rPr sz="2200"/>
              <a:t>A</a:t>
            </a:r>
          </a:p>
        </p:txBody>
      </p:sp>
      <p:sp>
        <p:nvSpPr>
          <p:cNvPr id="45" name="Rectangle 44">
            <a:extLst>
              <a:ext uri="{FF2B5EF4-FFF2-40B4-BE49-F238E27FC236}">
                <a16:creationId xmlns:a16="http://schemas.microsoft.com/office/drawing/2014/main" id="{D88A4145-53C4-4CBA-9FEF-700732AEE804}"/>
              </a:ext>
            </a:extLst>
          </p:cNvPr>
          <p:cNvSpPr>
            <a:spLocks noGrp="1"/>
          </p:cNvSpPr>
          <p:nvPr/>
        </p:nvSpPr>
        <p:spPr>
          <a:xfrm>
            <a:off x="3619500" y="2105026"/>
            <a:ext cx="762000" cy="352425"/>
          </a:xfrm>
          <a:prstGeom prst="rect">
            <a:avLst/>
          </a:prstGeom>
          <a:noFill/>
          <a:ln w="0">
            <a:noFill/>
            <a:prstDash val="solid"/>
          </a:ln>
        </p:spPr>
        <p:txBody>
          <a:bodyPr wrap="square" lIns="0" tIns="0" rIns="0" bIns="0" anchor="ctr">
            <a:noAutofit/>
          </a:bodyPr>
          <a:lstStyle>
            <a:defPPr algn="ctr">
              <a:defRPr sz="1450" b="1">
                <a:solidFill>
                  <a:srgbClr val="2D3A8C"/>
                </a:solidFill>
                <a:latin typeface="Calibri"/>
                <a:ea typeface="Calibri"/>
                <a:cs typeface="Calibri"/>
              </a:defRPr>
            </a:defPPr>
            <a:lvl1pPr algn="ctr">
              <a:defRPr sz="1450" b="1">
                <a:solidFill>
                  <a:srgbClr val="2D3A8C"/>
                </a:solidFill>
                <a:latin typeface="Calibri"/>
                <a:ea typeface="Calibri"/>
                <a:cs typeface="Calibri"/>
              </a:defRPr>
            </a:lvl1pPr>
            <a:lvl2pPr algn="ctr">
              <a:defRPr sz="1450" b="1">
                <a:solidFill>
                  <a:srgbClr val="2D3A8C"/>
                </a:solidFill>
                <a:latin typeface="Calibri"/>
                <a:ea typeface="Calibri"/>
                <a:cs typeface="Calibri"/>
              </a:defRPr>
            </a:lvl2pPr>
            <a:lvl3pPr algn="ctr">
              <a:defRPr sz="1450" b="1">
                <a:solidFill>
                  <a:srgbClr val="2D3A8C"/>
                </a:solidFill>
                <a:latin typeface="Calibri"/>
                <a:ea typeface="Calibri"/>
                <a:cs typeface="Calibri"/>
              </a:defRPr>
            </a:lvl3pPr>
            <a:lvl4pPr algn="ctr">
              <a:defRPr sz="1450" b="1">
                <a:solidFill>
                  <a:srgbClr val="2D3A8C"/>
                </a:solidFill>
                <a:latin typeface="Calibri"/>
                <a:ea typeface="Calibri"/>
                <a:cs typeface="Calibri"/>
              </a:defRPr>
            </a:lvl4pPr>
            <a:lvl5pPr algn="ctr">
              <a:defRPr sz="1450" b="1">
                <a:solidFill>
                  <a:srgbClr val="2D3A8C"/>
                </a:solidFill>
                <a:latin typeface="Calibri"/>
                <a:ea typeface="Calibri"/>
                <a:cs typeface="Calibri"/>
              </a:defRPr>
            </a:lvl5pPr>
            <a:lvl6pPr algn="ctr">
              <a:defRPr sz="1450" b="1">
                <a:solidFill>
                  <a:srgbClr val="2D3A8C"/>
                </a:solidFill>
                <a:latin typeface="Calibri"/>
                <a:ea typeface="Calibri"/>
                <a:cs typeface="Calibri"/>
              </a:defRPr>
            </a:lvl6pPr>
            <a:lvl7pPr algn="ctr">
              <a:defRPr sz="1450" b="1">
                <a:solidFill>
                  <a:srgbClr val="2D3A8C"/>
                </a:solidFill>
                <a:latin typeface="Calibri"/>
                <a:ea typeface="Calibri"/>
                <a:cs typeface="Calibri"/>
              </a:defRPr>
            </a:lvl7pPr>
            <a:lvl8pPr algn="ctr">
              <a:defRPr sz="1450" b="1">
                <a:solidFill>
                  <a:srgbClr val="2D3A8C"/>
                </a:solidFill>
                <a:latin typeface="Calibri"/>
                <a:ea typeface="Calibri"/>
                <a:cs typeface="Calibri"/>
              </a:defRPr>
            </a:lvl8pPr>
            <a:lvl9pPr algn="ctr">
              <a:defRPr sz="1450" b="1">
                <a:solidFill>
                  <a:srgbClr val="2D3A8C"/>
                </a:solidFill>
                <a:latin typeface="Calibri"/>
                <a:ea typeface="Calibri"/>
                <a:cs typeface="Calibri"/>
              </a:defRPr>
            </a:lvl9pPr>
          </a:lstStyle>
          <a:p>
            <a:pPr defTabSz="1219170">
              <a:defRPr sz="1450" b="1">
                <a:solidFill>
                  <a:srgbClr val="2D3A8C"/>
                </a:solidFill>
                <a:latin typeface="Calibri"/>
                <a:ea typeface="Calibri"/>
                <a:cs typeface="Calibri"/>
              </a:defRPr>
            </a:pPr>
            <a:r>
              <a:rPr sz="1933"/>
              <a:t>2</a:t>
            </a:r>
          </a:p>
        </p:txBody>
      </p:sp>
      <p:sp>
        <p:nvSpPr>
          <p:cNvPr id="46" name="Oval 45">
            <a:extLst>
              <a:ext uri="{FF2B5EF4-FFF2-40B4-BE49-F238E27FC236}">
                <a16:creationId xmlns:a16="http://schemas.microsoft.com/office/drawing/2014/main" id="{B6FCD291-B864-4413-AC86-8F7C7BFFFA2F}"/>
              </a:ext>
            </a:extLst>
          </p:cNvPr>
          <p:cNvSpPr>
            <a:spLocks noGrp="1"/>
          </p:cNvSpPr>
          <p:nvPr/>
        </p:nvSpPr>
        <p:spPr>
          <a:xfrm>
            <a:off x="3543300" y="4019549"/>
            <a:ext cx="914400" cy="914400"/>
          </a:xfrm>
          <a:prstGeom prst="ellipse">
            <a:avLst/>
          </a:prstGeom>
          <a:solidFill>
            <a:srgbClr val="E0F1ED"/>
          </a:solidFill>
          <a:ln w="21431">
            <a:solidFill>
              <a:srgbClr val="1B1F3B"/>
            </a:solidFill>
            <a:prstDash val="solid"/>
          </a:ln>
        </p:spPr>
        <p:txBody>
          <a:bodyPr/>
          <a:lstStyle/>
          <a:p>
            <a:pPr defTabSz="1219170"/>
            <a:endParaRPr sz="2400">
              <a:solidFill>
                <a:srgbClr val="1B1F3B"/>
              </a:solidFill>
              <a:latin typeface="Calibri"/>
            </a:endParaRPr>
          </a:p>
        </p:txBody>
      </p:sp>
      <p:sp>
        <p:nvSpPr>
          <p:cNvPr id="47" name="Rectangle 46">
            <a:extLst>
              <a:ext uri="{FF2B5EF4-FFF2-40B4-BE49-F238E27FC236}">
                <a16:creationId xmlns:a16="http://schemas.microsoft.com/office/drawing/2014/main" id="{67357A95-CB1A-4FD5-85C4-2FD5B47EBFBC}"/>
              </a:ext>
            </a:extLst>
          </p:cNvPr>
          <p:cNvSpPr>
            <a:spLocks noGrp="1"/>
          </p:cNvSpPr>
          <p:nvPr/>
        </p:nvSpPr>
        <p:spPr>
          <a:xfrm>
            <a:off x="3619500" y="4133852"/>
            <a:ext cx="762000" cy="352425"/>
          </a:xfrm>
          <a:prstGeom prst="rect">
            <a:avLst/>
          </a:prstGeom>
          <a:noFill/>
          <a:ln w="0">
            <a:noFill/>
            <a:prstDash val="solid"/>
          </a:ln>
        </p:spPr>
        <p:txBody>
          <a:bodyPr wrap="square" lIns="0" tIns="0" rIns="0" bIns="0" anchor="ctr">
            <a:noAutofit/>
          </a:bodyPr>
          <a:lstStyle>
            <a:defPPr algn="ctr">
              <a:defRPr sz="1650" b="1">
                <a:solidFill>
                  <a:srgbClr val="1B1F3B"/>
                </a:solidFill>
                <a:latin typeface="Calibri"/>
                <a:ea typeface="Calibri"/>
                <a:cs typeface="Calibri"/>
              </a:defRPr>
            </a:defPPr>
            <a:lvl1pPr algn="ctr">
              <a:defRPr sz="1650" b="1">
                <a:solidFill>
                  <a:srgbClr val="1B1F3B"/>
                </a:solidFill>
                <a:latin typeface="Calibri"/>
                <a:ea typeface="Calibri"/>
                <a:cs typeface="Calibri"/>
              </a:defRPr>
            </a:lvl1pPr>
            <a:lvl2pPr algn="ctr">
              <a:defRPr sz="1650" b="1">
                <a:solidFill>
                  <a:srgbClr val="1B1F3B"/>
                </a:solidFill>
                <a:latin typeface="Calibri"/>
                <a:ea typeface="Calibri"/>
                <a:cs typeface="Calibri"/>
              </a:defRPr>
            </a:lvl2pPr>
            <a:lvl3pPr algn="ctr">
              <a:defRPr sz="1650" b="1">
                <a:solidFill>
                  <a:srgbClr val="1B1F3B"/>
                </a:solidFill>
                <a:latin typeface="Calibri"/>
                <a:ea typeface="Calibri"/>
                <a:cs typeface="Calibri"/>
              </a:defRPr>
            </a:lvl3pPr>
            <a:lvl4pPr algn="ctr">
              <a:defRPr sz="1650" b="1">
                <a:solidFill>
                  <a:srgbClr val="1B1F3B"/>
                </a:solidFill>
                <a:latin typeface="Calibri"/>
                <a:ea typeface="Calibri"/>
                <a:cs typeface="Calibri"/>
              </a:defRPr>
            </a:lvl4pPr>
            <a:lvl5pPr algn="ctr">
              <a:defRPr sz="1650" b="1">
                <a:solidFill>
                  <a:srgbClr val="1B1F3B"/>
                </a:solidFill>
                <a:latin typeface="Calibri"/>
                <a:ea typeface="Calibri"/>
                <a:cs typeface="Calibri"/>
              </a:defRPr>
            </a:lvl5pPr>
            <a:lvl6pPr algn="ctr">
              <a:defRPr sz="1650" b="1">
                <a:solidFill>
                  <a:srgbClr val="1B1F3B"/>
                </a:solidFill>
                <a:latin typeface="Calibri"/>
                <a:ea typeface="Calibri"/>
                <a:cs typeface="Calibri"/>
              </a:defRPr>
            </a:lvl6pPr>
            <a:lvl7pPr algn="ctr">
              <a:defRPr sz="1650" b="1">
                <a:solidFill>
                  <a:srgbClr val="1B1F3B"/>
                </a:solidFill>
                <a:latin typeface="Calibri"/>
                <a:ea typeface="Calibri"/>
                <a:cs typeface="Calibri"/>
              </a:defRPr>
            </a:lvl7pPr>
            <a:lvl8pPr algn="ctr">
              <a:defRPr sz="1650" b="1">
                <a:solidFill>
                  <a:srgbClr val="1B1F3B"/>
                </a:solidFill>
                <a:latin typeface="Calibri"/>
                <a:ea typeface="Calibri"/>
                <a:cs typeface="Calibri"/>
              </a:defRPr>
            </a:lvl8pPr>
            <a:lvl9pPr algn="ctr">
              <a:defRPr sz="1650" b="1">
                <a:solidFill>
                  <a:srgbClr val="1B1F3B"/>
                </a:solidFill>
                <a:latin typeface="Calibri"/>
                <a:ea typeface="Calibri"/>
                <a:cs typeface="Calibri"/>
              </a:defRPr>
            </a:lvl9pPr>
          </a:lstStyle>
          <a:p>
            <a:pPr defTabSz="1219170">
              <a:defRPr sz="1650" b="1">
                <a:solidFill>
                  <a:srgbClr val="1B1F3B"/>
                </a:solidFill>
                <a:latin typeface="Calibri"/>
                <a:ea typeface="Calibri"/>
                <a:cs typeface="Calibri"/>
              </a:defRPr>
            </a:pPr>
            <a:r>
              <a:rPr sz="2200"/>
              <a:t>B</a:t>
            </a:r>
          </a:p>
        </p:txBody>
      </p:sp>
      <p:sp>
        <p:nvSpPr>
          <p:cNvPr id="48" name="Rectangle 47">
            <a:extLst>
              <a:ext uri="{FF2B5EF4-FFF2-40B4-BE49-F238E27FC236}">
                <a16:creationId xmlns:a16="http://schemas.microsoft.com/office/drawing/2014/main" id="{06C47324-4226-4390-AD3D-D9E4F9744C9C}"/>
              </a:ext>
            </a:extLst>
          </p:cNvPr>
          <p:cNvSpPr>
            <a:spLocks noGrp="1"/>
          </p:cNvSpPr>
          <p:nvPr/>
        </p:nvSpPr>
        <p:spPr>
          <a:xfrm>
            <a:off x="3619500" y="4486276"/>
            <a:ext cx="762000" cy="352425"/>
          </a:xfrm>
          <a:prstGeom prst="rect">
            <a:avLst/>
          </a:prstGeom>
          <a:noFill/>
          <a:ln w="0">
            <a:noFill/>
            <a:prstDash val="solid"/>
          </a:ln>
        </p:spPr>
        <p:txBody>
          <a:bodyPr wrap="square" lIns="0" tIns="0" rIns="0" bIns="0" anchor="ctr">
            <a:noAutofit/>
          </a:bodyPr>
          <a:lstStyle>
            <a:defPPr algn="ctr">
              <a:defRPr sz="1450" b="1">
                <a:solidFill>
                  <a:srgbClr val="2D3A8C"/>
                </a:solidFill>
                <a:latin typeface="Calibri"/>
                <a:ea typeface="Calibri"/>
                <a:cs typeface="Calibri"/>
              </a:defRPr>
            </a:defPPr>
            <a:lvl1pPr algn="ctr">
              <a:defRPr sz="1450" b="1">
                <a:solidFill>
                  <a:srgbClr val="2D3A8C"/>
                </a:solidFill>
                <a:latin typeface="Calibri"/>
                <a:ea typeface="Calibri"/>
                <a:cs typeface="Calibri"/>
              </a:defRPr>
            </a:lvl1pPr>
            <a:lvl2pPr algn="ctr">
              <a:defRPr sz="1450" b="1">
                <a:solidFill>
                  <a:srgbClr val="2D3A8C"/>
                </a:solidFill>
                <a:latin typeface="Calibri"/>
                <a:ea typeface="Calibri"/>
                <a:cs typeface="Calibri"/>
              </a:defRPr>
            </a:lvl2pPr>
            <a:lvl3pPr algn="ctr">
              <a:defRPr sz="1450" b="1">
                <a:solidFill>
                  <a:srgbClr val="2D3A8C"/>
                </a:solidFill>
                <a:latin typeface="Calibri"/>
                <a:ea typeface="Calibri"/>
                <a:cs typeface="Calibri"/>
              </a:defRPr>
            </a:lvl3pPr>
            <a:lvl4pPr algn="ctr">
              <a:defRPr sz="1450" b="1">
                <a:solidFill>
                  <a:srgbClr val="2D3A8C"/>
                </a:solidFill>
                <a:latin typeface="Calibri"/>
                <a:ea typeface="Calibri"/>
                <a:cs typeface="Calibri"/>
              </a:defRPr>
            </a:lvl4pPr>
            <a:lvl5pPr algn="ctr">
              <a:defRPr sz="1450" b="1">
                <a:solidFill>
                  <a:srgbClr val="2D3A8C"/>
                </a:solidFill>
                <a:latin typeface="Calibri"/>
                <a:ea typeface="Calibri"/>
                <a:cs typeface="Calibri"/>
              </a:defRPr>
            </a:lvl5pPr>
            <a:lvl6pPr algn="ctr">
              <a:defRPr sz="1450" b="1">
                <a:solidFill>
                  <a:srgbClr val="2D3A8C"/>
                </a:solidFill>
                <a:latin typeface="Calibri"/>
                <a:ea typeface="Calibri"/>
                <a:cs typeface="Calibri"/>
              </a:defRPr>
            </a:lvl6pPr>
            <a:lvl7pPr algn="ctr">
              <a:defRPr sz="1450" b="1">
                <a:solidFill>
                  <a:srgbClr val="2D3A8C"/>
                </a:solidFill>
                <a:latin typeface="Calibri"/>
                <a:ea typeface="Calibri"/>
                <a:cs typeface="Calibri"/>
              </a:defRPr>
            </a:lvl7pPr>
            <a:lvl8pPr algn="ctr">
              <a:defRPr sz="1450" b="1">
                <a:solidFill>
                  <a:srgbClr val="2D3A8C"/>
                </a:solidFill>
                <a:latin typeface="Calibri"/>
                <a:ea typeface="Calibri"/>
                <a:cs typeface="Calibri"/>
              </a:defRPr>
            </a:lvl8pPr>
            <a:lvl9pPr algn="ctr">
              <a:defRPr sz="1450" b="1">
                <a:solidFill>
                  <a:srgbClr val="2D3A8C"/>
                </a:solidFill>
                <a:latin typeface="Calibri"/>
                <a:ea typeface="Calibri"/>
                <a:cs typeface="Calibri"/>
              </a:defRPr>
            </a:lvl9pPr>
          </a:lstStyle>
          <a:p>
            <a:pPr defTabSz="1219170">
              <a:defRPr sz="1450" b="1">
                <a:solidFill>
                  <a:srgbClr val="2D3A8C"/>
                </a:solidFill>
                <a:latin typeface="Calibri"/>
                <a:ea typeface="Calibri"/>
                <a:cs typeface="Calibri"/>
              </a:defRPr>
            </a:pPr>
            <a:r>
              <a:rPr sz="1933"/>
              <a:t>3</a:t>
            </a:r>
          </a:p>
        </p:txBody>
      </p:sp>
      <p:sp>
        <p:nvSpPr>
          <p:cNvPr id="49" name="Oval 48">
            <a:extLst>
              <a:ext uri="{FF2B5EF4-FFF2-40B4-BE49-F238E27FC236}">
                <a16:creationId xmlns:a16="http://schemas.microsoft.com/office/drawing/2014/main" id="{1E474716-FAE0-45A1-8833-F901072A46F4}"/>
              </a:ext>
            </a:extLst>
          </p:cNvPr>
          <p:cNvSpPr>
            <a:spLocks noGrp="1"/>
          </p:cNvSpPr>
          <p:nvPr/>
        </p:nvSpPr>
        <p:spPr>
          <a:xfrm>
            <a:off x="6686549" y="1638300"/>
            <a:ext cx="914400" cy="914400"/>
          </a:xfrm>
          <a:prstGeom prst="ellipse">
            <a:avLst/>
          </a:prstGeom>
          <a:solidFill>
            <a:srgbClr val="E0F1ED"/>
          </a:solidFill>
          <a:ln w="21431">
            <a:solidFill>
              <a:srgbClr val="1B1F3B"/>
            </a:solidFill>
            <a:prstDash val="solid"/>
          </a:ln>
        </p:spPr>
        <p:txBody>
          <a:bodyPr/>
          <a:lstStyle/>
          <a:p>
            <a:pPr defTabSz="1219170"/>
            <a:endParaRPr sz="2400">
              <a:solidFill>
                <a:srgbClr val="1B1F3B"/>
              </a:solidFill>
              <a:latin typeface="Calibri"/>
            </a:endParaRPr>
          </a:p>
        </p:txBody>
      </p:sp>
      <p:sp>
        <p:nvSpPr>
          <p:cNvPr id="50" name="Rectangle 49">
            <a:extLst>
              <a:ext uri="{FF2B5EF4-FFF2-40B4-BE49-F238E27FC236}">
                <a16:creationId xmlns:a16="http://schemas.microsoft.com/office/drawing/2014/main" id="{565E22FB-25F8-4438-AEC7-12A337BC3EC1}"/>
              </a:ext>
            </a:extLst>
          </p:cNvPr>
          <p:cNvSpPr>
            <a:spLocks noGrp="1"/>
          </p:cNvSpPr>
          <p:nvPr/>
        </p:nvSpPr>
        <p:spPr>
          <a:xfrm>
            <a:off x="6762749" y="1752601"/>
            <a:ext cx="762000" cy="352425"/>
          </a:xfrm>
          <a:prstGeom prst="rect">
            <a:avLst/>
          </a:prstGeom>
          <a:noFill/>
          <a:ln w="0">
            <a:noFill/>
            <a:prstDash val="solid"/>
          </a:ln>
        </p:spPr>
        <p:txBody>
          <a:bodyPr wrap="square" lIns="0" tIns="0" rIns="0" bIns="0" anchor="ctr">
            <a:noAutofit/>
          </a:bodyPr>
          <a:lstStyle>
            <a:defPPr algn="ctr">
              <a:defRPr sz="1650" b="1">
                <a:solidFill>
                  <a:srgbClr val="1B1F3B"/>
                </a:solidFill>
                <a:latin typeface="Calibri"/>
                <a:ea typeface="Calibri"/>
                <a:cs typeface="Calibri"/>
              </a:defRPr>
            </a:defPPr>
            <a:lvl1pPr algn="ctr">
              <a:defRPr sz="1650" b="1">
                <a:solidFill>
                  <a:srgbClr val="1B1F3B"/>
                </a:solidFill>
                <a:latin typeface="Calibri"/>
                <a:ea typeface="Calibri"/>
                <a:cs typeface="Calibri"/>
              </a:defRPr>
            </a:lvl1pPr>
            <a:lvl2pPr algn="ctr">
              <a:defRPr sz="1650" b="1">
                <a:solidFill>
                  <a:srgbClr val="1B1F3B"/>
                </a:solidFill>
                <a:latin typeface="Calibri"/>
                <a:ea typeface="Calibri"/>
                <a:cs typeface="Calibri"/>
              </a:defRPr>
            </a:lvl2pPr>
            <a:lvl3pPr algn="ctr">
              <a:defRPr sz="1650" b="1">
                <a:solidFill>
                  <a:srgbClr val="1B1F3B"/>
                </a:solidFill>
                <a:latin typeface="Calibri"/>
                <a:ea typeface="Calibri"/>
                <a:cs typeface="Calibri"/>
              </a:defRPr>
            </a:lvl3pPr>
            <a:lvl4pPr algn="ctr">
              <a:defRPr sz="1650" b="1">
                <a:solidFill>
                  <a:srgbClr val="1B1F3B"/>
                </a:solidFill>
                <a:latin typeface="Calibri"/>
                <a:ea typeface="Calibri"/>
                <a:cs typeface="Calibri"/>
              </a:defRPr>
            </a:lvl4pPr>
            <a:lvl5pPr algn="ctr">
              <a:defRPr sz="1650" b="1">
                <a:solidFill>
                  <a:srgbClr val="1B1F3B"/>
                </a:solidFill>
                <a:latin typeface="Calibri"/>
                <a:ea typeface="Calibri"/>
                <a:cs typeface="Calibri"/>
              </a:defRPr>
            </a:lvl5pPr>
            <a:lvl6pPr algn="ctr">
              <a:defRPr sz="1650" b="1">
                <a:solidFill>
                  <a:srgbClr val="1B1F3B"/>
                </a:solidFill>
                <a:latin typeface="Calibri"/>
                <a:ea typeface="Calibri"/>
                <a:cs typeface="Calibri"/>
              </a:defRPr>
            </a:lvl6pPr>
            <a:lvl7pPr algn="ctr">
              <a:defRPr sz="1650" b="1">
                <a:solidFill>
                  <a:srgbClr val="1B1F3B"/>
                </a:solidFill>
                <a:latin typeface="Calibri"/>
                <a:ea typeface="Calibri"/>
                <a:cs typeface="Calibri"/>
              </a:defRPr>
            </a:lvl7pPr>
            <a:lvl8pPr algn="ctr">
              <a:defRPr sz="1650" b="1">
                <a:solidFill>
                  <a:srgbClr val="1B1F3B"/>
                </a:solidFill>
                <a:latin typeface="Calibri"/>
                <a:ea typeface="Calibri"/>
                <a:cs typeface="Calibri"/>
              </a:defRPr>
            </a:lvl8pPr>
            <a:lvl9pPr algn="ctr">
              <a:defRPr sz="1650" b="1">
                <a:solidFill>
                  <a:srgbClr val="1B1F3B"/>
                </a:solidFill>
                <a:latin typeface="Calibri"/>
                <a:ea typeface="Calibri"/>
                <a:cs typeface="Calibri"/>
              </a:defRPr>
            </a:lvl9pPr>
          </a:lstStyle>
          <a:p>
            <a:pPr defTabSz="1219170">
              <a:defRPr sz="1650" b="1">
                <a:solidFill>
                  <a:srgbClr val="1B1F3B"/>
                </a:solidFill>
                <a:latin typeface="Calibri"/>
                <a:ea typeface="Calibri"/>
                <a:cs typeface="Calibri"/>
              </a:defRPr>
            </a:pPr>
            <a:r>
              <a:rPr sz="2200"/>
              <a:t>C</a:t>
            </a:r>
          </a:p>
        </p:txBody>
      </p:sp>
      <p:sp>
        <p:nvSpPr>
          <p:cNvPr id="51" name="Rectangle 50">
            <a:extLst>
              <a:ext uri="{FF2B5EF4-FFF2-40B4-BE49-F238E27FC236}">
                <a16:creationId xmlns:a16="http://schemas.microsoft.com/office/drawing/2014/main" id="{DE6AB226-927D-494C-B6A3-4F06765E2336}"/>
              </a:ext>
            </a:extLst>
          </p:cNvPr>
          <p:cNvSpPr>
            <a:spLocks noGrp="1"/>
          </p:cNvSpPr>
          <p:nvPr/>
        </p:nvSpPr>
        <p:spPr>
          <a:xfrm>
            <a:off x="6762749" y="2105026"/>
            <a:ext cx="762000" cy="352425"/>
          </a:xfrm>
          <a:prstGeom prst="rect">
            <a:avLst/>
          </a:prstGeom>
          <a:noFill/>
          <a:ln w="0">
            <a:noFill/>
            <a:prstDash val="solid"/>
          </a:ln>
        </p:spPr>
        <p:txBody>
          <a:bodyPr wrap="square" lIns="0" tIns="0" rIns="0" bIns="0" anchor="ctr">
            <a:noAutofit/>
          </a:bodyPr>
          <a:lstStyle>
            <a:defPPr algn="ctr">
              <a:defRPr sz="1450" b="1">
                <a:solidFill>
                  <a:srgbClr val="2D3A8C"/>
                </a:solidFill>
                <a:latin typeface="Calibri"/>
                <a:ea typeface="Calibri"/>
                <a:cs typeface="Calibri"/>
              </a:defRPr>
            </a:defPPr>
            <a:lvl1pPr algn="ctr">
              <a:defRPr sz="1450" b="1">
                <a:solidFill>
                  <a:srgbClr val="2D3A8C"/>
                </a:solidFill>
                <a:latin typeface="Calibri"/>
                <a:ea typeface="Calibri"/>
                <a:cs typeface="Calibri"/>
              </a:defRPr>
            </a:lvl1pPr>
            <a:lvl2pPr algn="ctr">
              <a:defRPr sz="1450" b="1">
                <a:solidFill>
                  <a:srgbClr val="2D3A8C"/>
                </a:solidFill>
                <a:latin typeface="Calibri"/>
                <a:ea typeface="Calibri"/>
                <a:cs typeface="Calibri"/>
              </a:defRPr>
            </a:lvl2pPr>
            <a:lvl3pPr algn="ctr">
              <a:defRPr sz="1450" b="1">
                <a:solidFill>
                  <a:srgbClr val="2D3A8C"/>
                </a:solidFill>
                <a:latin typeface="Calibri"/>
                <a:ea typeface="Calibri"/>
                <a:cs typeface="Calibri"/>
              </a:defRPr>
            </a:lvl3pPr>
            <a:lvl4pPr algn="ctr">
              <a:defRPr sz="1450" b="1">
                <a:solidFill>
                  <a:srgbClr val="2D3A8C"/>
                </a:solidFill>
                <a:latin typeface="Calibri"/>
                <a:ea typeface="Calibri"/>
                <a:cs typeface="Calibri"/>
              </a:defRPr>
            </a:lvl4pPr>
            <a:lvl5pPr algn="ctr">
              <a:defRPr sz="1450" b="1">
                <a:solidFill>
                  <a:srgbClr val="2D3A8C"/>
                </a:solidFill>
                <a:latin typeface="Calibri"/>
                <a:ea typeface="Calibri"/>
                <a:cs typeface="Calibri"/>
              </a:defRPr>
            </a:lvl5pPr>
            <a:lvl6pPr algn="ctr">
              <a:defRPr sz="1450" b="1">
                <a:solidFill>
                  <a:srgbClr val="2D3A8C"/>
                </a:solidFill>
                <a:latin typeface="Calibri"/>
                <a:ea typeface="Calibri"/>
                <a:cs typeface="Calibri"/>
              </a:defRPr>
            </a:lvl6pPr>
            <a:lvl7pPr algn="ctr">
              <a:defRPr sz="1450" b="1">
                <a:solidFill>
                  <a:srgbClr val="2D3A8C"/>
                </a:solidFill>
                <a:latin typeface="Calibri"/>
                <a:ea typeface="Calibri"/>
                <a:cs typeface="Calibri"/>
              </a:defRPr>
            </a:lvl7pPr>
            <a:lvl8pPr algn="ctr">
              <a:defRPr sz="1450" b="1">
                <a:solidFill>
                  <a:srgbClr val="2D3A8C"/>
                </a:solidFill>
                <a:latin typeface="Calibri"/>
                <a:ea typeface="Calibri"/>
                <a:cs typeface="Calibri"/>
              </a:defRPr>
            </a:lvl8pPr>
            <a:lvl9pPr algn="ctr">
              <a:defRPr sz="1450" b="1">
                <a:solidFill>
                  <a:srgbClr val="2D3A8C"/>
                </a:solidFill>
                <a:latin typeface="Calibri"/>
                <a:ea typeface="Calibri"/>
                <a:cs typeface="Calibri"/>
              </a:defRPr>
            </a:lvl9pPr>
          </a:lstStyle>
          <a:p>
            <a:pPr defTabSz="1219170">
              <a:defRPr sz="1450" b="1">
                <a:solidFill>
                  <a:srgbClr val="2D3A8C"/>
                </a:solidFill>
                <a:latin typeface="Calibri"/>
                <a:ea typeface="Calibri"/>
                <a:cs typeface="Calibri"/>
              </a:defRPr>
            </a:pPr>
            <a:r>
              <a:rPr sz="1933"/>
              <a:t>4</a:t>
            </a:r>
          </a:p>
        </p:txBody>
      </p:sp>
      <p:sp>
        <p:nvSpPr>
          <p:cNvPr id="52" name="Oval 51">
            <a:extLst>
              <a:ext uri="{FF2B5EF4-FFF2-40B4-BE49-F238E27FC236}">
                <a16:creationId xmlns:a16="http://schemas.microsoft.com/office/drawing/2014/main" id="{E2BCDDF5-BDA9-49BB-A19F-09B81151069C}"/>
              </a:ext>
            </a:extLst>
          </p:cNvPr>
          <p:cNvSpPr>
            <a:spLocks noGrp="1"/>
          </p:cNvSpPr>
          <p:nvPr/>
        </p:nvSpPr>
        <p:spPr>
          <a:xfrm>
            <a:off x="9544051" y="2876549"/>
            <a:ext cx="914400" cy="914400"/>
          </a:xfrm>
          <a:prstGeom prst="ellipse">
            <a:avLst/>
          </a:prstGeom>
          <a:solidFill>
            <a:srgbClr val="F8D19C"/>
          </a:solidFill>
          <a:ln w="21431">
            <a:solidFill>
              <a:srgbClr val="F2A33A"/>
            </a:solidFill>
            <a:prstDash val="solid"/>
          </a:ln>
        </p:spPr>
        <p:txBody>
          <a:bodyPr/>
          <a:lstStyle/>
          <a:p>
            <a:pPr defTabSz="1219170"/>
            <a:endParaRPr sz="2400">
              <a:solidFill>
                <a:srgbClr val="1B1F3B"/>
              </a:solidFill>
              <a:latin typeface="Calibri"/>
            </a:endParaRPr>
          </a:p>
        </p:txBody>
      </p:sp>
      <p:sp>
        <p:nvSpPr>
          <p:cNvPr id="53" name="Rectangle 52">
            <a:extLst>
              <a:ext uri="{FF2B5EF4-FFF2-40B4-BE49-F238E27FC236}">
                <a16:creationId xmlns:a16="http://schemas.microsoft.com/office/drawing/2014/main" id="{43A9A48E-4573-48E4-9A93-81619BF6E9D6}"/>
              </a:ext>
            </a:extLst>
          </p:cNvPr>
          <p:cNvSpPr>
            <a:spLocks noGrp="1"/>
          </p:cNvSpPr>
          <p:nvPr/>
        </p:nvSpPr>
        <p:spPr>
          <a:xfrm>
            <a:off x="9620251" y="2990852"/>
            <a:ext cx="762000" cy="352425"/>
          </a:xfrm>
          <a:prstGeom prst="rect">
            <a:avLst/>
          </a:prstGeom>
          <a:noFill/>
          <a:ln w="0">
            <a:noFill/>
            <a:prstDash val="solid"/>
          </a:ln>
        </p:spPr>
        <p:txBody>
          <a:bodyPr wrap="square" lIns="0" tIns="0" rIns="0" bIns="0" anchor="ctr">
            <a:noAutofit/>
          </a:bodyPr>
          <a:lstStyle>
            <a:defPPr algn="ctr">
              <a:defRPr sz="1650" b="1">
                <a:solidFill>
                  <a:srgbClr val="1B1F3B"/>
                </a:solidFill>
                <a:latin typeface="Calibri"/>
                <a:ea typeface="Calibri"/>
                <a:cs typeface="Calibri"/>
              </a:defRPr>
            </a:defPPr>
            <a:lvl1pPr algn="ctr">
              <a:defRPr sz="1650" b="1">
                <a:solidFill>
                  <a:srgbClr val="1B1F3B"/>
                </a:solidFill>
                <a:latin typeface="Calibri"/>
                <a:ea typeface="Calibri"/>
                <a:cs typeface="Calibri"/>
              </a:defRPr>
            </a:lvl1pPr>
            <a:lvl2pPr algn="ctr">
              <a:defRPr sz="1650" b="1">
                <a:solidFill>
                  <a:srgbClr val="1B1F3B"/>
                </a:solidFill>
                <a:latin typeface="Calibri"/>
                <a:ea typeface="Calibri"/>
                <a:cs typeface="Calibri"/>
              </a:defRPr>
            </a:lvl2pPr>
            <a:lvl3pPr algn="ctr">
              <a:defRPr sz="1650" b="1">
                <a:solidFill>
                  <a:srgbClr val="1B1F3B"/>
                </a:solidFill>
                <a:latin typeface="Calibri"/>
                <a:ea typeface="Calibri"/>
                <a:cs typeface="Calibri"/>
              </a:defRPr>
            </a:lvl3pPr>
            <a:lvl4pPr algn="ctr">
              <a:defRPr sz="1650" b="1">
                <a:solidFill>
                  <a:srgbClr val="1B1F3B"/>
                </a:solidFill>
                <a:latin typeface="Calibri"/>
                <a:ea typeface="Calibri"/>
                <a:cs typeface="Calibri"/>
              </a:defRPr>
            </a:lvl4pPr>
            <a:lvl5pPr algn="ctr">
              <a:defRPr sz="1650" b="1">
                <a:solidFill>
                  <a:srgbClr val="1B1F3B"/>
                </a:solidFill>
                <a:latin typeface="Calibri"/>
                <a:ea typeface="Calibri"/>
                <a:cs typeface="Calibri"/>
              </a:defRPr>
            </a:lvl5pPr>
            <a:lvl6pPr algn="ctr">
              <a:defRPr sz="1650" b="1">
                <a:solidFill>
                  <a:srgbClr val="1B1F3B"/>
                </a:solidFill>
                <a:latin typeface="Calibri"/>
                <a:ea typeface="Calibri"/>
                <a:cs typeface="Calibri"/>
              </a:defRPr>
            </a:lvl6pPr>
            <a:lvl7pPr algn="ctr">
              <a:defRPr sz="1650" b="1">
                <a:solidFill>
                  <a:srgbClr val="1B1F3B"/>
                </a:solidFill>
                <a:latin typeface="Calibri"/>
                <a:ea typeface="Calibri"/>
                <a:cs typeface="Calibri"/>
              </a:defRPr>
            </a:lvl7pPr>
            <a:lvl8pPr algn="ctr">
              <a:defRPr sz="1650" b="1">
                <a:solidFill>
                  <a:srgbClr val="1B1F3B"/>
                </a:solidFill>
                <a:latin typeface="Calibri"/>
                <a:ea typeface="Calibri"/>
                <a:cs typeface="Calibri"/>
              </a:defRPr>
            </a:lvl8pPr>
            <a:lvl9pPr algn="ctr">
              <a:defRPr sz="1650" b="1">
                <a:solidFill>
                  <a:srgbClr val="1B1F3B"/>
                </a:solidFill>
                <a:latin typeface="Calibri"/>
                <a:ea typeface="Calibri"/>
                <a:cs typeface="Calibri"/>
              </a:defRPr>
            </a:lvl9pPr>
          </a:lstStyle>
          <a:p>
            <a:pPr defTabSz="1219170">
              <a:defRPr sz="1650" b="1">
                <a:solidFill>
                  <a:srgbClr val="1B1F3B"/>
                </a:solidFill>
                <a:latin typeface="Calibri"/>
                <a:ea typeface="Calibri"/>
                <a:cs typeface="Calibri"/>
              </a:defRPr>
            </a:pPr>
            <a:r>
              <a:rPr sz="2200"/>
              <a:t>G</a:t>
            </a:r>
          </a:p>
        </p:txBody>
      </p:sp>
      <p:sp>
        <p:nvSpPr>
          <p:cNvPr id="54" name="Rectangle 53">
            <a:extLst>
              <a:ext uri="{FF2B5EF4-FFF2-40B4-BE49-F238E27FC236}">
                <a16:creationId xmlns:a16="http://schemas.microsoft.com/office/drawing/2014/main" id="{CD5DE8F5-7AAC-415E-AF3E-E9505854950A}"/>
              </a:ext>
            </a:extLst>
          </p:cNvPr>
          <p:cNvSpPr>
            <a:spLocks noGrp="1"/>
          </p:cNvSpPr>
          <p:nvPr/>
        </p:nvSpPr>
        <p:spPr>
          <a:xfrm>
            <a:off x="9620251" y="3343276"/>
            <a:ext cx="762000" cy="352425"/>
          </a:xfrm>
          <a:prstGeom prst="rect">
            <a:avLst/>
          </a:prstGeom>
          <a:noFill/>
          <a:ln w="0">
            <a:noFill/>
            <a:prstDash val="solid"/>
          </a:ln>
        </p:spPr>
        <p:txBody>
          <a:bodyPr wrap="square" lIns="0" tIns="0" rIns="0" bIns="0" anchor="ctr">
            <a:noAutofit/>
          </a:bodyPr>
          <a:lstStyle>
            <a:defPPr algn="ctr">
              <a:defRPr sz="1450" b="1">
                <a:solidFill>
                  <a:srgbClr val="2D3A8C"/>
                </a:solidFill>
                <a:latin typeface="Calibri"/>
                <a:ea typeface="Calibri"/>
                <a:cs typeface="Calibri"/>
              </a:defRPr>
            </a:defPPr>
            <a:lvl1pPr algn="ctr">
              <a:defRPr sz="1450" b="1">
                <a:solidFill>
                  <a:srgbClr val="2D3A8C"/>
                </a:solidFill>
                <a:latin typeface="Calibri"/>
                <a:ea typeface="Calibri"/>
                <a:cs typeface="Calibri"/>
              </a:defRPr>
            </a:lvl1pPr>
            <a:lvl2pPr algn="ctr">
              <a:defRPr sz="1450" b="1">
                <a:solidFill>
                  <a:srgbClr val="2D3A8C"/>
                </a:solidFill>
                <a:latin typeface="Calibri"/>
                <a:ea typeface="Calibri"/>
                <a:cs typeface="Calibri"/>
              </a:defRPr>
            </a:lvl2pPr>
            <a:lvl3pPr algn="ctr">
              <a:defRPr sz="1450" b="1">
                <a:solidFill>
                  <a:srgbClr val="2D3A8C"/>
                </a:solidFill>
                <a:latin typeface="Calibri"/>
                <a:ea typeface="Calibri"/>
                <a:cs typeface="Calibri"/>
              </a:defRPr>
            </a:lvl3pPr>
            <a:lvl4pPr algn="ctr">
              <a:defRPr sz="1450" b="1">
                <a:solidFill>
                  <a:srgbClr val="2D3A8C"/>
                </a:solidFill>
                <a:latin typeface="Calibri"/>
                <a:ea typeface="Calibri"/>
                <a:cs typeface="Calibri"/>
              </a:defRPr>
            </a:lvl4pPr>
            <a:lvl5pPr algn="ctr">
              <a:defRPr sz="1450" b="1">
                <a:solidFill>
                  <a:srgbClr val="2D3A8C"/>
                </a:solidFill>
                <a:latin typeface="Calibri"/>
                <a:ea typeface="Calibri"/>
                <a:cs typeface="Calibri"/>
              </a:defRPr>
            </a:lvl5pPr>
            <a:lvl6pPr algn="ctr">
              <a:defRPr sz="1450" b="1">
                <a:solidFill>
                  <a:srgbClr val="2D3A8C"/>
                </a:solidFill>
                <a:latin typeface="Calibri"/>
                <a:ea typeface="Calibri"/>
                <a:cs typeface="Calibri"/>
              </a:defRPr>
            </a:lvl6pPr>
            <a:lvl7pPr algn="ctr">
              <a:defRPr sz="1450" b="1">
                <a:solidFill>
                  <a:srgbClr val="2D3A8C"/>
                </a:solidFill>
                <a:latin typeface="Calibri"/>
                <a:ea typeface="Calibri"/>
                <a:cs typeface="Calibri"/>
              </a:defRPr>
            </a:lvl7pPr>
            <a:lvl8pPr algn="ctr">
              <a:defRPr sz="1450" b="1">
                <a:solidFill>
                  <a:srgbClr val="2D3A8C"/>
                </a:solidFill>
                <a:latin typeface="Calibri"/>
                <a:ea typeface="Calibri"/>
                <a:cs typeface="Calibri"/>
              </a:defRPr>
            </a:lvl8pPr>
            <a:lvl9pPr algn="ctr">
              <a:defRPr sz="1450" b="1">
                <a:solidFill>
                  <a:srgbClr val="2D3A8C"/>
                </a:solidFill>
                <a:latin typeface="Calibri"/>
                <a:ea typeface="Calibri"/>
                <a:cs typeface="Calibri"/>
              </a:defRPr>
            </a:lvl9pPr>
          </a:lstStyle>
          <a:p>
            <a:pPr defTabSz="1219170">
              <a:defRPr sz="1450" b="1">
                <a:solidFill>
                  <a:srgbClr val="2D3A8C"/>
                </a:solidFill>
                <a:latin typeface="Calibri"/>
                <a:ea typeface="Calibri"/>
                <a:cs typeface="Calibri"/>
              </a:defRPr>
            </a:pPr>
            <a:r>
              <a:rPr sz="1933"/>
              <a:t>7</a:t>
            </a:r>
          </a:p>
        </p:txBody>
      </p:sp>
      <p:sp>
        <p:nvSpPr>
          <p:cNvPr id="55" name="Rectangle 54">
            <a:extLst>
              <a:ext uri="{FF2B5EF4-FFF2-40B4-BE49-F238E27FC236}">
                <a16:creationId xmlns:a16="http://schemas.microsoft.com/office/drawing/2014/main" id="{56E8B72F-6730-4FB3-988A-C443DD7F57CB}"/>
              </a:ext>
            </a:extLst>
          </p:cNvPr>
          <p:cNvSpPr>
            <a:spLocks noGrp="1"/>
          </p:cNvSpPr>
          <p:nvPr/>
        </p:nvSpPr>
        <p:spPr>
          <a:xfrm>
            <a:off x="609600" y="5619749"/>
            <a:ext cx="10972800" cy="457200"/>
          </a:xfrm>
          <a:prstGeom prst="rect">
            <a:avLst/>
          </a:prstGeom>
          <a:noFill/>
          <a:ln w="0">
            <a:noFill/>
            <a:prstDash val="solid"/>
          </a:ln>
        </p:spPr>
        <p:txBody>
          <a:bodyPr wrap="square" lIns="0" tIns="0" rIns="0" bIns="0" anchor="ctr">
            <a:noAutofit/>
          </a:bodyPr>
          <a:lstStyle>
            <a:defPPr algn="l">
              <a:defRPr sz="1300" b="0">
                <a:solidFill>
                  <a:srgbClr val="4A4F6A"/>
                </a:solidFill>
                <a:latin typeface="Calibri"/>
                <a:ea typeface="Calibri"/>
                <a:cs typeface="Calibri"/>
              </a:defRPr>
            </a:defPPr>
            <a:lvl1pPr algn="l">
              <a:defRPr sz="1300" b="0">
                <a:solidFill>
                  <a:srgbClr val="4A4F6A"/>
                </a:solidFill>
                <a:latin typeface="Calibri"/>
                <a:ea typeface="Calibri"/>
                <a:cs typeface="Calibri"/>
              </a:defRPr>
            </a:lvl1pPr>
            <a:lvl2pPr algn="l">
              <a:defRPr sz="1300" b="0">
                <a:solidFill>
                  <a:srgbClr val="4A4F6A"/>
                </a:solidFill>
                <a:latin typeface="Calibri"/>
                <a:ea typeface="Calibri"/>
                <a:cs typeface="Calibri"/>
              </a:defRPr>
            </a:lvl2pPr>
            <a:lvl3pPr algn="l">
              <a:defRPr sz="1300" b="0">
                <a:solidFill>
                  <a:srgbClr val="4A4F6A"/>
                </a:solidFill>
                <a:latin typeface="Calibri"/>
                <a:ea typeface="Calibri"/>
                <a:cs typeface="Calibri"/>
              </a:defRPr>
            </a:lvl3pPr>
            <a:lvl4pPr algn="l">
              <a:defRPr sz="1300" b="0">
                <a:solidFill>
                  <a:srgbClr val="4A4F6A"/>
                </a:solidFill>
                <a:latin typeface="Calibri"/>
                <a:ea typeface="Calibri"/>
                <a:cs typeface="Calibri"/>
              </a:defRPr>
            </a:lvl4pPr>
            <a:lvl5pPr algn="l">
              <a:defRPr sz="1300" b="0">
                <a:solidFill>
                  <a:srgbClr val="4A4F6A"/>
                </a:solidFill>
                <a:latin typeface="Calibri"/>
                <a:ea typeface="Calibri"/>
                <a:cs typeface="Calibri"/>
              </a:defRPr>
            </a:lvl5pPr>
            <a:lvl6pPr algn="l">
              <a:defRPr sz="1300" b="0">
                <a:solidFill>
                  <a:srgbClr val="4A4F6A"/>
                </a:solidFill>
                <a:latin typeface="Calibri"/>
                <a:ea typeface="Calibri"/>
                <a:cs typeface="Calibri"/>
              </a:defRPr>
            </a:lvl6pPr>
            <a:lvl7pPr algn="l">
              <a:defRPr sz="1300" b="0">
                <a:solidFill>
                  <a:srgbClr val="4A4F6A"/>
                </a:solidFill>
                <a:latin typeface="Calibri"/>
                <a:ea typeface="Calibri"/>
                <a:cs typeface="Calibri"/>
              </a:defRPr>
            </a:lvl7pPr>
            <a:lvl8pPr algn="l">
              <a:defRPr sz="1300" b="0">
                <a:solidFill>
                  <a:srgbClr val="4A4F6A"/>
                </a:solidFill>
                <a:latin typeface="Calibri"/>
                <a:ea typeface="Calibri"/>
                <a:cs typeface="Calibri"/>
              </a:defRPr>
            </a:lvl8pPr>
            <a:lvl9pPr algn="l">
              <a:defRPr sz="1300" b="0">
                <a:solidFill>
                  <a:srgbClr val="4A4F6A"/>
                </a:solidFill>
                <a:latin typeface="Calibri"/>
                <a:ea typeface="Calibri"/>
                <a:cs typeface="Calibri"/>
              </a:defRPr>
            </a:lvl9pPr>
          </a:lstStyle>
          <a:p>
            <a:pPr defTabSz="1219170">
              <a:defRPr sz="1300" b="0">
                <a:solidFill>
                  <a:srgbClr val="4A4F6A"/>
                </a:solidFill>
                <a:latin typeface="Calibri"/>
                <a:ea typeface="Calibri"/>
                <a:cs typeface="Calibri"/>
              </a:defRPr>
            </a:pPr>
            <a:r>
              <a:rPr sz="1733"/>
              <a:t>Cheapest route: S, A, B, C, G. Total cost = 2 + 1 + 1 + 3 = 7.</a:t>
            </a:r>
          </a:p>
        </p:txBody>
      </p:sp>
      <p:sp>
        <p:nvSpPr>
          <p:cNvPr id="56" name="Oval 55">
            <a:extLst>
              <a:ext uri="{FF2B5EF4-FFF2-40B4-BE49-F238E27FC236}">
                <a16:creationId xmlns:a16="http://schemas.microsoft.com/office/drawing/2014/main" id="{70AD971B-3456-4D7F-A881-8E556E94DFB8}"/>
              </a:ext>
            </a:extLst>
          </p:cNvPr>
          <p:cNvSpPr>
            <a:spLocks noGrp="1"/>
          </p:cNvSpPr>
          <p:nvPr/>
        </p:nvSpPr>
        <p:spPr>
          <a:xfrm>
            <a:off x="857251" y="5143500"/>
            <a:ext cx="209549" cy="209549"/>
          </a:xfrm>
          <a:prstGeom prst="ellipse">
            <a:avLst/>
          </a:prstGeom>
          <a:solidFill>
            <a:srgbClr val="F8D19C"/>
          </a:solidFill>
          <a:ln w="7144">
            <a:solidFill>
              <a:srgbClr val="1B1F3B"/>
            </a:solidFill>
            <a:prstDash val="solid"/>
          </a:ln>
        </p:spPr>
        <p:txBody>
          <a:bodyPr/>
          <a:lstStyle/>
          <a:p>
            <a:pPr defTabSz="1219170"/>
            <a:endParaRPr sz="2400">
              <a:solidFill>
                <a:srgbClr val="1B1F3B"/>
              </a:solidFill>
              <a:latin typeface="Calibri"/>
            </a:endParaRPr>
          </a:p>
        </p:txBody>
      </p:sp>
      <p:sp>
        <p:nvSpPr>
          <p:cNvPr id="57" name="Rectangle 56">
            <a:extLst>
              <a:ext uri="{FF2B5EF4-FFF2-40B4-BE49-F238E27FC236}">
                <a16:creationId xmlns:a16="http://schemas.microsoft.com/office/drawing/2014/main" id="{322F4592-E821-4F35-8166-6C12032CE9E7}"/>
              </a:ext>
            </a:extLst>
          </p:cNvPr>
          <p:cNvSpPr>
            <a:spLocks noGrp="1"/>
          </p:cNvSpPr>
          <p:nvPr/>
        </p:nvSpPr>
        <p:spPr>
          <a:xfrm>
            <a:off x="1181101" y="5067300"/>
            <a:ext cx="2714625" cy="361949"/>
          </a:xfrm>
          <a:prstGeom prst="rect">
            <a:avLst/>
          </a:prstGeom>
          <a:noFill/>
          <a:ln w="0">
            <a:noFill/>
            <a:prstDash val="solid"/>
          </a:ln>
        </p:spPr>
        <p:txBody>
          <a:bodyPr wrap="square" lIns="0" tIns="0" rIns="0" bIns="0" anchor="ctr">
            <a:noAutofit/>
          </a:bodyPr>
          <a:lstStyle>
            <a:defPPr algn="l">
              <a:defRPr sz="1200" b="0">
                <a:solidFill>
                  <a:srgbClr val="4A4F6A"/>
                </a:solidFill>
                <a:latin typeface="Calibri"/>
                <a:ea typeface="Calibri"/>
                <a:cs typeface="Calibri"/>
              </a:defRPr>
            </a:defPPr>
            <a:lvl1pPr algn="l">
              <a:defRPr sz="1200" b="0">
                <a:solidFill>
                  <a:srgbClr val="4A4F6A"/>
                </a:solidFill>
                <a:latin typeface="Calibri"/>
                <a:ea typeface="Calibri"/>
                <a:cs typeface="Calibri"/>
              </a:defRPr>
            </a:lvl1pPr>
            <a:lvl2pPr algn="l">
              <a:defRPr sz="1200" b="0">
                <a:solidFill>
                  <a:srgbClr val="4A4F6A"/>
                </a:solidFill>
                <a:latin typeface="Calibri"/>
                <a:ea typeface="Calibri"/>
                <a:cs typeface="Calibri"/>
              </a:defRPr>
            </a:lvl2pPr>
            <a:lvl3pPr algn="l">
              <a:defRPr sz="1200" b="0">
                <a:solidFill>
                  <a:srgbClr val="4A4F6A"/>
                </a:solidFill>
                <a:latin typeface="Calibri"/>
                <a:ea typeface="Calibri"/>
                <a:cs typeface="Calibri"/>
              </a:defRPr>
            </a:lvl3pPr>
            <a:lvl4pPr algn="l">
              <a:defRPr sz="1200" b="0">
                <a:solidFill>
                  <a:srgbClr val="4A4F6A"/>
                </a:solidFill>
                <a:latin typeface="Calibri"/>
                <a:ea typeface="Calibri"/>
                <a:cs typeface="Calibri"/>
              </a:defRPr>
            </a:lvl4pPr>
            <a:lvl5pPr algn="l">
              <a:defRPr sz="1200" b="0">
                <a:solidFill>
                  <a:srgbClr val="4A4F6A"/>
                </a:solidFill>
                <a:latin typeface="Calibri"/>
                <a:ea typeface="Calibri"/>
                <a:cs typeface="Calibri"/>
              </a:defRPr>
            </a:lvl5pPr>
            <a:lvl6pPr algn="l">
              <a:defRPr sz="1200" b="0">
                <a:solidFill>
                  <a:srgbClr val="4A4F6A"/>
                </a:solidFill>
                <a:latin typeface="Calibri"/>
                <a:ea typeface="Calibri"/>
                <a:cs typeface="Calibri"/>
              </a:defRPr>
            </a:lvl6pPr>
            <a:lvl7pPr algn="l">
              <a:defRPr sz="1200" b="0">
                <a:solidFill>
                  <a:srgbClr val="4A4F6A"/>
                </a:solidFill>
                <a:latin typeface="Calibri"/>
                <a:ea typeface="Calibri"/>
                <a:cs typeface="Calibri"/>
              </a:defRPr>
            </a:lvl7pPr>
            <a:lvl8pPr algn="l">
              <a:defRPr sz="1200" b="0">
                <a:solidFill>
                  <a:srgbClr val="4A4F6A"/>
                </a:solidFill>
                <a:latin typeface="Calibri"/>
                <a:ea typeface="Calibri"/>
                <a:cs typeface="Calibri"/>
              </a:defRPr>
            </a:lvl8pPr>
            <a:lvl9pPr algn="l">
              <a:defRPr sz="1200" b="0">
                <a:solidFill>
                  <a:srgbClr val="4A4F6A"/>
                </a:solidFill>
                <a:latin typeface="Calibri"/>
                <a:ea typeface="Calibri"/>
                <a:cs typeface="Calibri"/>
              </a:defRPr>
            </a:lvl9pPr>
          </a:lstStyle>
          <a:p>
            <a:pPr defTabSz="1219170">
              <a:defRPr sz="1200" b="0">
                <a:solidFill>
                  <a:srgbClr val="4A4F6A"/>
                </a:solidFill>
                <a:latin typeface="Calibri"/>
                <a:ea typeface="Calibri"/>
                <a:cs typeface="Calibri"/>
              </a:defRPr>
            </a:pPr>
            <a:r>
              <a:rPr sz="1600"/>
              <a:t>Work next</a:t>
            </a:r>
          </a:p>
        </p:txBody>
      </p:sp>
      <p:sp>
        <p:nvSpPr>
          <p:cNvPr id="58" name="Oval 57">
            <a:extLst>
              <a:ext uri="{FF2B5EF4-FFF2-40B4-BE49-F238E27FC236}">
                <a16:creationId xmlns:a16="http://schemas.microsoft.com/office/drawing/2014/main" id="{9F96BFFF-155D-48A4-A338-E3DF475F1C86}"/>
              </a:ext>
            </a:extLst>
          </p:cNvPr>
          <p:cNvSpPr>
            <a:spLocks noGrp="1"/>
          </p:cNvSpPr>
          <p:nvPr/>
        </p:nvSpPr>
        <p:spPr>
          <a:xfrm>
            <a:off x="3952875" y="5143500"/>
            <a:ext cx="209549" cy="209549"/>
          </a:xfrm>
          <a:prstGeom prst="ellipse">
            <a:avLst/>
          </a:prstGeom>
          <a:solidFill>
            <a:srgbClr val="E0F1ED"/>
          </a:solidFill>
          <a:ln w="7144">
            <a:solidFill>
              <a:srgbClr val="1B1F3B"/>
            </a:solidFill>
            <a:prstDash val="solid"/>
          </a:ln>
        </p:spPr>
        <p:txBody>
          <a:bodyPr/>
          <a:lstStyle/>
          <a:p>
            <a:pPr defTabSz="1219170"/>
            <a:endParaRPr sz="2400">
              <a:solidFill>
                <a:srgbClr val="1B1F3B"/>
              </a:solidFill>
              <a:latin typeface="Calibri"/>
            </a:endParaRPr>
          </a:p>
        </p:txBody>
      </p:sp>
      <p:sp>
        <p:nvSpPr>
          <p:cNvPr id="59" name="Rectangle 58">
            <a:extLst>
              <a:ext uri="{FF2B5EF4-FFF2-40B4-BE49-F238E27FC236}">
                <a16:creationId xmlns:a16="http://schemas.microsoft.com/office/drawing/2014/main" id="{2FB5881F-DB44-4F28-9F41-741455011C3A}"/>
              </a:ext>
            </a:extLst>
          </p:cNvPr>
          <p:cNvSpPr>
            <a:spLocks noGrp="1"/>
          </p:cNvSpPr>
          <p:nvPr/>
        </p:nvSpPr>
        <p:spPr>
          <a:xfrm>
            <a:off x="4276726" y="5067300"/>
            <a:ext cx="2714625" cy="361949"/>
          </a:xfrm>
          <a:prstGeom prst="rect">
            <a:avLst/>
          </a:prstGeom>
          <a:noFill/>
          <a:ln w="0">
            <a:noFill/>
            <a:prstDash val="solid"/>
          </a:ln>
        </p:spPr>
        <p:txBody>
          <a:bodyPr wrap="square" lIns="0" tIns="0" rIns="0" bIns="0" anchor="ctr">
            <a:noAutofit/>
          </a:bodyPr>
          <a:lstStyle>
            <a:defPPr algn="l">
              <a:defRPr sz="1200" b="0">
                <a:solidFill>
                  <a:srgbClr val="4A4F6A"/>
                </a:solidFill>
                <a:latin typeface="Calibri"/>
                <a:ea typeface="Calibri"/>
                <a:cs typeface="Calibri"/>
              </a:defRPr>
            </a:defPPr>
            <a:lvl1pPr algn="l">
              <a:defRPr sz="1200" b="0">
                <a:solidFill>
                  <a:srgbClr val="4A4F6A"/>
                </a:solidFill>
                <a:latin typeface="Calibri"/>
                <a:ea typeface="Calibri"/>
                <a:cs typeface="Calibri"/>
              </a:defRPr>
            </a:lvl1pPr>
            <a:lvl2pPr algn="l">
              <a:defRPr sz="1200" b="0">
                <a:solidFill>
                  <a:srgbClr val="4A4F6A"/>
                </a:solidFill>
                <a:latin typeface="Calibri"/>
                <a:ea typeface="Calibri"/>
                <a:cs typeface="Calibri"/>
              </a:defRPr>
            </a:lvl2pPr>
            <a:lvl3pPr algn="l">
              <a:defRPr sz="1200" b="0">
                <a:solidFill>
                  <a:srgbClr val="4A4F6A"/>
                </a:solidFill>
                <a:latin typeface="Calibri"/>
                <a:ea typeface="Calibri"/>
                <a:cs typeface="Calibri"/>
              </a:defRPr>
            </a:lvl3pPr>
            <a:lvl4pPr algn="l">
              <a:defRPr sz="1200" b="0">
                <a:solidFill>
                  <a:srgbClr val="4A4F6A"/>
                </a:solidFill>
                <a:latin typeface="Calibri"/>
                <a:ea typeface="Calibri"/>
                <a:cs typeface="Calibri"/>
              </a:defRPr>
            </a:lvl4pPr>
            <a:lvl5pPr algn="l">
              <a:defRPr sz="1200" b="0">
                <a:solidFill>
                  <a:srgbClr val="4A4F6A"/>
                </a:solidFill>
                <a:latin typeface="Calibri"/>
                <a:ea typeface="Calibri"/>
                <a:cs typeface="Calibri"/>
              </a:defRPr>
            </a:lvl5pPr>
            <a:lvl6pPr algn="l">
              <a:defRPr sz="1200" b="0">
                <a:solidFill>
                  <a:srgbClr val="4A4F6A"/>
                </a:solidFill>
                <a:latin typeface="Calibri"/>
                <a:ea typeface="Calibri"/>
                <a:cs typeface="Calibri"/>
              </a:defRPr>
            </a:lvl6pPr>
            <a:lvl7pPr algn="l">
              <a:defRPr sz="1200" b="0">
                <a:solidFill>
                  <a:srgbClr val="4A4F6A"/>
                </a:solidFill>
                <a:latin typeface="Calibri"/>
                <a:ea typeface="Calibri"/>
                <a:cs typeface="Calibri"/>
              </a:defRPr>
            </a:lvl7pPr>
            <a:lvl8pPr algn="l">
              <a:defRPr sz="1200" b="0">
                <a:solidFill>
                  <a:srgbClr val="4A4F6A"/>
                </a:solidFill>
                <a:latin typeface="Calibri"/>
                <a:ea typeface="Calibri"/>
                <a:cs typeface="Calibri"/>
              </a:defRPr>
            </a:lvl8pPr>
            <a:lvl9pPr algn="l">
              <a:defRPr sz="1200" b="0">
                <a:solidFill>
                  <a:srgbClr val="4A4F6A"/>
                </a:solidFill>
                <a:latin typeface="Calibri"/>
                <a:ea typeface="Calibri"/>
                <a:cs typeface="Calibri"/>
              </a:defRPr>
            </a:lvl9pPr>
          </a:lstStyle>
          <a:p>
            <a:pPr defTabSz="1219170">
              <a:defRPr sz="1200" b="0">
                <a:solidFill>
                  <a:srgbClr val="4A4F6A"/>
                </a:solidFill>
                <a:latin typeface="Calibri"/>
                <a:ea typeface="Calibri"/>
                <a:cs typeface="Calibri"/>
              </a:defRPr>
            </a:pPr>
            <a:r>
              <a:rPr sz="1600"/>
              <a:t>Finished</a:t>
            </a:r>
          </a:p>
        </p:txBody>
      </p:sp>
      <p:sp>
        <p:nvSpPr>
          <p:cNvPr id="60" name="Oval 59">
            <a:extLst>
              <a:ext uri="{FF2B5EF4-FFF2-40B4-BE49-F238E27FC236}">
                <a16:creationId xmlns:a16="http://schemas.microsoft.com/office/drawing/2014/main" id="{8CA52B48-D1A2-4E08-85C6-F2286BD6961A}"/>
              </a:ext>
            </a:extLst>
          </p:cNvPr>
          <p:cNvSpPr>
            <a:spLocks noGrp="1"/>
          </p:cNvSpPr>
          <p:nvPr/>
        </p:nvSpPr>
        <p:spPr>
          <a:xfrm>
            <a:off x="7048500" y="5143500"/>
            <a:ext cx="209549" cy="209549"/>
          </a:xfrm>
          <a:prstGeom prst="ellipse">
            <a:avLst/>
          </a:prstGeom>
          <a:solidFill>
            <a:srgbClr val="FFFFFF"/>
          </a:solidFill>
          <a:ln w="7144">
            <a:solidFill>
              <a:srgbClr val="1B1F3B"/>
            </a:solidFill>
            <a:prstDash val="solid"/>
          </a:ln>
        </p:spPr>
        <p:txBody>
          <a:bodyPr/>
          <a:lstStyle/>
          <a:p>
            <a:pPr defTabSz="1219170"/>
            <a:endParaRPr sz="2400">
              <a:solidFill>
                <a:srgbClr val="1B1F3B"/>
              </a:solidFill>
              <a:latin typeface="Calibri"/>
            </a:endParaRPr>
          </a:p>
        </p:txBody>
      </p:sp>
      <p:sp>
        <p:nvSpPr>
          <p:cNvPr id="61" name="Rectangle 60">
            <a:extLst>
              <a:ext uri="{FF2B5EF4-FFF2-40B4-BE49-F238E27FC236}">
                <a16:creationId xmlns:a16="http://schemas.microsoft.com/office/drawing/2014/main" id="{EFDB8869-DE65-4A7E-A8BC-0B35A67A6541}"/>
              </a:ext>
            </a:extLst>
          </p:cNvPr>
          <p:cNvSpPr>
            <a:spLocks noGrp="1"/>
          </p:cNvSpPr>
          <p:nvPr/>
        </p:nvSpPr>
        <p:spPr>
          <a:xfrm>
            <a:off x="7372350" y="5067300"/>
            <a:ext cx="2714625" cy="361949"/>
          </a:xfrm>
          <a:prstGeom prst="rect">
            <a:avLst/>
          </a:prstGeom>
          <a:noFill/>
          <a:ln w="0">
            <a:noFill/>
            <a:prstDash val="solid"/>
          </a:ln>
        </p:spPr>
        <p:txBody>
          <a:bodyPr wrap="square" lIns="0" tIns="0" rIns="0" bIns="0" anchor="ctr">
            <a:noAutofit/>
          </a:bodyPr>
          <a:lstStyle>
            <a:defPPr algn="l">
              <a:defRPr sz="1200" b="0">
                <a:solidFill>
                  <a:srgbClr val="4A4F6A"/>
                </a:solidFill>
                <a:latin typeface="Calibri"/>
                <a:ea typeface="Calibri"/>
                <a:cs typeface="Calibri"/>
              </a:defRPr>
            </a:defPPr>
            <a:lvl1pPr algn="l">
              <a:defRPr sz="1200" b="0">
                <a:solidFill>
                  <a:srgbClr val="4A4F6A"/>
                </a:solidFill>
                <a:latin typeface="Calibri"/>
                <a:ea typeface="Calibri"/>
                <a:cs typeface="Calibri"/>
              </a:defRPr>
            </a:lvl1pPr>
            <a:lvl2pPr algn="l">
              <a:defRPr sz="1200" b="0">
                <a:solidFill>
                  <a:srgbClr val="4A4F6A"/>
                </a:solidFill>
                <a:latin typeface="Calibri"/>
                <a:ea typeface="Calibri"/>
                <a:cs typeface="Calibri"/>
              </a:defRPr>
            </a:lvl2pPr>
            <a:lvl3pPr algn="l">
              <a:defRPr sz="1200" b="0">
                <a:solidFill>
                  <a:srgbClr val="4A4F6A"/>
                </a:solidFill>
                <a:latin typeface="Calibri"/>
                <a:ea typeface="Calibri"/>
                <a:cs typeface="Calibri"/>
              </a:defRPr>
            </a:lvl3pPr>
            <a:lvl4pPr algn="l">
              <a:defRPr sz="1200" b="0">
                <a:solidFill>
                  <a:srgbClr val="4A4F6A"/>
                </a:solidFill>
                <a:latin typeface="Calibri"/>
                <a:ea typeface="Calibri"/>
                <a:cs typeface="Calibri"/>
              </a:defRPr>
            </a:lvl4pPr>
            <a:lvl5pPr algn="l">
              <a:defRPr sz="1200" b="0">
                <a:solidFill>
                  <a:srgbClr val="4A4F6A"/>
                </a:solidFill>
                <a:latin typeface="Calibri"/>
                <a:ea typeface="Calibri"/>
                <a:cs typeface="Calibri"/>
              </a:defRPr>
            </a:lvl5pPr>
            <a:lvl6pPr algn="l">
              <a:defRPr sz="1200" b="0">
                <a:solidFill>
                  <a:srgbClr val="4A4F6A"/>
                </a:solidFill>
                <a:latin typeface="Calibri"/>
                <a:ea typeface="Calibri"/>
                <a:cs typeface="Calibri"/>
              </a:defRPr>
            </a:lvl6pPr>
            <a:lvl7pPr algn="l">
              <a:defRPr sz="1200" b="0">
                <a:solidFill>
                  <a:srgbClr val="4A4F6A"/>
                </a:solidFill>
                <a:latin typeface="Calibri"/>
                <a:ea typeface="Calibri"/>
                <a:cs typeface="Calibri"/>
              </a:defRPr>
            </a:lvl7pPr>
            <a:lvl8pPr algn="l">
              <a:defRPr sz="1200" b="0">
                <a:solidFill>
                  <a:srgbClr val="4A4F6A"/>
                </a:solidFill>
                <a:latin typeface="Calibri"/>
                <a:ea typeface="Calibri"/>
                <a:cs typeface="Calibri"/>
              </a:defRPr>
            </a:lvl8pPr>
            <a:lvl9pPr algn="l">
              <a:defRPr sz="1200" b="0">
                <a:solidFill>
                  <a:srgbClr val="4A4F6A"/>
                </a:solidFill>
                <a:latin typeface="Calibri"/>
                <a:ea typeface="Calibri"/>
                <a:cs typeface="Calibri"/>
              </a:defRPr>
            </a:lvl9pPr>
          </a:lstStyle>
          <a:p>
            <a:pPr defTabSz="1219170">
              <a:defRPr sz="1200" b="0">
                <a:solidFill>
                  <a:srgbClr val="4A4F6A"/>
                </a:solidFill>
                <a:latin typeface="Calibri"/>
                <a:ea typeface="Calibri"/>
                <a:cs typeface="Calibri"/>
              </a:defRPr>
            </a:pPr>
            <a:r>
              <a:rPr sz="1600"/>
              <a:t>Not processed</a:t>
            </a:r>
          </a:p>
        </p:txBody>
      </p:sp>
      <p:sp>
        <p:nvSpPr>
          <p:cNvPr id="62" name="Rectangle 61">
            <a:extLst>
              <a:ext uri="{FF2B5EF4-FFF2-40B4-BE49-F238E27FC236}">
                <a16:creationId xmlns:a16="http://schemas.microsoft.com/office/drawing/2014/main" id="{A7B66622-26D4-43B9-871E-4CF6DA993149}"/>
              </a:ext>
            </a:extLst>
          </p:cNvPr>
          <p:cNvSpPr>
            <a:spLocks noGrp="1"/>
          </p:cNvSpPr>
          <p:nvPr/>
        </p:nvSpPr>
        <p:spPr>
          <a:xfrm>
            <a:off x="714375" y="1285875"/>
            <a:ext cx="10763251" cy="295275"/>
          </a:xfrm>
          <a:prstGeom prst="rect">
            <a:avLst/>
          </a:prstGeom>
          <a:noFill/>
          <a:ln w="0">
            <a:noFill/>
            <a:prstDash val="solid"/>
          </a:ln>
        </p:spPr>
        <p:txBody>
          <a:bodyPr wrap="square" lIns="0" tIns="0" rIns="0" bIns="0" anchor="ctr">
            <a:noAutofit/>
          </a:bodyPr>
          <a:lstStyle>
            <a:defPPr algn="l">
              <a:defRPr sz="1250" b="0">
                <a:solidFill>
                  <a:srgbClr val="4A4F6A"/>
                </a:solidFill>
                <a:latin typeface="Calibri"/>
                <a:ea typeface="Calibri"/>
                <a:cs typeface="Calibri"/>
              </a:defRPr>
            </a:defPPr>
            <a:lvl1pPr algn="l">
              <a:defRPr sz="1250" b="0">
                <a:solidFill>
                  <a:srgbClr val="4A4F6A"/>
                </a:solidFill>
                <a:latin typeface="Calibri"/>
                <a:ea typeface="Calibri"/>
                <a:cs typeface="Calibri"/>
              </a:defRPr>
            </a:lvl1pPr>
            <a:lvl2pPr algn="l">
              <a:defRPr sz="1250" b="0">
                <a:solidFill>
                  <a:srgbClr val="4A4F6A"/>
                </a:solidFill>
                <a:latin typeface="Calibri"/>
                <a:ea typeface="Calibri"/>
                <a:cs typeface="Calibri"/>
              </a:defRPr>
            </a:lvl2pPr>
            <a:lvl3pPr algn="l">
              <a:defRPr sz="1250" b="0">
                <a:solidFill>
                  <a:srgbClr val="4A4F6A"/>
                </a:solidFill>
                <a:latin typeface="Calibri"/>
                <a:ea typeface="Calibri"/>
                <a:cs typeface="Calibri"/>
              </a:defRPr>
            </a:lvl3pPr>
            <a:lvl4pPr algn="l">
              <a:defRPr sz="1250" b="0">
                <a:solidFill>
                  <a:srgbClr val="4A4F6A"/>
                </a:solidFill>
                <a:latin typeface="Calibri"/>
                <a:ea typeface="Calibri"/>
                <a:cs typeface="Calibri"/>
              </a:defRPr>
            </a:lvl4pPr>
            <a:lvl5pPr algn="l">
              <a:defRPr sz="1250" b="0">
                <a:solidFill>
                  <a:srgbClr val="4A4F6A"/>
                </a:solidFill>
                <a:latin typeface="Calibri"/>
                <a:ea typeface="Calibri"/>
                <a:cs typeface="Calibri"/>
              </a:defRPr>
            </a:lvl5pPr>
            <a:lvl6pPr algn="l">
              <a:defRPr sz="1250" b="0">
                <a:solidFill>
                  <a:srgbClr val="4A4F6A"/>
                </a:solidFill>
                <a:latin typeface="Calibri"/>
                <a:ea typeface="Calibri"/>
                <a:cs typeface="Calibri"/>
              </a:defRPr>
            </a:lvl6pPr>
            <a:lvl7pPr algn="l">
              <a:defRPr sz="1250" b="0">
                <a:solidFill>
                  <a:srgbClr val="4A4F6A"/>
                </a:solidFill>
                <a:latin typeface="Calibri"/>
                <a:ea typeface="Calibri"/>
                <a:cs typeface="Calibri"/>
              </a:defRPr>
            </a:lvl7pPr>
            <a:lvl8pPr algn="l">
              <a:defRPr sz="1250" b="0">
                <a:solidFill>
                  <a:srgbClr val="4A4F6A"/>
                </a:solidFill>
                <a:latin typeface="Calibri"/>
                <a:ea typeface="Calibri"/>
                <a:cs typeface="Calibri"/>
              </a:defRPr>
            </a:lvl8pPr>
            <a:lvl9pPr algn="l">
              <a:defRPr sz="1250" b="0">
                <a:solidFill>
                  <a:srgbClr val="4A4F6A"/>
                </a:solidFill>
                <a:latin typeface="Calibri"/>
                <a:ea typeface="Calibri"/>
                <a:cs typeface="Calibri"/>
              </a:defRPr>
            </a:lvl9pPr>
          </a:lstStyle>
          <a:p>
            <a:pPr defTabSz="1219170">
              <a:defRPr sz="1250" b="0">
                <a:solidFill>
                  <a:srgbClr val="4A4F6A"/>
                </a:solidFill>
                <a:latin typeface="Calibri"/>
                <a:ea typeface="Calibri"/>
                <a:cs typeface="Calibri"/>
              </a:defRPr>
            </a:pPr>
            <a:r>
              <a:rPr sz="1667"/>
              <a:t>Stop when G is chosen, not when it is first reached.</a:t>
            </a:r>
          </a:p>
        </p:txBody>
      </p:sp>
    </p:spTree>
    <p:extLst>
      <p:ext uri="{BB962C8B-B14F-4D97-AF65-F5344CB8AC3E}">
        <p14:creationId xmlns:p14="http://schemas.microsoft.com/office/powerpoint/2010/main" val="5997801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Rectangle 30"/>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sz="2400">
              <a:solidFill>
                <a:srgbClr val="FFFFFF"/>
              </a:solidFill>
              <a:latin typeface="Calibri"/>
            </a:endParaRPr>
          </a:p>
        </p:txBody>
      </p:sp>
      <p:sp>
        <p:nvSpPr>
          <p:cNvPr id="2" name="Rectangle 1">
            <a:extLst>
              <a:ext uri="{FF2B5EF4-FFF2-40B4-BE49-F238E27FC236}">
                <a16:creationId xmlns:a16="http://schemas.microsoft.com/office/drawing/2014/main" id="{7D9DF03D-F631-40DF-87CF-9F9D828450E8}"/>
              </a:ext>
            </a:extLst>
          </p:cNvPr>
          <p:cNvSpPr>
            <a:spLocks noGrp="1"/>
          </p:cNvSpPr>
          <p:nvPr/>
        </p:nvSpPr>
        <p:spPr>
          <a:xfrm>
            <a:off x="731520" y="365760"/>
            <a:ext cx="10728960" cy="853440"/>
          </a:xfrm>
          <a:prstGeom prst="rect">
            <a:avLst/>
          </a:prstGeom>
          <a:noFill/>
          <a:ln w="0">
            <a:noFill/>
            <a:prstDash val="solid"/>
          </a:ln>
        </p:spPr>
        <p:txBody>
          <a:bodyPr wrap="square" lIns="0" tIns="0" rIns="0" bIns="0" anchor="ctr">
            <a:noAutofit/>
          </a:bodyPr>
          <a:lstStyle>
            <a:defPPr algn="l">
              <a:defRPr sz="2350" b="1">
                <a:solidFill>
                  <a:srgbClr val="1B1F3B"/>
                </a:solidFill>
                <a:latin typeface="Calibri"/>
                <a:ea typeface="Calibri"/>
                <a:cs typeface="Calibri"/>
              </a:defRPr>
            </a:defPPr>
            <a:lvl1pPr algn="l">
              <a:defRPr sz="2350" b="1">
                <a:solidFill>
                  <a:srgbClr val="1B1F3B"/>
                </a:solidFill>
                <a:latin typeface="Calibri"/>
                <a:ea typeface="Calibri"/>
                <a:cs typeface="Calibri"/>
              </a:defRPr>
            </a:lvl1pPr>
            <a:lvl2pPr algn="l">
              <a:defRPr sz="2350" b="1">
                <a:solidFill>
                  <a:srgbClr val="1B1F3B"/>
                </a:solidFill>
                <a:latin typeface="Calibri"/>
                <a:ea typeface="Calibri"/>
                <a:cs typeface="Calibri"/>
              </a:defRPr>
            </a:lvl2pPr>
            <a:lvl3pPr algn="l">
              <a:defRPr sz="2350" b="1">
                <a:solidFill>
                  <a:srgbClr val="1B1F3B"/>
                </a:solidFill>
                <a:latin typeface="Calibri"/>
                <a:ea typeface="Calibri"/>
                <a:cs typeface="Calibri"/>
              </a:defRPr>
            </a:lvl3pPr>
            <a:lvl4pPr algn="l">
              <a:defRPr sz="2350" b="1">
                <a:solidFill>
                  <a:srgbClr val="1B1F3B"/>
                </a:solidFill>
                <a:latin typeface="Calibri"/>
                <a:ea typeface="Calibri"/>
                <a:cs typeface="Calibri"/>
              </a:defRPr>
            </a:lvl4pPr>
            <a:lvl5pPr algn="l">
              <a:defRPr sz="2350" b="1">
                <a:solidFill>
                  <a:srgbClr val="1B1F3B"/>
                </a:solidFill>
                <a:latin typeface="Calibri"/>
                <a:ea typeface="Calibri"/>
                <a:cs typeface="Calibri"/>
              </a:defRPr>
            </a:lvl5pPr>
            <a:lvl6pPr algn="l">
              <a:defRPr sz="2350" b="1">
                <a:solidFill>
                  <a:srgbClr val="1B1F3B"/>
                </a:solidFill>
                <a:latin typeface="Calibri"/>
                <a:ea typeface="Calibri"/>
                <a:cs typeface="Calibri"/>
              </a:defRPr>
            </a:lvl6pPr>
            <a:lvl7pPr algn="l">
              <a:defRPr sz="2350" b="1">
                <a:solidFill>
                  <a:srgbClr val="1B1F3B"/>
                </a:solidFill>
                <a:latin typeface="Calibri"/>
                <a:ea typeface="Calibri"/>
                <a:cs typeface="Calibri"/>
              </a:defRPr>
            </a:lvl7pPr>
            <a:lvl8pPr algn="l">
              <a:defRPr sz="2350" b="1">
                <a:solidFill>
                  <a:srgbClr val="1B1F3B"/>
                </a:solidFill>
                <a:latin typeface="Calibri"/>
                <a:ea typeface="Calibri"/>
                <a:cs typeface="Calibri"/>
              </a:defRPr>
            </a:lvl8pPr>
            <a:lvl9pPr algn="l">
              <a:defRPr sz="2350" b="1">
                <a:solidFill>
                  <a:srgbClr val="1B1F3B"/>
                </a:solidFill>
                <a:latin typeface="Calibri"/>
                <a:ea typeface="Calibri"/>
                <a:cs typeface="Calibri"/>
              </a:defRPr>
            </a:lvl9pPr>
          </a:lstStyle>
          <a:p>
            <a:pPr defTabSz="1219170">
              <a:defRPr sz="2350" b="1">
                <a:solidFill>
                  <a:srgbClr val="1B1F3B"/>
                </a:solidFill>
                <a:latin typeface="Calibri"/>
                <a:ea typeface="Calibri"/>
                <a:cs typeface="Calibri"/>
              </a:defRPr>
            </a:pPr>
            <a:r>
              <a:rPr sz="3733"/>
              <a:t>A diagonal cannot cut a blocked corner</a:t>
            </a:r>
          </a:p>
        </p:txBody>
      </p:sp>
      <p:sp>
        <p:nvSpPr>
          <p:cNvPr id="3" name="Rectangle 2">
            <a:extLst>
              <a:ext uri="{FF2B5EF4-FFF2-40B4-BE49-F238E27FC236}">
                <a16:creationId xmlns:a16="http://schemas.microsoft.com/office/drawing/2014/main" id="{16794AE7-0622-44CE-A26D-189E47D95411}"/>
              </a:ext>
            </a:extLst>
          </p:cNvPr>
          <p:cNvSpPr>
            <a:spLocks noGrp="1"/>
          </p:cNvSpPr>
          <p:nvPr/>
        </p:nvSpPr>
        <p:spPr>
          <a:xfrm>
            <a:off x="609601" y="6229350"/>
            <a:ext cx="9334500" cy="266700"/>
          </a:xfrm>
          <a:prstGeom prst="rect">
            <a:avLst/>
          </a:prstGeom>
          <a:noFill/>
          <a:ln w="0">
            <a:noFill/>
            <a:prstDash val="solid"/>
          </a:ln>
        </p:spPr>
        <p:txBody>
          <a:bodyPr wrap="square" lIns="0" tIns="0" rIns="0" bIns="0" anchor="ctr">
            <a:noAutofit/>
          </a:bodyPr>
          <a:lstStyle>
            <a:defPPr algn="l">
              <a:defRPr sz="950" b="0">
                <a:solidFill>
                  <a:srgbClr val="4A4F6A"/>
                </a:solidFill>
                <a:latin typeface="Calibri"/>
                <a:ea typeface="Calibri"/>
                <a:cs typeface="Calibri"/>
              </a:defRPr>
            </a:defPPr>
            <a:lvl1pPr algn="l">
              <a:defRPr sz="950" b="0">
                <a:solidFill>
                  <a:srgbClr val="4A4F6A"/>
                </a:solidFill>
                <a:latin typeface="Calibri"/>
                <a:ea typeface="Calibri"/>
                <a:cs typeface="Calibri"/>
              </a:defRPr>
            </a:lvl1pPr>
            <a:lvl2pPr algn="l">
              <a:defRPr sz="950" b="0">
                <a:solidFill>
                  <a:srgbClr val="4A4F6A"/>
                </a:solidFill>
                <a:latin typeface="Calibri"/>
                <a:ea typeface="Calibri"/>
                <a:cs typeface="Calibri"/>
              </a:defRPr>
            </a:lvl2pPr>
            <a:lvl3pPr algn="l">
              <a:defRPr sz="950" b="0">
                <a:solidFill>
                  <a:srgbClr val="4A4F6A"/>
                </a:solidFill>
                <a:latin typeface="Calibri"/>
                <a:ea typeface="Calibri"/>
                <a:cs typeface="Calibri"/>
              </a:defRPr>
            </a:lvl3pPr>
            <a:lvl4pPr algn="l">
              <a:defRPr sz="950" b="0">
                <a:solidFill>
                  <a:srgbClr val="4A4F6A"/>
                </a:solidFill>
                <a:latin typeface="Calibri"/>
                <a:ea typeface="Calibri"/>
                <a:cs typeface="Calibri"/>
              </a:defRPr>
            </a:lvl4pPr>
            <a:lvl5pPr algn="l">
              <a:defRPr sz="950" b="0">
                <a:solidFill>
                  <a:srgbClr val="4A4F6A"/>
                </a:solidFill>
                <a:latin typeface="Calibri"/>
                <a:ea typeface="Calibri"/>
                <a:cs typeface="Calibri"/>
              </a:defRPr>
            </a:lvl5pPr>
            <a:lvl6pPr algn="l">
              <a:defRPr sz="950" b="0">
                <a:solidFill>
                  <a:srgbClr val="4A4F6A"/>
                </a:solidFill>
                <a:latin typeface="Calibri"/>
                <a:ea typeface="Calibri"/>
                <a:cs typeface="Calibri"/>
              </a:defRPr>
            </a:lvl6pPr>
            <a:lvl7pPr algn="l">
              <a:defRPr sz="950" b="0">
                <a:solidFill>
                  <a:srgbClr val="4A4F6A"/>
                </a:solidFill>
                <a:latin typeface="Calibri"/>
                <a:ea typeface="Calibri"/>
                <a:cs typeface="Calibri"/>
              </a:defRPr>
            </a:lvl7pPr>
            <a:lvl8pPr algn="l">
              <a:defRPr sz="950" b="0">
                <a:solidFill>
                  <a:srgbClr val="4A4F6A"/>
                </a:solidFill>
                <a:latin typeface="Calibri"/>
                <a:ea typeface="Calibri"/>
                <a:cs typeface="Calibri"/>
              </a:defRPr>
            </a:lvl8pPr>
            <a:lvl9pPr algn="l">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6  Planning</a:t>
            </a:r>
          </a:p>
        </p:txBody>
      </p:sp>
      <p:sp>
        <p:nvSpPr>
          <p:cNvPr id="4" name="Rectangle 3">
            <a:extLst>
              <a:ext uri="{FF2B5EF4-FFF2-40B4-BE49-F238E27FC236}">
                <a16:creationId xmlns:a16="http://schemas.microsoft.com/office/drawing/2014/main" id="{0E1A5F98-1C20-48D2-BCBB-12247BB63C3C}"/>
              </a:ext>
            </a:extLst>
          </p:cNvPr>
          <p:cNvSpPr>
            <a:spLocks noGrp="1"/>
          </p:cNvSpPr>
          <p:nvPr/>
        </p:nvSpPr>
        <p:spPr>
          <a:xfrm>
            <a:off x="10953750" y="6229350"/>
            <a:ext cx="619125" cy="266700"/>
          </a:xfrm>
          <a:prstGeom prst="rect">
            <a:avLst/>
          </a:prstGeom>
          <a:noFill/>
          <a:ln w="0">
            <a:noFill/>
            <a:prstDash val="solid"/>
          </a:ln>
        </p:spPr>
        <p:txBody>
          <a:bodyPr wrap="square" lIns="0" tIns="0" rIns="0" bIns="0" anchor="ctr">
            <a:noAutofit/>
          </a:bodyPr>
          <a:lstStyle>
            <a:defPPr algn="r">
              <a:defRPr sz="950" b="0">
                <a:solidFill>
                  <a:srgbClr val="4A4F6A"/>
                </a:solidFill>
                <a:latin typeface="Calibri"/>
                <a:ea typeface="Calibri"/>
                <a:cs typeface="Calibri"/>
              </a:defRPr>
            </a:defPPr>
            <a:lvl1pPr algn="r">
              <a:defRPr sz="950" b="0">
                <a:solidFill>
                  <a:srgbClr val="4A4F6A"/>
                </a:solidFill>
                <a:latin typeface="Calibri"/>
                <a:ea typeface="Calibri"/>
                <a:cs typeface="Calibri"/>
              </a:defRPr>
            </a:lvl1pPr>
            <a:lvl2pPr algn="r">
              <a:defRPr sz="950" b="0">
                <a:solidFill>
                  <a:srgbClr val="4A4F6A"/>
                </a:solidFill>
                <a:latin typeface="Calibri"/>
                <a:ea typeface="Calibri"/>
                <a:cs typeface="Calibri"/>
              </a:defRPr>
            </a:lvl2pPr>
            <a:lvl3pPr algn="r">
              <a:defRPr sz="950" b="0">
                <a:solidFill>
                  <a:srgbClr val="4A4F6A"/>
                </a:solidFill>
                <a:latin typeface="Calibri"/>
                <a:ea typeface="Calibri"/>
                <a:cs typeface="Calibri"/>
              </a:defRPr>
            </a:lvl3pPr>
            <a:lvl4pPr algn="r">
              <a:defRPr sz="950" b="0">
                <a:solidFill>
                  <a:srgbClr val="4A4F6A"/>
                </a:solidFill>
                <a:latin typeface="Calibri"/>
                <a:ea typeface="Calibri"/>
                <a:cs typeface="Calibri"/>
              </a:defRPr>
            </a:lvl4pPr>
            <a:lvl5pPr algn="r">
              <a:defRPr sz="950" b="0">
                <a:solidFill>
                  <a:srgbClr val="4A4F6A"/>
                </a:solidFill>
                <a:latin typeface="Calibri"/>
                <a:ea typeface="Calibri"/>
                <a:cs typeface="Calibri"/>
              </a:defRPr>
            </a:lvl5pPr>
            <a:lvl6pPr algn="r">
              <a:defRPr sz="950" b="0">
                <a:solidFill>
                  <a:srgbClr val="4A4F6A"/>
                </a:solidFill>
                <a:latin typeface="Calibri"/>
                <a:ea typeface="Calibri"/>
                <a:cs typeface="Calibri"/>
              </a:defRPr>
            </a:lvl6pPr>
            <a:lvl7pPr algn="r">
              <a:defRPr sz="950" b="0">
                <a:solidFill>
                  <a:srgbClr val="4A4F6A"/>
                </a:solidFill>
                <a:latin typeface="Calibri"/>
                <a:ea typeface="Calibri"/>
                <a:cs typeface="Calibri"/>
              </a:defRPr>
            </a:lvl7pPr>
            <a:lvl8pPr algn="r">
              <a:defRPr sz="950" b="0">
                <a:solidFill>
                  <a:srgbClr val="4A4F6A"/>
                </a:solidFill>
                <a:latin typeface="Calibri"/>
                <a:ea typeface="Calibri"/>
                <a:cs typeface="Calibri"/>
              </a:defRPr>
            </a:lvl8pPr>
            <a:lvl9pPr algn="r">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19</a:t>
            </a:r>
          </a:p>
        </p:txBody>
      </p:sp>
      <p:sp>
        <p:nvSpPr>
          <p:cNvPr id="5" name="Rectangle 4">
            <a:extLst>
              <a:ext uri="{FF2B5EF4-FFF2-40B4-BE49-F238E27FC236}">
                <a16:creationId xmlns:a16="http://schemas.microsoft.com/office/drawing/2014/main" id="{D579B042-7991-4AD0-B925-A94539580072}"/>
              </a:ext>
            </a:extLst>
          </p:cNvPr>
          <p:cNvSpPr>
            <a:spLocks noGrp="1"/>
          </p:cNvSpPr>
          <p:nvPr/>
        </p:nvSpPr>
        <p:spPr>
          <a:xfrm>
            <a:off x="1238251" y="2286000"/>
            <a:ext cx="1162051" cy="1162051"/>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6" name="Rectangle 5">
            <a:extLst>
              <a:ext uri="{FF2B5EF4-FFF2-40B4-BE49-F238E27FC236}">
                <a16:creationId xmlns:a16="http://schemas.microsoft.com/office/drawing/2014/main" id="{148F1E96-054F-4F7A-AF8C-B3D2F609DE65}"/>
              </a:ext>
            </a:extLst>
          </p:cNvPr>
          <p:cNvSpPr>
            <a:spLocks noGrp="1"/>
          </p:cNvSpPr>
          <p:nvPr/>
        </p:nvSpPr>
        <p:spPr>
          <a:xfrm>
            <a:off x="2428875" y="2286000"/>
            <a:ext cx="1162051" cy="1162051"/>
          </a:xfrm>
          <a:prstGeom prst="rect">
            <a:avLst/>
          </a:prstGeom>
          <a:solidFill>
            <a:srgbClr val="FBE5E5"/>
          </a:solidFill>
          <a:ln w="7144">
            <a:solidFill>
              <a:srgbClr val="FFFFFF"/>
            </a:solidFill>
            <a:prstDash val="solid"/>
          </a:ln>
        </p:spPr>
        <p:txBody>
          <a:bodyPr/>
          <a:lstStyle/>
          <a:p>
            <a:pPr defTabSz="1219170"/>
            <a:endParaRPr sz="2400">
              <a:solidFill>
                <a:srgbClr val="1B1F3B"/>
              </a:solidFill>
              <a:latin typeface="Calibri"/>
            </a:endParaRPr>
          </a:p>
        </p:txBody>
      </p:sp>
      <p:sp>
        <p:nvSpPr>
          <p:cNvPr id="7" name="Rectangle 6">
            <a:extLst>
              <a:ext uri="{FF2B5EF4-FFF2-40B4-BE49-F238E27FC236}">
                <a16:creationId xmlns:a16="http://schemas.microsoft.com/office/drawing/2014/main" id="{AF84E07A-80D1-47D5-ACA4-2394084B7006}"/>
              </a:ext>
            </a:extLst>
          </p:cNvPr>
          <p:cNvSpPr>
            <a:spLocks noGrp="1"/>
          </p:cNvSpPr>
          <p:nvPr/>
        </p:nvSpPr>
        <p:spPr>
          <a:xfrm>
            <a:off x="2428875" y="2286000"/>
            <a:ext cx="1162051" cy="1162051"/>
          </a:xfrm>
          <a:prstGeom prst="rect">
            <a:avLst/>
          </a:prstGeom>
          <a:noFill/>
          <a:ln w="0">
            <a:noFill/>
            <a:prstDash val="solid"/>
          </a:ln>
        </p:spPr>
        <p:txBody>
          <a:bodyPr wrap="square" lIns="0" tIns="0" rIns="0" bIns="0" anchor="ctr">
            <a:noAutofit/>
          </a:bodyPr>
          <a:lstStyle>
            <a:defPPr algn="ctr">
              <a:defRPr sz="1850" b="1">
                <a:solidFill>
                  <a:srgbClr val="E55B5B"/>
                </a:solidFill>
                <a:latin typeface="Calibri"/>
                <a:ea typeface="Calibri"/>
                <a:cs typeface="Calibri"/>
              </a:defRPr>
            </a:defPPr>
            <a:lvl1pPr algn="ctr">
              <a:defRPr sz="1850" b="1">
                <a:solidFill>
                  <a:srgbClr val="E55B5B"/>
                </a:solidFill>
                <a:latin typeface="Calibri"/>
                <a:ea typeface="Calibri"/>
                <a:cs typeface="Calibri"/>
              </a:defRPr>
            </a:lvl1pPr>
            <a:lvl2pPr algn="ctr">
              <a:defRPr sz="1850" b="1">
                <a:solidFill>
                  <a:srgbClr val="E55B5B"/>
                </a:solidFill>
                <a:latin typeface="Calibri"/>
                <a:ea typeface="Calibri"/>
                <a:cs typeface="Calibri"/>
              </a:defRPr>
            </a:lvl2pPr>
            <a:lvl3pPr algn="ctr">
              <a:defRPr sz="1850" b="1">
                <a:solidFill>
                  <a:srgbClr val="E55B5B"/>
                </a:solidFill>
                <a:latin typeface="Calibri"/>
                <a:ea typeface="Calibri"/>
                <a:cs typeface="Calibri"/>
              </a:defRPr>
            </a:lvl3pPr>
            <a:lvl4pPr algn="ctr">
              <a:defRPr sz="1850" b="1">
                <a:solidFill>
                  <a:srgbClr val="E55B5B"/>
                </a:solidFill>
                <a:latin typeface="Calibri"/>
                <a:ea typeface="Calibri"/>
                <a:cs typeface="Calibri"/>
              </a:defRPr>
            </a:lvl4pPr>
            <a:lvl5pPr algn="ctr">
              <a:defRPr sz="1850" b="1">
                <a:solidFill>
                  <a:srgbClr val="E55B5B"/>
                </a:solidFill>
                <a:latin typeface="Calibri"/>
                <a:ea typeface="Calibri"/>
                <a:cs typeface="Calibri"/>
              </a:defRPr>
            </a:lvl5pPr>
            <a:lvl6pPr algn="ctr">
              <a:defRPr sz="1850" b="1">
                <a:solidFill>
                  <a:srgbClr val="E55B5B"/>
                </a:solidFill>
                <a:latin typeface="Calibri"/>
                <a:ea typeface="Calibri"/>
                <a:cs typeface="Calibri"/>
              </a:defRPr>
            </a:lvl6pPr>
            <a:lvl7pPr algn="ctr">
              <a:defRPr sz="1850" b="1">
                <a:solidFill>
                  <a:srgbClr val="E55B5B"/>
                </a:solidFill>
                <a:latin typeface="Calibri"/>
                <a:ea typeface="Calibri"/>
                <a:cs typeface="Calibri"/>
              </a:defRPr>
            </a:lvl7pPr>
            <a:lvl8pPr algn="ctr">
              <a:defRPr sz="1850" b="1">
                <a:solidFill>
                  <a:srgbClr val="E55B5B"/>
                </a:solidFill>
                <a:latin typeface="Calibri"/>
                <a:ea typeface="Calibri"/>
                <a:cs typeface="Calibri"/>
              </a:defRPr>
            </a:lvl8pPr>
            <a:lvl9pPr algn="ctr">
              <a:defRPr sz="1850" b="1">
                <a:solidFill>
                  <a:srgbClr val="E55B5B"/>
                </a:solidFill>
                <a:latin typeface="Calibri"/>
                <a:ea typeface="Calibri"/>
                <a:cs typeface="Calibri"/>
              </a:defRPr>
            </a:lvl9pPr>
          </a:lstStyle>
          <a:p>
            <a:pPr defTabSz="1219170">
              <a:defRPr sz="1850" b="1">
                <a:solidFill>
                  <a:srgbClr val="E55B5B"/>
                </a:solidFill>
                <a:latin typeface="Calibri"/>
                <a:ea typeface="Calibri"/>
                <a:cs typeface="Calibri"/>
              </a:defRPr>
            </a:pPr>
            <a:r>
              <a:rPr sz="2467"/>
              <a:t>×</a:t>
            </a:r>
          </a:p>
        </p:txBody>
      </p:sp>
      <p:sp>
        <p:nvSpPr>
          <p:cNvPr id="8" name="Rectangle 7">
            <a:extLst>
              <a:ext uri="{FF2B5EF4-FFF2-40B4-BE49-F238E27FC236}">
                <a16:creationId xmlns:a16="http://schemas.microsoft.com/office/drawing/2014/main" id="{A9AC7749-6D91-49EE-ADC2-453B32AFD2DB}"/>
              </a:ext>
            </a:extLst>
          </p:cNvPr>
          <p:cNvSpPr>
            <a:spLocks noGrp="1"/>
          </p:cNvSpPr>
          <p:nvPr/>
        </p:nvSpPr>
        <p:spPr>
          <a:xfrm>
            <a:off x="1238251" y="3476625"/>
            <a:ext cx="1162051" cy="1162051"/>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9" name="Rectangle 8">
            <a:extLst>
              <a:ext uri="{FF2B5EF4-FFF2-40B4-BE49-F238E27FC236}">
                <a16:creationId xmlns:a16="http://schemas.microsoft.com/office/drawing/2014/main" id="{8149EA91-B15F-455D-A87F-48BE8F26BA65}"/>
              </a:ext>
            </a:extLst>
          </p:cNvPr>
          <p:cNvSpPr>
            <a:spLocks noGrp="1"/>
          </p:cNvSpPr>
          <p:nvPr/>
        </p:nvSpPr>
        <p:spPr>
          <a:xfrm>
            <a:off x="2428875" y="3476625"/>
            <a:ext cx="1162051" cy="1162051"/>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0" name="Rectangle 9">
            <a:extLst>
              <a:ext uri="{FF2B5EF4-FFF2-40B4-BE49-F238E27FC236}">
                <a16:creationId xmlns:a16="http://schemas.microsoft.com/office/drawing/2014/main" id="{02C06212-E2D9-447E-9F6E-2EFE9DC2C958}"/>
              </a:ext>
            </a:extLst>
          </p:cNvPr>
          <p:cNvSpPr>
            <a:spLocks noGrp="1"/>
          </p:cNvSpPr>
          <p:nvPr/>
        </p:nvSpPr>
        <p:spPr>
          <a:xfrm>
            <a:off x="1809749" y="2857500"/>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11" name="Rectangle 10">
            <a:extLst>
              <a:ext uri="{FF2B5EF4-FFF2-40B4-BE49-F238E27FC236}">
                <a16:creationId xmlns:a16="http://schemas.microsoft.com/office/drawing/2014/main" id="{E10A21CC-3E40-425C-B413-EB0B21E07514}"/>
              </a:ext>
            </a:extLst>
          </p:cNvPr>
          <p:cNvSpPr>
            <a:spLocks noGrp="1"/>
          </p:cNvSpPr>
          <p:nvPr/>
        </p:nvSpPr>
        <p:spPr>
          <a:xfrm>
            <a:off x="3000375" y="40481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12" name="Straight Arrow Connector 11">
            <a:extLst>
              <a:ext uri="{FF2B5EF4-FFF2-40B4-BE49-F238E27FC236}">
                <a16:creationId xmlns:a16="http://schemas.microsoft.com/office/drawing/2014/main" id="{AE3DF756-E826-4A80-B0F5-752FFD82F051}"/>
              </a:ext>
            </a:extLst>
          </p:cNvPr>
          <p:cNvCxnSpPr>
            <a:stCxn id="10" idx="2"/>
            <a:endCxn id="11" idx="1"/>
          </p:cNvCxnSpPr>
          <p:nvPr/>
        </p:nvCxnSpPr>
        <p:spPr>
          <a:xfrm>
            <a:off x="1819275" y="2876550"/>
            <a:ext cx="1181100" cy="1181100"/>
          </a:xfrm>
          <a:prstGeom prst="straightConnector1">
            <a:avLst/>
          </a:prstGeom>
          <a:ln w="42862">
            <a:solidFill>
              <a:srgbClr val="E55B5B"/>
            </a:solidFill>
            <a:prstDash val="solid"/>
          </a:ln>
        </p:spPr>
      </p:cxnSp>
      <p:sp>
        <p:nvSpPr>
          <p:cNvPr id="13" name="Oval 12">
            <a:extLst>
              <a:ext uri="{FF2B5EF4-FFF2-40B4-BE49-F238E27FC236}">
                <a16:creationId xmlns:a16="http://schemas.microsoft.com/office/drawing/2014/main" id="{58313F4C-EC6B-4D6B-9084-B9D596B127C2}"/>
              </a:ext>
            </a:extLst>
          </p:cNvPr>
          <p:cNvSpPr>
            <a:spLocks noGrp="1"/>
          </p:cNvSpPr>
          <p:nvPr/>
        </p:nvSpPr>
        <p:spPr>
          <a:xfrm>
            <a:off x="1628775" y="2676525"/>
            <a:ext cx="381000" cy="381000"/>
          </a:xfrm>
          <a:prstGeom prst="ellipse">
            <a:avLst/>
          </a:prstGeom>
          <a:solidFill>
            <a:srgbClr val="2D3A8C"/>
          </a:solidFill>
          <a:ln w="21431">
            <a:solidFill>
              <a:srgbClr val="FFFFFF"/>
            </a:solidFill>
            <a:prstDash val="solid"/>
          </a:ln>
        </p:spPr>
        <p:txBody>
          <a:bodyPr/>
          <a:lstStyle/>
          <a:p>
            <a:pPr defTabSz="1219170"/>
            <a:endParaRPr sz="2400">
              <a:solidFill>
                <a:srgbClr val="1B1F3B"/>
              </a:solidFill>
              <a:latin typeface="Calibri"/>
            </a:endParaRPr>
          </a:p>
        </p:txBody>
      </p:sp>
      <p:sp>
        <p:nvSpPr>
          <p:cNvPr id="14" name="Rectangle 13">
            <a:extLst>
              <a:ext uri="{FF2B5EF4-FFF2-40B4-BE49-F238E27FC236}">
                <a16:creationId xmlns:a16="http://schemas.microsoft.com/office/drawing/2014/main" id="{F0C801BB-C0A3-47AE-AC28-87E534B533A9}"/>
              </a:ext>
            </a:extLst>
          </p:cNvPr>
          <p:cNvSpPr>
            <a:spLocks noGrp="1"/>
          </p:cNvSpPr>
          <p:nvPr/>
        </p:nvSpPr>
        <p:spPr>
          <a:xfrm>
            <a:off x="1628775" y="2667000"/>
            <a:ext cx="381000" cy="381000"/>
          </a:xfrm>
          <a:prstGeom prst="rect">
            <a:avLst/>
          </a:prstGeom>
          <a:noFill/>
          <a:ln w="0">
            <a:noFill/>
            <a:prstDash val="solid"/>
          </a:ln>
        </p:spPr>
        <p:txBody>
          <a:bodyPr wrap="square" lIns="0" tIns="0" rIns="0" bIns="0" anchor="ctr">
            <a:noAutofit/>
          </a:bodyPr>
          <a:lstStyle>
            <a:defPPr algn="ctr">
              <a:defRPr sz="1300" b="1">
                <a:solidFill>
                  <a:srgbClr val="FFFFFF"/>
                </a:solidFill>
                <a:latin typeface="Calibri"/>
                <a:ea typeface="Calibri"/>
                <a:cs typeface="Calibri"/>
              </a:defRPr>
            </a:defPPr>
            <a:lvl1pPr algn="ctr">
              <a:defRPr sz="1300" b="1">
                <a:solidFill>
                  <a:srgbClr val="FFFFFF"/>
                </a:solidFill>
                <a:latin typeface="Calibri"/>
                <a:ea typeface="Calibri"/>
                <a:cs typeface="Calibri"/>
              </a:defRPr>
            </a:lvl1pPr>
            <a:lvl2pPr algn="ctr">
              <a:defRPr sz="1300" b="1">
                <a:solidFill>
                  <a:srgbClr val="FFFFFF"/>
                </a:solidFill>
                <a:latin typeface="Calibri"/>
                <a:ea typeface="Calibri"/>
                <a:cs typeface="Calibri"/>
              </a:defRPr>
            </a:lvl2pPr>
            <a:lvl3pPr algn="ctr">
              <a:defRPr sz="1300" b="1">
                <a:solidFill>
                  <a:srgbClr val="FFFFFF"/>
                </a:solidFill>
                <a:latin typeface="Calibri"/>
                <a:ea typeface="Calibri"/>
                <a:cs typeface="Calibri"/>
              </a:defRPr>
            </a:lvl3pPr>
            <a:lvl4pPr algn="ctr">
              <a:defRPr sz="1300" b="1">
                <a:solidFill>
                  <a:srgbClr val="FFFFFF"/>
                </a:solidFill>
                <a:latin typeface="Calibri"/>
                <a:ea typeface="Calibri"/>
                <a:cs typeface="Calibri"/>
              </a:defRPr>
            </a:lvl4pPr>
            <a:lvl5pPr algn="ctr">
              <a:defRPr sz="1300" b="1">
                <a:solidFill>
                  <a:srgbClr val="FFFFFF"/>
                </a:solidFill>
                <a:latin typeface="Calibri"/>
                <a:ea typeface="Calibri"/>
                <a:cs typeface="Calibri"/>
              </a:defRPr>
            </a:lvl5pPr>
            <a:lvl6pPr algn="ctr">
              <a:defRPr sz="1300" b="1">
                <a:solidFill>
                  <a:srgbClr val="FFFFFF"/>
                </a:solidFill>
                <a:latin typeface="Calibri"/>
                <a:ea typeface="Calibri"/>
                <a:cs typeface="Calibri"/>
              </a:defRPr>
            </a:lvl6pPr>
            <a:lvl7pPr algn="ctr">
              <a:defRPr sz="1300" b="1">
                <a:solidFill>
                  <a:srgbClr val="FFFFFF"/>
                </a:solidFill>
                <a:latin typeface="Calibri"/>
                <a:ea typeface="Calibri"/>
                <a:cs typeface="Calibri"/>
              </a:defRPr>
            </a:lvl7pPr>
            <a:lvl8pPr algn="ctr">
              <a:defRPr sz="1300" b="1">
                <a:solidFill>
                  <a:srgbClr val="FFFFFF"/>
                </a:solidFill>
                <a:latin typeface="Calibri"/>
                <a:ea typeface="Calibri"/>
                <a:cs typeface="Calibri"/>
              </a:defRPr>
            </a:lvl8pPr>
            <a:lvl9pPr algn="ctr">
              <a:defRPr sz="1300" b="1">
                <a:solidFill>
                  <a:srgbClr val="FFFFFF"/>
                </a:solidFill>
                <a:latin typeface="Calibri"/>
                <a:ea typeface="Calibri"/>
                <a:cs typeface="Calibri"/>
              </a:defRPr>
            </a:lvl9pPr>
          </a:lstStyle>
          <a:p>
            <a:pPr defTabSz="1219170">
              <a:defRPr sz="1300" b="1">
                <a:solidFill>
                  <a:srgbClr val="FFFFFF"/>
                </a:solidFill>
                <a:latin typeface="Calibri"/>
                <a:ea typeface="Calibri"/>
                <a:cs typeface="Calibri"/>
              </a:defRPr>
            </a:pPr>
            <a:r>
              <a:rPr sz="1733"/>
              <a:t>S</a:t>
            </a:r>
          </a:p>
        </p:txBody>
      </p:sp>
      <p:sp>
        <p:nvSpPr>
          <p:cNvPr id="15" name="Oval 14">
            <a:extLst>
              <a:ext uri="{FF2B5EF4-FFF2-40B4-BE49-F238E27FC236}">
                <a16:creationId xmlns:a16="http://schemas.microsoft.com/office/drawing/2014/main" id="{E9FF7D40-1AAC-4D62-BE4D-8C79D0BE0DB2}"/>
              </a:ext>
            </a:extLst>
          </p:cNvPr>
          <p:cNvSpPr>
            <a:spLocks noGrp="1"/>
          </p:cNvSpPr>
          <p:nvPr/>
        </p:nvSpPr>
        <p:spPr>
          <a:xfrm>
            <a:off x="2819400" y="3867149"/>
            <a:ext cx="381000" cy="381000"/>
          </a:xfrm>
          <a:prstGeom prst="ellipse">
            <a:avLst/>
          </a:prstGeom>
          <a:solidFill>
            <a:srgbClr val="1B1F3B"/>
          </a:solidFill>
          <a:ln w="21431">
            <a:solidFill>
              <a:srgbClr val="FFFFFF"/>
            </a:solidFill>
            <a:prstDash val="solid"/>
          </a:ln>
        </p:spPr>
        <p:txBody>
          <a:bodyPr/>
          <a:lstStyle/>
          <a:p>
            <a:pPr defTabSz="1219170"/>
            <a:endParaRPr sz="2400">
              <a:solidFill>
                <a:srgbClr val="1B1F3B"/>
              </a:solidFill>
              <a:latin typeface="Calibri"/>
            </a:endParaRPr>
          </a:p>
        </p:txBody>
      </p:sp>
      <p:sp>
        <p:nvSpPr>
          <p:cNvPr id="16" name="Rectangle 15">
            <a:extLst>
              <a:ext uri="{FF2B5EF4-FFF2-40B4-BE49-F238E27FC236}">
                <a16:creationId xmlns:a16="http://schemas.microsoft.com/office/drawing/2014/main" id="{164B1428-B081-46FA-8572-CAFCF06C036C}"/>
              </a:ext>
            </a:extLst>
          </p:cNvPr>
          <p:cNvSpPr>
            <a:spLocks noGrp="1"/>
          </p:cNvSpPr>
          <p:nvPr/>
        </p:nvSpPr>
        <p:spPr>
          <a:xfrm>
            <a:off x="2819400" y="3857625"/>
            <a:ext cx="381000" cy="381000"/>
          </a:xfrm>
          <a:prstGeom prst="rect">
            <a:avLst/>
          </a:prstGeom>
          <a:noFill/>
          <a:ln w="0">
            <a:noFill/>
            <a:prstDash val="solid"/>
          </a:ln>
        </p:spPr>
        <p:txBody>
          <a:bodyPr wrap="square" lIns="0" tIns="0" rIns="0" bIns="0" anchor="ctr">
            <a:noAutofit/>
          </a:bodyPr>
          <a:lstStyle>
            <a:defPPr algn="ctr">
              <a:defRPr sz="1300" b="1">
                <a:solidFill>
                  <a:srgbClr val="FFFFFF"/>
                </a:solidFill>
                <a:latin typeface="Calibri"/>
                <a:ea typeface="Calibri"/>
                <a:cs typeface="Calibri"/>
              </a:defRPr>
            </a:defPPr>
            <a:lvl1pPr algn="ctr">
              <a:defRPr sz="1300" b="1">
                <a:solidFill>
                  <a:srgbClr val="FFFFFF"/>
                </a:solidFill>
                <a:latin typeface="Calibri"/>
                <a:ea typeface="Calibri"/>
                <a:cs typeface="Calibri"/>
              </a:defRPr>
            </a:lvl1pPr>
            <a:lvl2pPr algn="ctr">
              <a:defRPr sz="1300" b="1">
                <a:solidFill>
                  <a:srgbClr val="FFFFFF"/>
                </a:solidFill>
                <a:latin typeface="Calibri"/>
                <a:ea typeface="Calibri"/>
                <a:cs typeface="Calibri"/>
              </a:defRPr>
            </a:lvl2pPr>
            <a:lvl3pPr algn="ctr">
              <a:defRPr sz="1300" b="1">
                <a:solidFill>
                  <a:srgbClr val="FFFFFF"/>
                </a:solidFill>
                <a:latin typeface="Calibri"/>
                <a:ea typeface="Calibri"/>
                <a:cs typeface="Calibri"/>
              </a:defRPr>
            </a:lvl3pPr>
            <a:lvl4pPr algn="ctr">
              <a:defRPr sz="1300" b="1">
                <a:solidFill>
                  <a:srgbClr val="FFFFFF"/>
                </a:solidFill>
                <a:latin typeface="Calibri"/>
                <a:ea typeface="Calibri"/>
                <a:cs typeface="Calibri"/>
              </a:defRPr>
            </a:lvl4pPr>
            <a:lvl5pPr algn="ctr">
              <a:defRPr sz="1300" b="1">
                <a:solidFill>
                  <a:srgbClr val="FFFFFF"/>
                </a:solidFill>
                <a:latin typeface="Calibri"/>
                <a:ea typeface="Calibri"/>
                <a:cs typeface="Calibri"/>
              </a:defRPr>
            </a:lvl5pPr>
            <a:lvl6pPr algn="ctr">
              <a:defRPr sz="1300" b="1">
                <a:solidFill>
                  <a:srgbClr val="FFFFFF"/>
                </a:solidFill>
                <a:latin typeface="Calibri"/>
                <a:ea typeface="Calibri"/>
                <a:cs typeface="Calibri"/>
              </a:defRPr>
            </a:lvl6pPr>
            <a:lvl7pPr algn="ctr">
              <a:defRPr sz="1300" b="1">
                <a:solidFill>
                  <a:srgbClr val="FFFFFF"/>
                </a:solidFill>
                <a:latin typeface="Calibri"/>
                <a:ea typeface="Calibri"/>
                <a:cs typeface="Calibri"/>
              </a:defRPr>
            </a:lvl7pPr>
            <a:lvl8pPr algn="ctr">
              <a:defRPr sz="1300" b="1">
                <a:solidFill>
                  <a:srgbClr val="FFFFFF"/>
                </a:solidFill>
                <a:latin typeface="Calibri"/>
                <a:ea typeface="Calibri"/>
                <a:cs typeface="Calibri"/>
              </a:defRPr>
            </a:lvl8pPr>
            <a:lvl9pPr algn="ctr">
              <a:defRPr sz="1300" b="1">
                <a:solidFill>
                  <a:srgbClr val="FFFFFF"/>
                </a:solidFill>
                <a:latin typeface="Calibri"/>
                <a:ea typeface="Calibri"/>
                <a:cs typeface="Calibri"/>
              </a:defRPr>
            </a:lvl9pPr>
          </a:lstStyle>
          <a:p>
            <a:pPr defTabSz="1219170">
              <a:defRPr sz="1300" b="1">
                <a:solidFill>
                  <a:srgbClr val="FFFFFF"/>
                </a:solidFill>
                <a:latin typeface="Calibri"/>
                <a:ea typeface="Calibri"/>
                <a:cs typeface="Calibri"/>
              </a:defRPr>
            </a:pPr>
            <a:r>
              <a:rPr sz="1733"/>
              <a:t>G</a:t>
            </a:r>
          </a:p>
        </p:txBody>
      </p:sp>
      <p:sp>
        <p:nvSpPr>
          <p:cNvPr id="17" name="Rectangle 16">
            <a:extLst>
              <a:ext uri="{FF2B5EF4-FFF2-40B4-BE49-F238E27FC236}">
                <a16:creationId xmlns:a16="http://schemas.microsoft.com/office/drawing/2014/main" id="{BB5329E3-DCFA-4734-B5BF-C5A35CF19FAF}"/>
              </a:ext>
            </a:extLst>
          </p:cNvPr>
          <p:cNvSpPr>
            <a:spLocks noGrp="1"/>
          </p:cNvSpPr>
          <p:nvPr/>
        </p:nvSpPr>
        <p:spPr>
          <a:xfrm>
            <a:off x="7524749" y="2286000"/>
            <a:ext cx="1162051" cy="1162051"/>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8" name="Rectangle 17">
            <a:extLst>
              <a:ext uri="{FF2B5EF4-FFF2-40B4-BE49-F238E27FC236}">
                <a16:creationId xmlns:a16="http://schemas.microsoft.com/office/drawing/2014/main" id="{BD5BD928-72CB-4B7E-9041-A41EF5BAF66C}"/>
              </a:ext>
            </a:extLst>
          </p:cNvPr>
          <p:cNvSpPr>
            <a:spLocks noGrp="1"/>
          </p:cNvSpPr>
          <p:nvPr/>
        </p:nvSpPr>
        <p:spPr>
          <a:xfrm>
            <a:off x="8715375" y="2286000"/>
            <a:ext cx="1162051" cy="1162051"/>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9" name="Rectangle 18">
            <a:extLst>
              <a:ext uri="{FF2B5EF4-FFF2-40B4-BE49-F238E27FC236}">
                <a16:creationId xmlns:a16="http://schemas.microsoft.com/office/drawing/2014/main" id="{CA033730-1562-4B8B-8595-088C8D937279}"/>
              </a:ext>
            </a:extLst>
          </p:cNvPr>
          <p:cNvSpPr>
            <a:spLocks noGrp="1"/>
          </p:cNvSpPr>
          <p:nvPr/>
        </p:nvSpPr>
        <p:spPr>
          <a:xfrm>
            <a:off x="7524749" y="3476625"/>
            <a:ext cx="1162051" cy="1162051"/>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0" name="Rectangle 19">
            <a:extLst>
              <a:ext uri="{FF2B5EF4-FFF2-40B4-BE49-F238E27FC236}">
                <a16:creationId xmlns:a16="http://schemas.microsoft.com/office/drawing/2014/main" id="{D6A03716-CD78-4E1E-957B-6727BA9A9E8A}"/>
              </a:ext>
            </a:extLst>
          </p:cNvPr>
          <p:cNvSpPr>
            <a:spLocks noGrp="1"/>
          </p:cNvSpPr>
          <p:nvPr/>
        </p:nvSpPr>
        <p:spPr>
          <a:xfrm>
            <a:off x="8715375" y="3476625"/>
            <a:ext cx="1162051" cy="1162051"/>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1" name="Rectangle 20">
            <a:extLst>
              <a:ext uri="{FF2B5EF4-FFF2-40B4-BE49-F238E27FC236}">
                <a16:creationId xmlns:a16="http://schemas.microsoft.com/office/drawing/2014/main" id="{F4ADA968-CF44-4F4D-9B24-58D6D1534390}"/>
              </a:ext>
            </a:extLst>
          </p:cNvPr>
          <p:cNvSpPr>
            <a:spLocks noGrp="1"/>
          </p:cNvSpPr>
          <p:nvPr/>
        </p:nvSpPr>
        <p:spPr>
          <a:xfrm>
            <a:off x="8096251" y="2857500"/>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22" name="Rectangle 21">
            <a:extLst>
              <a:ext uri="{FF2B5EF4-FFF2-40B4-BE49-F238E27FC236}">
                <a16:creationId xmlns:a16="http://schemas.microsoft.com/office/drawing/2014/main" id="{EC2BF60C-E318-47FB-B6CF-80772DADC510}"/>
              </a:ext>
            </a:extLst>
          </p:cNvPr>
          <p:cNvSpPr>
            <a:spLocks noGrp="1"/>
          </p:cNvSpPr>
          <p:nvPr/>
        </p:nvSpPr>
        <p:spPr>
          <a:xfrm>
            <a:off x="9286875" y="40481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23" name="Straight Arrow Connector 22">
            <a:extLst>
              <a:ext uri="{FF2B5EF4-FFF2-40B4-BE49-F238E27FC236}">
                <a16:creationId xmlns:a16="http://schemas.microsoft.com/office/drawing/2014/main" id="{1F167DA2-92C9-4068-B437-D065EF39425E}"/>
              </a:ext>
            </a:extLst>
          </p:cNvPr>
          <p:cNvCxnSpPr>
            <a:stCxn id="21" idx="2"/>
            <a:endCxn id="22" idx="1"/>
          </p:cNvCxnSpPr>
          <p:nvPr/>
        </p:nvCxnSpPr>
        <p:spPr>
          <a:xfrm>
            <a:off x="8105775" y="2876550"/>
            <a:ext cx="1181100" cy="1181100"/>
          </a:xfrm>
          <a:prstGeom prst="straightConnector1">
            <a:avLst/>
          </a:prstGeom>
          <a:ln w="42862">
            <a:solidFill>
              <a:srgbClr val="2D3A8C"/>
            </a:solidFill>
            <a:prstDash val="solid"/>
          </a:ln>
        </p:spPr>
      </p:cxnSp>
      <p:sp>
        <p:nvSpPr>
          <p:cNvPr id="24" name="Oval 23">
            <a:extLst>
              <a:ext uri="{FF2B5EF4-FFF2-40B4-BE49-F238E27FC236}">
                <a16:creationId xmlns:a16="http://schemas.microsoft.com/office/drawing/2014/main" id="{7EF21D70-9B96-49B8-A46A-5B2B8224B4FB}"/>
              </a:ext>
            </a:extLst>
          </p:cNvPr>
          <p:cNvSpPr>
            <a:spLocks noGrp="1"/>
          </p:cNvSpPr>
          <p:nvPr/>
        </p:nvSpPr>
        <p:spPr>
          <a:xfrm>
            <a:off x="7915275" y="2676525"/>
            <a:ext cx="381000" cy="381000"/>
          </a:xfrm>
          <a:prstGeom prst="ellipse">
            <a:avLst/>
          </a:prstGeom>
          <a:solidFill>
            <a:srgbClr val="2D3A8C"/>
          </a:solidFill>
          <a:ln w="21431">
            <a:solidFill>
              <a:srgbClr val="FFFFFF"/>
            </a:solidFill>
            <a:prstDash val="solid"/>
          </a:ln>
        </p:spPr>
        <p:txBody>
          <a:bodyPr/>
          <a:lstStyle/>
          <a:p>
            <a:pPr defTabSz="1219170"/>
            <a:endParaRPr sz="2400">
              <a:solidFill>
                <a:srgbClr val="1B1F3B"/>
              </a:solidFill>
              <a:latin typeface="Calibri"/>
            </a:endParaRPr>
          </a:p>
        </p:txBody>
      </p:sp>
      <p:sp>
        <p:nvSpPr>
          <p:cNvPr id="25" name="Rectangle 24">
            <a:extLst>
              <a:ext uri="{FF2B5EF4-FFF2-40B4-BE49-F238E27FC236}">
                <a16:creationId xmlns:a16="http://schemas.microsoft.com/office/drawing/2014/main" id="{AEA288E1-9850-4B6B-86B5-DDF82854DE47}"/>
              </a:ext>
            </a:extLst>
          </p:cNvPr>
          <p:cNvSpPr>
            <a:spLocks noGrp="1"/>
          </p:cNvSpPr>
          <p:nvPr/>
        </p:nvSpPr>
        <p:spPr>
          <a:xfrm>
            <a:off x="7915275" y="2667000"/>
            <a:ext cx="381000" cy="381000"/>
          </a:xfrm>
          <a:prstGeom prst="rect">
            <a:avLst/>
          </a:prstGeom>
          <a:noFill/>
          <a:ln w="0">
            <a:noFill/>
            <a:prstDash val="solid"/>
          </a:ln>
        </p:spPr>
        <p:txBody>
          <a:bodyPr wrap="square" lIns="0" tIns="0" rIns="0" bIns="0" anchor="ctr">
            <a:noAutofit/>
          </a:bodyPr>
          <a:lstStyle>
            <a:defPPr algn="ctr">
              <a:defRPr sz="1300" b="1">
                <a:solidFill>
                  <a:srgbClr val="FFFFFF"/>
                </a:solidFill>
                <a:latin typeface="Calibri"/>
                <a:ea typeface="Calibri"/>
                <a:cs typeface="Calibri"/>
              </a:defRPr>
            </a:defPPr>
            <a:lvl1pPr algn="ctr">
              <a:defRPr sz="1300" b="1">
                <a:solidFill>
                  <a:srgbClr val="FFFFFF"/>
                </a:solidFill>
                <a:latin typeface="Calibri"/>
                <a:ea typeface="Calibri"/>
                <a:cs typeface="Calibri"/>
              </a:defRPr>
            </a:lvl1pPr>
            <a:lvl2pPr algn="ctr">
              <a:defRPr sz="1300" b="1">
                <a:solidFill>
                  <a:srgbClr val="FFFFFF"/>
                </a:solidFill>
                <a:latin typeface="Calibri"/>
                <a:ea typeface="Calibri"/>
                <a:cs typeface="Calibri"/>
              </a:defRPr>
            </a:lvl2pPr>
            <a:lvl3pPr algn="ctr">
              <a:defRPr sz="1300" b="1">
                <a:solidFill>
                  <a:srgbClr val="FFFFFF"/>
                </a:solidFill>
                <a:latin typeface="Calibri"/>
                <a:ea typeface="Calibri"/>
                <a:cs typeface="Calibri"/>
              </a:defRPr>
            </a:lvl3pPr>
            <a:lvl4pPr algn="ctr">
              <a:defRPr sz="1300" b="1">
                <a:solidFill>
                  <a:srgbClr val="FFFFFF"/>
                </a:solidFill>
                <a:latin typeface="Calibri"/>
                <a:ea typeface="Calibri"/>
                <a:cs typeface="Calibri"/>
              </a:defRPr>
            </a:lvl4pPr>
            <a:lvl5pPr algn="ctr">
              <a:defRPr sz="1300" b="1">
                <a:solidFill>
                  <a:srgbClr val="FFFFFF"/>
                </a:solidFill>
                <a:latin typeface="Calibri"/>
                <a:ea typeface="Calibri"/>
                <a:cs typeface="Calibri"/>
              </a:defRPr>
            </a:lvl5pPr>
            <a:lvl6pPr algn="ctr">
              <a:defRPr sz="1300" b="1">
                <a:solidFill>
                  <a:srgbClr val="FFFFFF"/>
                </a:solidFill>
                <a:latin typeface="Calibri"/>
                <a:ea typeface="Calibri"/>
                <a:cs typeface="Calibri"/>
              </a:defRPr>
            </a:lvl6pPr>
            <a:lvl7pPr algn="ctr">
              <a:defRPr sz="1300" b="1">
                <a:solidFill>
                  <a:srgbClr val="FFFFFF"/>
                </a:solidFill>
                <a:latin typeface="Calibri"/>
                <a:ea typeface="Calibri"/>
                <a:cs typeface="Calibri"/>
              </a:defRPr>
            </a:lvl7pPr>
            <a:lvl8pPr algn="ctr">
              <a:defRPr sz="1300" b="1">
                <a:solidFill>
                  <a:srgbClr val="FFFFFF"/>
                </a:solidFill>
                <a:latin typeface="Calibri"/>
                <a:ea typeface="Calibri"/>
                <a:cs typeface="Calibri"/>
              </a:defRPr>
            </a:lvl8pPr>
            <a:lvl9pPr algn="ctr">
              <a:defRPr sz="1300" b="1">
                <a:solidFill>
                  <a:srgbClr val="FFFFFF"/>
                </a:solidFill>
                <a:latin typeface="Calibri"/>
                <a:ea typeface="Calibri"/>
                <a:cs typeface="Calibri"/>
              </a:defRPr>
            </a:lvl9pPr>
          </a:lstStyle>
          <a:p>
            <a:pPr defTabSz="1219170">
              <a:defRPr sz="1300" b="1">
                <a:solidFill>
                  <a:srgbClr val="FFFFFF"/>
                </a:solidFill>
                <a:latin typeface="Calibri"/>
                <a:ea typeface="Calibri"/>
                <a:cs typeface="Calibri"/>
              </a:defRPr>
            </a:pPr>
            <a:r>
              <a:rPr sz="1733"/>
              <a:t>S</a:t>
            </a:r>
          </a:p>
        </p:txBody>
      </p:sp>
      <p:sp>
        <p:nvSpPr>
          <p:cNvPr id="26" name="Oval 25">
            <a:extLst>
              <a:ext uri="{FF2B5EF4-FFF2-40B4-BE49-F238E27FC236}">
                <a16:creationId xmlns:a16="http://schemas.microsoft.com/office/drawing/2014/main" id="{E8DD018A-3766-4A65-853D-097924795561}"/>
              </a:ext>
            </a:extLst>
          </p:cNvPr>
          <p:cNvSpPr>
            <a:spLocks noGrp="1"/>
          </p:cNvSpPr>
          <p:nvPr/>
        </p:nvSpPr>
        <p:spPr>
          <a:xfrm>
            <a:off x="9105900" y="3867149"/>
            <a:ext cx="381000" cy="381000"/>
          </a:xfrm>
          <a:prstGeom prst="ellipse">
            <a:avLst/>
          </a:prstGeom>
          <a:solidFill>
            <a:srgbClr val="1B1F3B"/>
          </a:solidFill>
          <a:ln w="21431">
            <a:solidFill>
              <a:srgbClr val="FFFFFF"/>
            </a:solidFill>
            <a:prstDash val="solid"/>
          </a:ln>
        </p:spPr>
        <p:txBody>
          <a:bodyPr/>
          <a:lstStyle/>
          <a:p>
            <a:pPr defTabSz="1219170"/>
            <a:endParaRPr sz="2400">
              <a:solidFill>
                <a:srgbClr val="1B1F3B"/>
              </a:solidFill>
              <a:latin typeface="Calibri"/>
            </a:endParaRPr>
          </a:p>
        </p:txBody>
      </p:sp>
      <p:sp>
        <p:nvSpPr>
          <p:cNvPr id="27" name="Rectangle 26">
            <a:extLst>
              <a:ext uri="{FF2B5EF4-FFF2-40B4-BE49-F238E27FC236}">
                <a16:creationId xmlns:a16="http://schemas.microsoft.com/office/drawing/2014/main" id="{01202CE4-F289-49B0-B763-AED8D3D2FE83}"/>
              </a:ext>
            </a:extLst>
          </p:cNvPr>
          <p:cNvSpPr>
            <a:spLocks noGrp="1"/>
          </p:cNvSpPr>
          <p:nvPr/>
        </p:nvSpPr>
        <p:spPr>
          <a:xfrm>
            <a:off x="9105900" y="3857625"/>
            <a:ext cx="381000" cy="381000"/>
          </a:xfrm>
          <a:prstGeom prst="rect">
            <a:avLst/>
          </a:prstGeom>
          <a:noFill/>
          <a:ln w="0">
            <a:noFill/>
            <a:prstDash val="solid"/>
          </a:ln>
        </p:spPr>
        <p:txBody>
          <a:bodyPr wrap="square" lIns="0" tIns="0" rIns="0" bIns="0" anchor="ctr">
            <a:noAutofit/>
          </a:bodyPr>
          <a:lstStyle>
            <a:defPPr algn="ctr">
              <a:defRPr sz="1300" b="1">
                <a:solidFill>
                  <a:srgbClr val="FFFFFF"/>
                </a:solidFill>
                <a:latin typeface="Calibri"/>
                <a:ea typeface="Calibri"/>
                <a:cs typeface="Calibri"/>
              </a:defRPr>
            </a:defPPr>
            <a:lvl1pPr algn="ctr">
              <a:defRPr sz="1300" b="1">
                <a:solidFill>
                  <a:srgbClr val="FFFFFF"/>
                </a:solidFill>
                <a:latin typeface="Calibri"/>
                <a:ea typeface="Calibri"/>
                <a:cs typeface="Calibri"/>
              </a:defRPr>
            </a:lvl1pPr>
            <a:lvl2pPr algn="ctr">
              <a:defRPr sz="1300" b="1">
                <a:solidFill>
                  <a:srgbClr val="FFFFFF"/>
                </a:solidFill>
                <a:latin typeface="Calibri"/>
                <a:ea typeface="Calibri"/>
                <a:cs typeface="Calibri"/>
              </a:defRPr>
            </a:lvl2pPr>
            <a:lvl3pPr algn="ctr">
              <a:defRPr sz="1300" b="1">
                <a:solidFill>
                  <a:srgbClr val="FFFFFF"/>
                </a:solidFill>
                <a:latin typeface="Calibri"/>
                <a:ea typeface="Calibri"/>
                <a:cs typeface="Calibri"/>
              </a:defRPr>
            </a:lvl3pPr>
            <a:lvl4pPr algn="ctr">
              <a:defRPr sz="1300" b="1">
                <a:solidFill>
                  <a:srgbClr val="FFFFFF"/>
                </a:solidFill>
                <a:latin typeface="Calibri"/>
                <a:ea typeface="Calibri"/>
                <a:cs typeface="Calibri"/>
              </a:defRPr>
            </a:lvl4pPr>
            <a:lvl5pPr algn="ctr">
              <a:defRPr sz="1300" b="1">
                <a:solidFill>
                  <a:srgbClr val="FFFFFF"/>
                </a:solidFill>
                <a:latin typeface="Calibri"/>
                <a:ea typeface="Calibri"/>
                <a:cs typeface="Calibri"/>
              </a:defRPr>
            </a:lvl5pPr>
            <a:lvl6pPr algn="ctr">
              <a:defRPr sz="1300" b="1">
                <a:solidFill>
                  <a:srgbClr val="FFFFFF"/>
                </a:solidFill>
                <a:latin typeface="Calibri"/>
                <a:ea typeface="Calibri"/>
                <a:cs typeface="Calibri"/>
              </a:defRPr>
            </a:lvl6pPr>
            <a:lvl7pPr algn="ctr">
              <a:defRPr sz="1300" b="1">
                <a:solidFill>
                  <a:srgbClr val="FFFFFF"/>
                </a:solidFill>
                <a:latin typeface="Calibri"/>
                <a:ea typeface="Calibri"/>
                <a:cs typeface="Calibri"/>
              </a:defRPr>
            </a:lvl7pPr>
            <a:lvl8pPr algn="ctr">
              <a:defRPr sz="1300" b="1">
                <a:solidFill>
                  <a:srgbClr val="FFFFFF"/>
                </a:solidFill>
                <a:latin typeface="Calibri"/>
                <a:ea typeface="Calibri"/>
                <a:cs typeface="Calibri"/>
              </a:defRPr>
            </a:lvl8pPr>
            <a:lvl9pPr algn="ctr">
              <a:defRPr sz="1300" b="1">
                <a:solidFill>
                  <a:srgbClr val="FFFFFF"/>
                </a:solidFill>
                <a:latin typeface="Calibri"/>
                <a:ea typeface="Calibri"/>
                <a:cs typeface="Calibri"/>
              </a:defRPr>
            </a:lvl9pPr>
          </a:lstStyle>
          <a:p>
            <a:pPr defTabSz="1219170">
              <a:defRPr sz="1300" b="1">
                <a:solidFill>
                  <a:srgbClr val="FFFFFF"/>
                </a:solidFill>
                <a:latin typeface="Calibri"/>
                <a:ea typeface="Calibri"/>
                <a:cs typeface="Calibri"/>
              </a:defRPr>
            </a:pPr>
            <a:r>
              <a:rPr sz="1733"/>
              <a:t>G</a:t>
            </a:r>
          </a:p>
        </p:txBody>
      </p:sp>
      <p:sp>
        <p:nvSpPr>
          <p:cNvPr id="28" name="Rectangle 27">
            <a:extLst>
              <a:ext uri="{FF2B5EF4-FFF2-40B4-BE49-F238E27FC236}">
                <a16:creationId xmlns:a16="http://schemas.microsoft.com/office/drawing/2014/main" id="{E2B66B8B-2468-423C-BC7C-E3E9592DF4BE}"/>
              </a:ext>
            </a:extLst>
          </p:cNvPr>
          <p:cNvSpPr>
            <a:spLocks noGrp="1"/>
          </p:cNvSpPr>
          <p:nvPr/>
        </p:nvSpPr>
        <p:spPr>
          <a:xfrm>
            <a:off x="1190625" y="4857750"/>
            <a:ext cx="3810000" cy="619125"/>
          </a:xfrm>
          <a:prstGeom prst="rect">
            <a:avLst/>
          </a:prstGeom>
          <a:noFill/>
          <a:ln w="0">
            <a:noFill/>
            <a:prstDash val="solid"/>
          </a:ln>
        </p:spPr>
        <p:txBody>
          <a:bodyPr wrap="square" lIns="0" tIns="0" rIns="0" bIns="0" anchor="ctr">
            <a:noAutofit/>
          </a:bodyPr>
          <a:lstStyle>
            <a:defPPr algn="l">
              <a:defRPr sz="1900" b="1">
                <a:solidFill>
                  <a:srgbClr val="E55B5B"/>
                </a:solidFill>
                <a:latin typeface="Calibri"/>
                <a:ea typeface="Calibri"/>
                <a:cs typeface="Calibri"/>
              </a:defRPr>
            </a:defPPr>
            <a:lvl1pPr algn="l">
              <a:defRPr sz="1900" b="1">
                <a:solidFill>
                  <a:srgbClr val="E55B5B"/>
                </a:solidFill>
                <a:latin typeface="Calibri"/>
                <a:ea typeface="Calibri"/>
                <a:cs typeface="Calibri"/>
              </a:defRPr>
            </a:lvl1pPr>
            <a:lvl2pPr algn="l">
              <a:defRPr sz="1900" b="1">
                <a:solidFill>
                  <a:srgbClr val="E55B5B"/>
                </a:solidFill>
                <a:latin typeface="Calibri"/>
                <a:ea typeface="Calibri"/>
                <a:cs typeface="Calibri"/>
              </a:defRPr>
            </a:lvl2pPr>
            <a:lvl3pPr algn="l">
              <a:defRPr sz="1900" b="1">
                <a:solidFill>
                  <a:srgbClr val="E55B5B"/>
                </a:solidFill>
                <a:latin typeface="Calibri"/>
                <a:ea typeface="Calibri"/>
                <a:cs typeface="Calibri"/>
              </a:defRPr>
            </a:lvl3pPr>
            <a:lvl4pPr algn="l">
              <a:defRPr sz="1900" b="1">
                <a:solidFill>
                  <a:srgbClr val="E55B5B"/>
                </a:solidFill>
                <a:latin typeface="Calibri"/>
                <a:ea typeface="Calibri"/>
                <a:cs typeface="Calibri"/>
              </a:defRPr>
            </a:lvl4pPr>
            <a:lvl5pPr algn="l">
              <a:defRPr sz="1900" b="1">
                <a:solidFill>
                  <a:srgbClr val="E55B5B"/>
                </a:solidFill>
                <a:latin typeface="Calibri"/>
                <a:ea typeface="Calibri"/>
                <a:cs typeface="Calibri"/>
              </a:defRPr>
            </a:lvl5pPr>
            <a:lvl6pPr algn="l">
              <a:defRPr sz="1900" b="1">
                <a:solidFill>
                  <a:srgbClr val="E55B5B"/>
                </a:solidFill>
                <a:latin typeface="Calibri"/>
                <a:ea typeface="Calibri"/>
                <a:cs typeface="Calibri"/>
              </a:defRPr>
            </a:lvl6pPr>
            <a:lvl7pPr algn="l">
              <a:defRPr sz="1900" b="1">
                <a:solidFill>
                  <a:srgbClr val="E55B5B"/>
                </a:solidFill>
                <a:latin typeface="Calibri"/>
                <a:ea typeface="Calibri"/>
                <a:cs typeface="Calibri"/>
              </a:defRPr>
            </a:lvl7pPr>
            <a:lvl8pPr algn="l">
              <a:defRPr sz="1900" b="1">
                <a:solidFill>
                  <a:srgbClr val="E55B5B"/>
                </a:solidFill>
                <a:latin typeface="Calibri"/>
                <a:ea typeface="Calibri"/>
                <a:cs typeface="Calibri"/>
              </a:defRPr>
            </a:lvl8pPr>
            <a:lvl9pPr algn="l">
              <a:defRPr sz="1900" b="1">
                <a:solidFill>
                  <a:srgbClr val="E55B5B"/>
                </a:solidFill>
                <a:latin typeface="Calibri"/>
                <a:ea typeface="Calibri"/>
                <a:cs typeface="Calibri"/>
              </a:defRPr>
            </a:lvl9pPr>
          </a:lstStyle>
          <a:p>
            <a:pPr defTabSz="1219170">
              <a:defRPr sz="1900" b="1">
                <a:solidFill>
                  <a:srgbClr val="E55B5B"/>
                </a:solidFill>
                <a:latin typeface="Calibri"/>
                <a:ea typeface="Calibri"/>
                <a:cs typeface="Calibri"/>
              </a:defRPr>
            </a:pPr>
            <a:r>
              <a:rPr sz="2533"/>
              <a:t>Forbidden</a:t>
            </a:r>
          </a:p>
        </p:txBody>
      </p:sp>
      <p:sp>
        <p:nvSpPr>
          <p:cNvPr id="29" name="Rectangle 28">
            <a:extLst>
              <a:ext uri="{FF2B5EF4-FFF2-40B4-BE49-F238E27FC236}">
                <a16:creationId xmlns:a16="http://schemas.microsoft.com/office/drawing/2014/main" id="{81DAE0AB-C9AF-43D9-BB54-2B184403C014}"/>
              </a:ext>
            </a:extLst>
          </p:cNvPr>
          <p:cNvSpPr>
            <a:spLocks noGrp="1"/>
          </p:cNvSpPr>
          <p:nvPr/>
        </p:nvSpPr>
        <p:spPr>
          <a:xfrm>
            <a:off x="7524749" y="4857750"/>
            <a:ext cx="3810000" cy="619125"/>
          </a:xfrm>
          <a:prstGeom prst="rect">
            <a:avLst/>
          </a:prstGeom>
          <a:noFill/>
          <a:ln w="0">
            <a:noFill/>
            <a:prstDash val="solid"/>
          </a:ln>
        </p:spPr>
        <p:txBody>
          <a:bodyPr wrap="square" lIns="0" tIns="0" rIns="0" bIns="0" anchor="ctr">
            <a:noAutofit/>
          </a:bodyPr>
          <a:lstStyle>
            <a:defPPr algn="l">
              <a:defRPr sz="1900" b="1">
                <a:solidFill>
                  <a:srgbClr val="3BAA8C"/>
                </a:solidFill>
                <a:latin typeface="Calibri"/>
                <a:ea typeface="Calibri"/>
                <a:cs typeface="Calibri"/>
              </a:defRPr>
            </a:defPPr>
            <a:lvl1pPr algn="l">
              <a:defRPr sz="1900" b="1">
                <a:solidFill>
                  <a:srgbClr val="3BAA8C"/>
                </a:solidFill>
                <a:latin typeface="Calibri"/>
                <a:ea typeface="Calibri"/>
                <a:cs typeface="Calibri"/>
              </a:defRPr>
            </a:lvl1pPr>
            <a:lvl2pPr algn="l">
              <a:defRPr sz="1900" b="1">
                <a:solidFill>
                  <a:srgbClr val="3BAA8C"/>
                </a:solidFill>
                <a:latin typeface="Calibri"/>
                <a:ea typeface="Calibri"/>
                <a:cs typeface="Calibri"/>
              </a:defRPr>
            </a:lvl2pPr>
            <a:lvl3pPr algn="l">
              <a:defRPr sz="1900" b="1">
                <a:solidFill>
                  <a:srgbClr val="3BAA8C"/>
                </a:solidFill>
                <a:latin typeface="Calibri"/>
                <a:ea typeface="Calibri"/>
                <a:cs typeface="Calibri"/>
              </a:defRPr>
            </a:lvl3pPr>
            <a:lvl4pPr algn="l">
              <a:defRPr sz="1900" b="1">
                <a:solidFill>
                  <a:srgbClr val="3BAA8C"/>
                </a:solidFill>
                <a:latin typeface="Calibri"/>
                <a:ea typeface="Calibri"/>
                <a:cs typeface="Calibri"/>
              </a:defRPr>
            </a:lvl4pPr>
            <a:lvl5pPr algn="l">
              <a:defRPr sz="1900" b="1">
                <a:solidFill>
                  <a:srgbClr val="3BAA8C"/>
                </a:solidFill>
                <a:latin typeface="Calibri"/>
                <a:ea typeface="Calibri"/>
                <a:cs typeface="Calibri"/>
              </a:defRPr>
            </a:lvl5pPr>
            <a:lvl6pPr algn="l">
              <a:defRPr sz="1900" b="1">
                <a:solidFill>
                  <a:srgbClr val="3BAA8C"/>
                </a:solidFill>
                <a:latin typeface="Calibri"/>
                <a:ea typeface="Calibri"/>
                <a:cs typeface="Calibri"/>
              </a:defRPr>
            </a:lvl6pPr>
            <a:lvl7pPr algn="l">
              <a:defRPr sz="1900" b="1">
                <a:solidFill>
                  <a:srgbClr val="3BAA8C"/>
                </a:solidFill>
                <a:latin typeface="Calibri"/>
                <a:ea typeface="Calibri"/>
                <a:cs typeface="Calibri"/>
              </a:defRPr>
            </a:lvl7pPr>
            <a:lvl8pPr algn="l">
              <a:defRPr sz="1900" b="1">
                <a:solidFill>
                  <a:srgbClr val="3BAA8C"/>
                </a:solidFill>
                <a:latin typeface="Calibri"/>
                <a:ea typeface="Calibri"/>
                <a:cs typeface="Calibri"/>
              </a:defRPr>
            </a:lvl8pPr>
            <a:lvl9pPr algn="l">
              <a:defRPr sz="1900" b="1">
                <a:solidFill>
                  <a:srgbClr val="3BAA8C"/>
                </a:solidFill>
                <a:latin typeface="Calibri"/>
                <a:ea typeface="Calibri"/>
                <a:cs typeface="Calibri"/>
              </a:defRPr>
            </a:lvl9pPr>
          </a:lstStyle>
          <a:p>
            <a:pPr defTabSz="1219170">
              <a:defRPr sz="1900" b="1">
                <a:solidFill>
                  <a:srgbClr val="3BAA8C"/>
                </a:solidFill>
                <a:latin typeface="Calibri"/>
                <a:ea typeface="Calibri"/>
                <a:cs typeface="Calibri"/>
              </a:defRPr>
            </a:pPr>
            <a:r>
              <a:rPr sz="2533"/>
              <a:t>Allowed</a:t>
            </a:r>
          </a:p>
        </p:txBody>
      </p:sp>
      <p:sp>
        <p:nvSpPr>
          <p:cNvPr id="30" name="Rectangle 29">
            <a:extLst>
              <a:ext uri="{FF2B5EF4-FFF2-40B4-BE49-F238E27FC236}">
                <a16:creationId xmlns:a16="http://schemas.microsoft.com/office/drawing/2014/main" id="{77546538-6C68-4969-957A-4009DB825B0A}"/>
              </a:ext>
            </a:extLst>
          </p:cNvPr>
          <p:cNvSpPr>
            <a:spLocks noGrp="1"/>
          </p:cNvSpPr>
          <p:nvPr/>
        </p:nvSpPr>
        <p:spPr>
          <a:xfrm>
            <a:off x="609600" y="5619749"/>
            <a:ext cx="10972800" cy="457200"/>
          </a:xfrm>
          <a:prstGeom prst="rect">
            <a:avLst/>
          </a:prstGeom>
          <a:noFill/>
          <a:ln w="0">
            <a:noFill/>
            <a:prstDash val="solid"/>
          </a:ln>
        </p:spPr>
        <p:txBody>
          <a:bodyPr wrap="square" lIns="0" tIns="0" rIns="0" bIns="0" anchor="ctr">
            <a:noAutofit/>
          </a:bodyPr>
          <a:lstStyle>
            <a:defPPr algn="l">
              <a:defRPr sz="1300" b="0">
                <a:solidFill>
                  <a:srgbClr val="4A4F6A"/>
                </a:solidFill>
                <a:latin typeface="Calibri"/>
                <a:ea typeface="Calibri"/>
                <a:cs typeface="Calibri"/>
              </a:defRPr>
            </a:defPPr>
            <a:lvl1pPr algn="l">
              <a:defRPr sz="1300" b="0">
                <a:solidFill>
                  <a:srgbClr val="4A4F6A"/>
                </a:solidFill>
                <a:latin typeface="Calibri"/>
                <a:ea typeface="Calibri"/>
                <a:cs typeface="Calibri"/>
              </a:defRPr>
            </a:lvl1pPr>
            <a:lvl2pPr algn="l">
              <a:defRPr sz="1300" b="0">
                <a:solidFill>
                  <a:srgbClr val="4A4F6A"/>
                </a:solidFill>
                <a:latin typeface="Calibri"/>
                <a:ea typeface="Calibri"/>
                <a:cs typeface="Calibri"/>
              </a:defRPr>
            </a:lvl2pPr>
            <a:lvl3pPr algn="l">
              <a:defRPr sz="1300" b="0">
                <a:solidFill>
                  <a:srgbClr val="4A4F6A"/>
                </a:solidFill>
                <a:latin typeface="Calibri"/>
                <a:ea typeface="Calibri"/>
                <a:cs typeface="Calibri"/>
              </a:defRPr>
            </a:lvl3pPr>
            <a:lvl4pPr algn="l">
              <a:defRPr sz="1300" b="0">
                <a:solidFill>
                  <a:srgbClr val="4A4F6A"/>
                </a:solidFill>
                <a:latin typeface="Calibri"/>
                <a:ea typeface="Calibri"/>
                <a:cs typeface="Calibri"/>
              </a:defRPr>
            </a:lvl4pPr>
            <a:lvl5pPr algn="l">
              <a:defRPr sz="1300" b="0">
                <a:solidFill>
                  <a:srgbClr val="4A4F6A"/>
                </a:solidFill>
                <a:latin typeface="Calibri"/>
                <a:ea typeface="Calibri"/>
                <a:cs typeface="Calibri"/>
              </a:defRPr>
            </a:lvl5pPr>
            <a:lvl6pPr algn="l">
              <a:defRPr sz="1300" b="0">
                <a:solidFill>
                  <a:srgbClr val="4A4F6A"/>
                </a:solidFill>
                <a:latin typeface="Calibri"/>
                <a:ea typeface="Calibri"/>
                <a:cs typeface="Calibri"/>
              </a:defRPr>
            </a:lvl6pPr>
            <a:lvl7pPr algn="l">
              <a:defRPr sz="1300" b="0">
                <a:solidFill>
                  <a:srgbClr val="4A4F6A"/>
                </a:solidFill>
                <a:latin typeface="Calibri"/>
                <a:ea typeface="Calibri"/>
                <a:cs typeface="Calibri"/>
              </a:defRPr>
            </a:lvl7pPr>
            <a:lvl8pPr algn="l">
              <a:defRPr sz="1300" b="0">
                <a:solidFill>
                  <a:srgbClr val="4A4F6A"/>
                </a:solidFill>
                <a:latin typeface="Calibri"/>
                <a:ea typeface="Calibri"/>
                <a:cs typeface="Calibri"/>
              </a:defRPr>
            </a:lvl8pPr>
            <a:lvl9pPr algn="l">
              <a:defRPr sz="1300" b="0">
                <a:solidFill>
                  <a:srgbClr val="4A4F6A"/>
                </a:solidFill>
                <a:latin typeface="Calibri"/>
                <a:ea typeface="Calibri"/>
                <a:cs typeface="Calibri"/>
              </a:defRPr>
            </a:lvl9pPr>
          </a:lstStyle>
          <a:p>
            <a:pPr defTabSz="1219170">
              <a:defRPr sz="1300" b="0">
                <a:solidFill>
                  <a:srgbClr val="4A4F6A"/>
                </a:solidFill>
                <a:latin typeface="Calibri"/>
                <a:ea typeface="Calibri"/>
                <a:cs typeface="Calibri"/>
              </a:defRPr>
            </a:pPr>
            <a:r>
              <a:rPr sz="1733"/>
              <a:t>For a diagonal, both side cells must be open.</a:t>
            </a:r>
          </a:p>
        </p:txBody>
      </p:sp>
    </p:spTree>
    <p:extLst>
      <p:ext uri="{BB962C8B-B14F-4D97-AF65-F5344CB8AC3E}">
        <p14:creationId xmlns:p14="http://schemas.microsoft.com/office/powerpoint/2010/main" val="8476088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 name="Rectangle 52"/>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sz="2400">
              <a:solidFill>
                <a:srgbClr val="FFFFFF"/>
              </a:solidFill>
              <a:latin typeface="Calibri"/>
            </a:endParaRPr>
          </a:p>
        </p:txBody>
      </p:sp>
      <p:sp>
        <p:nvSpPr>
          <p:cNvPr id="2" name="Rectangle 1">
            <a:extLst>
              <a:ext uri="{FF2B5EF4-FFF2-40B4-BE49-F238E27FC236}">
                <a16:creationId xmlns:a16="http://schemas.microsoft.com/office/drawing/2014/main" id="{3E9C092A-F78F-44A5-AB66-4253076E3413}"/>
              </a:ext>
            </a:extLst>
          </p:cNvPr>
          <p:cNvSpPr>
            <a:spLocks noGrp="1"/>
          </p:cNvSpPr>
          <p:nvPr/>
        </p:nvSpPr>
        <p:spPr>
          <a:xfrm>
            <a:off x="731520" y="365760"/>
            <a:ext cx="10728960" cy="853440"/>
          </a:xfrm>
          <a:prstGeom prst="rect">
            <a:avLst/>
          </a:prstGeom>
          <a:noFill/>
          <a:ln w="0">
            <a:noFill/>
            <a:prstDash val="solid"/>
          </a:ln>
        </p:spPr>
        <p:txBody>
          <a:bodyPr wrap="square" lIns="0" tIns="0" rIns="0" bIns="0" anchor="ctr">
            <a:noAutofit/>
          </a:bodyPr>
          <a:lstStyle>
            <a:defPPr algn="l">
              <a:defRPr sz="2350" b="1">
                <a:solidFill>
                  <a:srgbClr val="1B1F3B"/>
                </a:solidFill>
                <a:latin typeface="Calibri"/>
                <a:ea typeface="Calibri"/>
                <a:cs typeface="Calibri"/>
              </a:defRPr>
            </a:defPPr>
            <a:lvl1pPr algn="l">
              <a:defRPr sz="2350" b="1">
                <a:solidFill>
                  <a:srgbClr val="1B1F3B"/>
                </a:solidFill>
                <a:latin typeface="Calibri"/>
                <a:ea typeface="Calibri"/>
                <a:cs typeface="Calibri"/>
              </a:defRPr>
            </a:lvl1pPr>
            <a:lvl2pPr algn="l">
              <a:defRPr sz="2350" b="1">
                <a:solidFill>
                  <a:srgbClr val="1B1F3B"/>
                </a:solidFill>
                <a:latin typeface="Calibri"/>
                <a:ea typeface="Calibri"/>
                <a:cs typeface="Calibri"/>
              </a:defRPr>
            </a:lvl2pPr>
            <a:lvl3pPr algn="l">
              <a:defRPr sz="2350" b="1">
                <a:solidFill>
                  <a:srgbClr val="1B1F3B"/>
                </a:solidFill>
                <a:latin typeface="Calibri"/>
                <a:ea typeface="Calibri"/>
                <a:cs typeface="Calibri"/>
              </a:defRPr>
            </a:lvl3pPr>
            <a:lvl4pPr algn="l">
              <a:defRPr sz="2350" b="1">
                <a:solidFill>
                  <a:srgbClr val="1B1F3B"/>
                </a:solidFill>
                <a:latin typeface="Calibri"/>
                <a:ea typeface="Calibri"/>
                <a:cs typeface="Calibri"/>
              </a:defRPr>
            </a:lvl4pPr>
            <a:lvl5pPr algn="l">
              <a:defRPr sz="2350" b="1">
                <a:solidFill>
                  <a:srgbClr val="1B1F3B"/>
                </a:solidFill>
                <a:latin typeface="Calibri"/>
                <a:ea typeface="Calibri"/>
                <a:cs typeface="Calibri"/>
              </a:defRPr>
            </a:lvl5pPr>
            <a:lvl6pPr algn="l">
              <a:defRPr sz="2350" b="1">
                <a:solidFill>
                  <a:srgbClr val="1B1F3B"/>
                </a:solidFill>
                <a:latin typeface="Calibri"/>
                <a:ea typeface="Calibri"/>
                <a:cs typeface="Calibri"/>
              </a:defRPr>
            </a:lvl6pPr>
            <a:lvl7pPr algn="l">
              <a:defRPr sz="2350" b="1">
                <a:solidFill>
                  <a:srgbClr val="1B1F3B"/>
                </a:solidFill>
                <a:latin typeface="Calibri"/>
                <a:ea typeface="Calibri"/>
                <a:cs typeface="Calibri"/>
              </a:defRPr>
            </a:lvl7pPr>
            <a:lvl8pPr algn="l">
              <a:defRPr sz="2350" b="1">
                <a:solidFill>
                  <a:srgbClr val="1B1F3B"/>
                </a:solidFill>
                <a:latin typeface="Calibri"/>
                <a:ea typeface="Calibri"/>
                <a:cs typeface="Calibri"/>
              </a:defRPr>
            </a:lvl8pPr>
            <a:lvl9pPr algn="l">
              <a:defRPr sz="2350" b="1">
                <a:solidFill>
                  <a:srgbClr val="1B1F3B"/>
                </a:solidFill>
                <a:latin typeface="Calibri"/>
                <a:ea typeface="Calibri"/>
                <a:cs typeface="Calibri"/>
              </a:defRPr>
            </a:lvl9pPr>
          </a:lstStyle>
          <a:p>
            <a:pPr defTabSz="1219170">
              <a:defRPr sz="2350" b="1">
                <a:solidFill>
                  <a:srgbClr val="1B1F3B"/>
                </a:solidFill>
                <a:latin typeface="Calibri"/>
                <a:ea typeface="Calibri"/>
                <a:cs typeface="Calibri"/>
              </a:defRPr>
            </a:pPr>
            <a:r>
              <a:rPr sz="3733"/>
              <a:t>Sometimes there is no feasible route</a:t>
            </a:r>
          </a:p>
        </p:txBody>
      </p:sp>
      <p:sp>
        <p:nvSpPr>
          <p:cNvPr id="3" name="Rectangle 2">
            <a:extLst>
              <a:ext uri="{FF2B5EF4-FFF2-40B4-BE49-F238E27FC236}">
                <a16:creationId xmlns:a16="http://schemas.microsoft.com/office/drawing/2014/main" id="{D3C9AC4C-13C9-4D77-B69B-079379E9B3A2}"/>
              </a:ext>
            </a:extLst>
          </p:cNvPr>
          <p:cNvSpPr>
            <a:spLocks noGrp="1"/>
          </p:cNvSpPr>
          <p:nvPr/>
        </p:nvSpPr>
        <p:spPr>
          <a:xfrm>
            <a:off x="609601" y="6229350"/>
            <a:ext cx="9334500" cy="266700"/>
          </a:xfrm>
          <a:prstGeom prst="rect">
            <a:avLst/>
          </a:prstGeom>
          <a:noFill/>
          <a:ln w="0">
            <a:noFill/>
            <a:prstDash val="solid"/>
          </a:ln>
        </p:spPr>
        <p:txBody>
          <a:bodyPr wrap="square" lIns="0" tIns="0" rIns="0" bIns="0" anchor="ctr">
            <a:noAutofit/>
          </a:bodyPr>
          <a:lstStyle>
            <a:defPPr algn="l">
              <a:defRPr sz="950" b="0">
                <a:solidFill>
                  <a:srgbClr val="4A4F6A"/>
                </a:solidFill>
                <a:latin typeface="Calibri"/>
                <a:ea typeface="Calibri"/>
                <a:cs typeface="Calibri"/>
              </a:defRPr>
            </a:defPPr>
            <a:lvl1pPr algn="l">
              <a:defRPr sz="950" b="0">
                <a:solidFill>
                  <a:srgbClr val="4A4F6A"/>
                </a:solidFill>
                <a:latin typeface="Calibri"/>
                <a:ea typeface="Calibri"/>
                <a:cs typeface="Calibri"/>
              </a:defRPr>
            </a:lvl1pPr>
            <a:lvl2pPr algn="l">
              <a:defRPr sz="950" b="0">
                <a:solidFill>
                  <a:srgbClr val="4A4F6A"/>
                </a:solidFill>
                <a:latin typeface="Calibri"/>
                <a:ea typeface="Calibri"/>
                <a:cs typeface="Calibri"/>
              </a:defRPr>
            </a:lvl2pPr>
            <a:lvl3pPr algn="l">
              <a:defRPr sz="950" b="0">
                <a:solidFill>
                  <a:srgbClr val="4A4F6A"/>
                </a:solidFill>
                <a:latin typeface="Calibri"/>
                <a:ea typeface="Calibri"/>
                <a:cs typeface="Calibri"/>
              </a:defRPr>
            </a:lvl3pPr>
            <a:lvl4pPr algn="l">
              <a:defRPr sz="950" b="0">
                <a:solidFill>
                  <a:srgbClr val="4A4F6A"/>
                </a:solidFill>
                <a:latin typeface="Calibri"/>
                <a:ea typeface="Calibri"/>
                <a:cs typeface="Calibri"/>
              </a:defRPr>
            </a:lvl4pPr>
            <a:lvl5pPr algn="l">
              <a:defRPr sz="950" b="0">
                <a:solidFill>
                  <a:srgbClr val="4A4F6A"/>
                </a:solidFill>
                <a:latin typeface="Calibri"/>
                <a:ea typeface="Calibri"/>
                <a:cs typeface="Calibri"/>
              </a:defRPr>
            </a:lvl5pPr>
            <a:lvl6pPr algn="l">
              <a:defRPr sz="950" b="0">
                <a:solidFill>
                  <a:srgbClr val="4A4F6A"/>
                </a:solidFill>
                <a:latin typeface="Calibri"/>
                <a:ea typeface="Calibri"/>
                <a:cs typeface="Calibri"/>
              </a:defRPr>
            </a:lvl6pPr>
            <a:lvl7pPr algn="l">
              <a:defRPr sz="950" b="0">
                <a:solidFill>
                  <a:srgbClr val="4A4F6A"/>
                </a:solidFill>
                <a:latin typeface="Calibri"/>
                <a:ea typeface="Calibri"/>
                <a:cs typeface="Calibri"/>
              </a:defRPr>
            </a:lvl7pPr>
            <a:lvl8pPr algn="l">
              <a:defRPr sz="950" b="0">
                <a:solidFill>
                  <a:srgbClr val="4A4F6A"/>
                </a:solidFill>
                <a:latin typeface="Calibri"/>
                <a:ea typeface="Calibri"/>
                <a:cs typeface="Calibri"/>
              </a:defRPr>
            </a:lvl8pPr>
            <a:lvl9pPr algn="l">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6  Planning</a:t>
            </a:r>
          </a:p>
        </p:txBody>
      </p:sp>
      <p:sp>
        <p:nvSpPr>
          <p:cNvPr id="4" name="Rectangle 3">
            <a:extLst>
              <a:ext uri="{FF2B5EF4-FFF2-40B4-BE49-F238E27FC236}">
                <a16:creationId xmlns:a16="http://schemas.microsoft.com/office/drawing/2014/main" id="{686B475C-5352-4DFF-8D45-71A738D76BD9}"/>
              </a:ext>
            </a:extLst>
          </p:cNvPr>
          <p:cNvSpPr>
            <a:spLocks noGrp="1"/>
          </p:cNvSpPr>
          <p:nvPr/>
        </p:nvSpPr>
        <p:spPr>
          <a:xfrm>
            <a:off x="10953750" y="6229350"/>
            <a:ext cx="619125" cy="266700"/>
          </a:xfrm>
          <a:prstGeom prst="rect">
            <a:avLst/>
          </a:prstGeom>
          <a:noFill/>
          <a:ln w="0">
            <a:noFill/>
            <a:prstDash val="solid"/>
          </a:ln>
        </p:spPr>
        <p:txBody>
          <a:bodyPr wrap="square" lIns="0" tIns="0" rIns="0" bIns="0" anchor="ctr">
            <a:noAutofit/>
          </a:bodyPr>
          <a:lstStyle>
            <a:defPPr algn="r">
              <a:defRPr sz="950" b="0">
                <a:solidFill>
                  <a:srgbClr val="4A4F6A"/>
                </a:solidFill>
                <a:latin typeface="Calibri"/>
                <a:ea typeface="Calibri"/>
                <a:cs typeface="Calibri"/>
              </a:defRPr>
            </a:defPPr>
            <a:lvl1pPr algn="r">
              <a:defRPr sz="950" b="0">
                <a:solidFill>
                  <a:srgbClr val="4A4F6A"/>
                </a:solidFill>
                <a:latin typeface="Calibri"/>
                <a:ea typeface="Calibri"/>
                <a:cs typeface="Calibri"/>
              </a:defRPr>
            </a:lvl1pPr>
            <a:lvl2pPr algn="r">
              <a:defRPr sz="950" b="0">
                <a:solidFill>
                  <a:srgbClr val="4A4F6A"/>
                </a:solidFill>
                <a:latin typeface="Calibri"/>
                <a:ea typeface="Calibri"/>
                <a:cs typeface="Calibri"/>
              </a:defRPr>
            </a:lvl2pPr>
            <a:lvl3pPr algn="r">
              <a:defRPr sz="950" b="0">
                <a:solidFill>
                  <a:srgbClr val="4A4F6A"/>
                </a:solidFill>
                <a:latin typeface="Calibri"/>
                <a:ea typeface="Calibri"/>
                <a:cs typeface="Calibri"/>
              </a:defRPr>
            </a:lvl3pPr>
            <a:lvl4pPr algn="r">
              <a:defRPr sz="950" b="0">
                <a:solidFill>
                  <a:srgbClr val="4A4F6A"/>
                </a:solidFill>
                <a:latin typeface="Calibri"/>
                <a:ea typeface="Calibri"/>
                <a:cs typeface="Calibri"/>
              </a:defRPr>
            </a:lvl4pPr>
            <a:lvl5pPr algn="r">
              <a:defRPr sz="950" b="0">
                <a:solidFill>
                  <a:srgbClr val="4A4F6A"/>
                </a:solidFill>
                <a:latin typeface="Calibri"/>
                <a:ea typeface="Calibri"/>
                <a:cs typeface="Calibri"/>
              </a:defRPr>
            </a:lvl5pPr>
            <a:lvl6pPr algn="r">
              <a:defRPr sz="950" b="0">
                <a:solidFill>
                  <a:srgbClr val="4A4F6A"/>
                </a:solidFill>
                <a:latin typeface="Calibri"/>
                <a:ea typeface="Calibri"/>
                <a:cs typeface="Calibri"/>
              </a:defRPr>
            </a:lvl6pPr>
            <a:lvl7pPr algn="r">
              <a:defRPr sz="950" b="0">
                <a:solidFill>
                  <a:srgbClr val="4A4F6A"/>
                </a:solidFill>
                <a:latin typeface="Calibri"/>
                <a:ea typeface="Calibri"/>
                <a:cs typeface="Calibri"/>
              </a:defRPr>
            </a:lvl7pPr>
            <a:lvl8pPr algn="r">
              <a:defRPr sz="950" b="0">
                <a:solidFill>
                  <a:srgbClr val="4A4F6A"/>
                </a:solidFill>
                <a:latin typeface="Calibri"/>
                <a:ea typeface="Calibri"/>
                <a:cs typeface="Calibri"/>
              </a:defRPr>
            </a:lvl8pPr>
            <a:lvl9pPr algn="r">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20</a:t>
            </a:r>
          </a:p>
        </p:txBody>
      </p:sp>
      <p:sp>
        <p:nvSpPr>
          <p:cNvPr id="5" name="Rectangle 4">
            <a:extLst>
              <a:ext uri="{FF2B5EF4-FFF2-40B4-BE49-F238E27FC236}">
                <a16:creationId xmlns:a16="http://schemas.microsoft.com/office/drawing/2014/main" id="{58DF6567-565E-456F-A315-2B965E5D7C78}"/>
              </a:ext>
            </a:extLst>
          </p:cNvPr>
          <p:cNvSpPr>
            <a:spLocks noGrp="1"/>
          </p:cNvSpPr>
          <p:nvPr/>
        </p:nvSpPr>
        <p:spPr>
          <a:xfrm>
            <a:off x="762000" y="2428875"/>
            <a:ext cx="685800" cy="685800"/>
          </a:xfrm>
          <a:prstGeom prst="rect">
            <a:avLst/>
          </a:prstGeom>
          <a:solidFill>
            <a:srgbClr val="FBE5E5"/>
          </a:solidFill>
          <a:ln w="7144">
            <a:solidFill>
              <a:srgbClr val="FFFFFF"/>
            </a:solidFill>
            <a:prstDash val="solid"/>
          </a:ln>
        </p:spPr>
        <p:txBody>
          <a:bodyPr/>
          <a:lstStyle/>
          <a:p>
            <a:pPr defTabSz="1219170"/>
            <a:endParaRPr sz="2400">
              <a:solidFill>
                <a:srgbClr val="1B1F3B"/>
              </a:solidFill>
              <a:latin typeface="Calibri"/>
            </a:endParaRPr>
          </a:p>
        </p:txBody>
      </p:sp>
      <p:sp>
        <p:nvSpPr>
          <p:cNvPr id="6" name="Rectangle 5">
            <a:extLst>
              <a:ext uri="{FF2B5EF4-FFF2-40B4-BE49-F238E27FC236}">
                <a16:creationId xmlns:a16="http://schemas.microsoft.com/office/drawing/2014/main" id="{1A016C9E-D5FA-4DF1-A5BF-563E25F5D52D}"/>
              </a:ext>
            </a:extLst>
          </p:cNvPr>
          <p:cNvSpPr>
            <a:spLocks noGrp="1"/>
          </p:cNvSpPr>
          <p:nvPr/>
        </p:nvSpPr>
        <p:spPr>
          <a:xfrm>
            <a:off x="762000" y="2428875"/>
            <a:ext cx="685800" cy="685800"/>
          </a:xfrm>
          <a:prstGeom prst="rect">
            <a:avLst/>
          </a:prstGeom>
          <a:noFill/>
          <a:ln w="0">
            <a:noFill/>
            <a:prstDash val="solid"/>
          </a:ln>
        </p:spPr>
        <p:txBody>
          <a:bodyPr wrap="square" lIns="0" tIns="0" rIns="0" bIns="0" anchor="ctr">
            <a:noAutofit/>
          </a:bodyPr>
          <a:lstStyle>
            <a:defPPr algn="ctr">
              <a:defRPr sz="1850" b="1">
                <a:solidFill>
                  <a:srgbClr val="E55B5B"/>
                </a:solidFill>
                <a:latin typeface="Calibri"/>
                <a:ea typeface="Calibri"/>
                <a:cs typeface="Calibri"/>
              </a:defRPr>
            </a:defPPr>
            <a:lvl1pPr algn="ctr">
              <a:defRPr sz="1850" b="1">
                <a:solidFill>
                  <a:srgbClr val="E55B5B"/>
                </a:solidFill>
                <a:latin typeface="Calibri"/>
                <a:ea typeface="Calibri"/>
                <a:cs typeface="Calibri"/>
              </a:defRPr>
            </a:lvl1pPr>
            <a:lvl2pPr algn="ctr">
              <a:defRPr sz="1850" b="1">
                <a:solidFill>
                  <a:srgbClr val="E55B5B"/>
                </a:solidFill>
                <a:latin typeface="Calibri"/>
                <a:ea typeface="Calibri"/>
                <a:cs typeface="Calibri"/>
              </a:defRPr>
            </a:lvl2pPr>
            <a:lvl3pPr algn="ctr">
              <a:defRPr sz="1850" b="1">
                <a:solidFill>
                  <a:srgbClr val="E55B5B"/>
                </a:solidFill>
                <a:latin typeface="Calibri"/>
                <a:ea typeface="Calibri"/>
                <a:cs typeface="Calibri"/>
              </a:defRPr>
            </a:lvl3pPr>
            <a:lvl4pPr algn="ctr">
              <a:defRPr sz="1850" b="1">
                <a:solidFill>
                  <a:srgbClr val="E55B5B"/>
                </a:solidFill>
                <a:latin typeface="Calibri"/>
                <a:ea typeface="Calibri"/>
                <a:cs typeface="Calibri"/>
              </a:defRPr>
            </a:lvl4pPr>
            <a:lvl5pPr algn="ctr">
              <a:defRPr sz="1850" b="1">
                <a:solidFill>
                  <a:srgbClr val="E55B5B"/>
                </a:solidFill>
                <a:latin typeface="Calibri"/>
                <a:ea typeface="Calibri"/>
                <a:cs typeface="Calibri"/>
              </a:defRPr>
            </a:lvl5pPr>
            <a:lvl6pPr algn="ctr">
              <a:defRPr sz="1850" b="1">
                <a:solidFill>
                  <a:srgbClr val="E55B5B"/>
                </a:solidFill>
                <a:latin typeface="Calibri"/>
                <a:ea typeface="Calibri"/>
                <a:cs typeface="Calibri"/>
              </a:defRPr>
            </a:lvl6pPr>
            <a:lvl7pPr algn="ctr">
              <a:defRPr sz="1850" b="1">
                <a:solidFill>
                  <a:srgbClr val="E55B5B"/>
                </a:solidFill>
                <a:latin typeface="Calibri"/>
                <a:ea typeface="Calibri"/>
                <a:cs typeface="Calibri"/>
              </a:defRPr>
            </a:lvl7pPr>
            <a:lvl8pPr algn="ctr">
              <a:defRPr sz="1850" b="1">
                <a:solidFill>
                  <a:srgbClr val="E55B5B"/>
                </a:solidFill>
                <a:latin typeface="Calibri"/>
                <a:ea typeface="Calibri"/>
                <a:cs typeface="Calibri"/>
              </a:defRPr>
            </a:lvl8pPr>
            <a:lvl9pPr algn="ctr">
              <a:defRPr sz="1850" b="1">
                <a:solidFill>
                  <a:srgbClr val="E55B5B"/>
                </a:solidFill>
                <a:latin typeface="Calibri"/>
                <a:ea typeface="Calibri"/>
                <a:cs typeface="Calibri"/>
              </a:defRPr>
            </a:lvl9pPr>
          </a:lstStyle>
          <a:p>
            <a:pPr defTabSz="1219170">
              <a:defRPr sz="1850" b="1">
                <a:solidFill>
                  <a:srgbClr val="E55B5B"/>
                </a:solidFill>
                <a:latin typeface="Calibri"/>
                <a:ea typeface="Calibri"/>
                <a:cs typeface="Calibri"/>
              </a:defRPr>
            </a:pPr>
            <a:r>
              <a:rPr sz="2467"/>
              <a:t>×</a:t>
            </a:r>
          </a:p>
        </p:txBody>
      </p:sp>
      <p:sp>
        <p:nvSpPr>
          <p:cNvPr id="7" name="Rectangle 6">
            <a:extLst>
              <a:ext uri="{FF2B5EF4-FFF2-40B4-BE49-F238E27FC236}">
                <a16:creationId xmlns:a16="http://schemas.microsoft.com/office/drawing/2014/main" id="{3A85FFB2-C793-4816-B323-9FBC1C301E65}"/>
              </a:ext>
            </a:extLst>
          </p:cNvPr>
          <p:cNvSpPr>
            <a:spLocks noGrp="1"/>
          </p:cNvSpPr>
          <p:nvPr/>
        </p:nvSpPr>
        <p:spPr>
          <a:xfrm>
            <a:off x="1476375" y="2428875"/>
            <a:ext cx="685800" cy="685800"/>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8" name="Rectangle 7">
            <a:extLst>
              <a:ext uri="{FF2B5EF4-FFF2-40B4-BE49-F238E27FC236}">
                <a16:creationId xmlns:a16="http://schemas.microsoft.com/office/drawing/2014/main" id="{9A3FB10A-700E-4FBC-B7C7-E7367DCCDBAC}"/>
              </a:ext>
            </a:extLst>
          </p:cNvPr>
          <p:cNvSpPr>
            <a:spLocks noGrp="1"/>
          </p:cNvSpPr>
          <p:nvPr/>
        </p:nvSpPr>
        <p:spPr>
          <a:xfrm>
            <a:off x="2190749" y="2428875"/>
            <a:ext cx="685800" cy="685800"/>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9" name="Rectangle 8">
            <a:extLst>
              <a:ext uri="{FF2B5EF4-FFF2-40B4-BE49-F238E27FC236}">
                <a16:creationId xmlns:a16="http://schemas.microsoft.com/office/drawing/2014/main" id="{200E8433-B32E-4646-9A28-677ED5380362}"/>
              </a:ext>
            </a:extLst>
          </p:cNvPr>
          <p:cNvSpPr>
            <a:spLocks noGrp="1"/>
          </p:cNvSpPr>
          <p:nvPr/>
        </p:nvSpPr>
        <p:spPr>
          <a:xfrm>
            <a:off x="762000" y="3143251"/>
            <a:ext cx="685800" cy="685800"/>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0" name="Rectangle 9">
            <a:extLst>
              <a:ext uri="{FF2B5EF4-FFF2-40B4-BE49-F238E27FC236}">
                <a16:creationId xmlns:a16="http://schemas.microsoft.com/office/drawing/2014/main" id="{E8581A16-DDF8-4641-946B-F15704CBCCE4}"/>
              </a:ext>
            </a:extLst>
          </p:cNvPr>
          <p:cNvSpPr>
            <a:spLocks noGrp="1"/>
          </p:cNvSpPr>
          <p:nvPr/>
        </p:nvSpPr>
        <p:spPr>
          <a:xfrm>
            <a:off x="1476375" y="3143251"/>
            <a:ext cx="685800" cy="685800"/>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1" name="Rectangle 10">
            <a:extLst>
              <a:ext uri="{FF2B5EF4-FFF2-40B4-BE49-F238E27FC236}">
                <a16:creationId xmlns:a16="http://schemas.microsoft.com/office/drawing/2014/main" id="{D3CCE4F5-73F1-4F34-B94E-6837EE4C7BDB}"/>
              </a:ext>
            </a:extLst>
          </p:cNvPr>
          <p:cNvSpPr>
            <a:spLocks noGrp="1"/>
          </p:cNvSpPr>
          <p:nvPr/>
        </p:nvSpPr>
        <p:spPr>
          <a:xfrm>
            <a:off x="2190749" y="3143251"/>
            <a:ext cx="685800" cy="685800"/>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2" name="Rectangle 11">
            <a:extLst>
              <a:ext uri="{FF2B5EF4-FFF2-40B4-BE49-F238E27FC236}">
                <a16:creationId xmlns:a16="http://schemas.microsoft.com/office/drawing/2014/main" id="{9BC1C2C5-68EC-470A-A7F6-2FDAECC7743F}"/>
              </a:ext>
            </a:extLst>
          </p:cNvPr>
          <p:cNvSpPr>
            <a:spLocks noGrp="1"/>
          </p:cNvSpPr>
          <p:nvPr/>
        </p:nvSpPr>
        <p:spPr>
          <a:xfrm>
            <a:off x="762000" y="3857625"/>
            <a:ext cx="685800" cy="685800"/>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3" name="Rectangle 12">
            <a:extLst>
              <a:ext uri="{FF2B5EF4-FFF2-40B4-BE49-F238E27FC236}">
                <a16:creationId xmlns:a16="http://schemas.microsoft.com/office/drawing/2014/main" id="{54525B4C-14DA-473E-A7B0-3F064385C10F}"/>
              </a:ext>
            </a:extLst>
          </p:cNvPr>
          <p:cNvSpPr>
            <a:spLocks noGrp="1"/>
          </p:cNvSpPr>
          <p:nvPr/>
        </p:nvSpPr>
        <p:spPr>
          <a:xfrm>
            <a:off x="1476375" y="3857625"/>
            <a:ext cx="685800" cy="685800"/>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4" name="Rectangle 13">
            <a:extLst>
              <a:ext uri="{FF2B5EF4-FFF2-40B4-BE49-F238E27FC236}">
                <a16:creationId xmlns:a16="http://schemas.microsoft.com/office/drawing/2014/main" id="{4B7AE413-7A52-4AE7-B137-F987A9E68CAD}"/>
              </a:ext>
            </a:extLst>
          </p:cNvPr>
          <p:cNvSpPr>
            <a:spLocks noGrp="1"/>
          </p:cNvSpPr>
          <p:nvPr/>
        </p:nvSpPr>
        <p:spPr>
          <a:xfrm>
            <a:off x="2190749" y="3857625"/>
            <a:ext cx="685800" cy="685800"/>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5" name="Oval 14">
            <a:extLst>
              <a:ext uri="{FF2B5EF4-FFF2-40B4-BE49-F238E27FC236}">
                <a16:creationId xmlns:a16="http://schemas.microsoft.com/office/drawing/2014/main" id="{95299825-7EEF-4F3D-A4BF-9549436B4966}"/>
              </a:ext>
            </a:extLst>
          </p:cNvPr>
          <p:cNvSpPr>
            <a:spLocks noGrp="1"/>
          </p:cNvSpPr>
          <p:nvPr/>
        </p:nvSpPr>
        <p:spPr>
          <a:xfrm>
            <a:off x="914400" y="2581275"/>
            <a:ext cx="381000" cy="381000"/>
          </a:xfrm>
          <a:prstGeom prst="ellipse">
            <a:avLst/>
          </a:prstGeom>
          <a:solidFill>
            <a:srgbClr val="2D3A8C"/>
          </a:solidFill>
          <a:ln w="21431">
            <a:solidFill>
              <a:srgbClr val="FFFFFF"/>
            </a:solidFill>
            <a:prstDash val="solid"/>
          </a:ln>
        </p:spPr>
        <p:txBody>
          <a:bodyPr/>
          <a:lstStyle/>
          <a:p>
            <a:pPr defTabSz="1219170"/>
            <a:endParaRPr sz="2400">
              <a:solidFill>
                <a:srgbClr val="1B1F3B"/>
              </a:solidFill>
              <a:latin typeface="Calibri"/>
            </a:endParaRPr>
          </a:p>
        </p:txBody>
      </p:sp>
      <p:sp>
        <p:nvSpPr>
          <p:cNvPr id="16" name="Rectangle 15">
            <a:extLst>
              <a:ext uri="{FF2B5EF4-FFF2-40B4-BE49-F238E27FC236}">
                <a16:creationId xmlns:a16="http://schemas.microsoft.com/office/drawing/2014/main" id="{A20891C7-866B-4F17-A3EE-56F037D875EC}"/>
              </a:ext>
            </a:extLst>
          </p:cNvPr>
          <p:cNvSpPr>
            <a:spLocks noGrp="1"/>
          </p:cNvSpPr>
          <p:nvPr/>
        </p:nvSpPr>
        <p:spPr>
          <a:xfrm>
            <a:off x="914400" y="2571749"/>
            <a:ext cx="381000" cy="381000"/>
          </a:xfrm>
          <a:prstGeom prst="rect">
            <a:avLst/>
          </a:prstGeom>
          <a:noFill/>
          <a:ln w="0">
            <a:noFill/>
            <a:prstDash val="solid"/>
          </a:ln>
        </p:spPr>
        <p:txBody>
          <a:bodyPr wrap="square" lIns="0" tIns="0" rIns="0" bIns="0" anchor="ctr">
            <a:noAutofit/>
          </a:bodyPr>
          <a:lstStyle>
            <a:defPPr algn="ctr">
              <a:defRPr sz="1300" b="1">
                <a:solidFill>
                  <a:srgbClr val="FFFFFF"/>
                </a:solidFill>
                <a:latin typeface="Calibri"/>
                <a:ea typeface="Calibri"/>
                <a:cs typeface="Calibri"/>
              </a:defRPr>
            </a:defPPr>
            <a:lvl1pPr algn="ctr">
              <a:defRPr sz="1300" b="1">
                <a:solidFill>
                  <a:srgbClr val="FFFFFF"/>
                </a:solidFill>
                <a:latin typeface="Calibri"/>
                <a:ea typeface="Calibri"/>
                <a:cs typeface="Calibri"/>
              </a:defRPr>
            </a:lvl1pPr>
            <a:lvl2pPr algn="ctr">
              <a:defRPr sz="1300" b="1">
                <a:solidFill>
                  <a:srgbClr val="FFFFFF"/>
                </a:solidFill>
                <a:latin typeface="Calibri"/>
                <a:ea typeface="Calibri"/>
                <a:cs typeface="Calibri"/>
              </a:defRPr>
            </a:lvl2pPr>
            <a:lvl3pPr algn="ctr">
              <a:defRPr sz="1300" b="1">
                <a:solidFill>
                  <a:srgbClr val="FFFFFF"/>
                </a:solidFill>
                <a:latin typeface="Calibri"/>
                <a:ea typeface="Calibri"/>
                <a:cs typeface="Calibri"/>
              </a:defRPr>
            </a:lvl3pPr>
            <a:lvl4pPr algn="ctr">
              <a:defRPr sz="1300" b="1">
                <a:solidFill>
                  <a:srgbClr val="FFFFFF"/>
                </a:solidFill>
                <a:latin typeface="Calibri"/>
                <a:ea typeface="Calibri"/>
                <a:cs typeface="Calibri"/>
              </a:defRPr>
            </a:lvl4pPr>
            <a:lvl5pPr algn="ctr">
              <a:defRPr sz="1300" b="1">
                <a:solidFill>
                  <a:srgbClr val="FFFFFF"/>
                </a:solidFill>
                <a:latin typeface="Calibri"/>
                <a:ea typeface="Calibri"/>
                <a:cs typeface="Calibri"/>
              </a:defRPr>
            </a:lvl5pPr>
            <a:lvl6pPr algn="ctr">
              <a:defRPr sz="1300" b="1">
                <a:solidFill>
                  <a:srgbClr val="FFFFFF"/>
                </a:solidFill>
                <a:latin typeface="Calibri"/>
                <a:ea typeface="Calibri"/>
                <a:cs typeface="Calibri"/>
              </a:defRPr>
            </a:lvl6pPr>
            <a:lvl7pPr algn="ctr">
              <a:defRPr sz="1300" b="1">
                <a:solidFill>
                  <a:srgbClr val="FFFFFF"/>
                </a:solidFill>
                <a:latin typeface="Calibri"/>
                <a:ea typeface="Calibri"/>
                <a:cs typeface="Calibri"/>
              </a:defRPr>
            </a:lvl7pPr>
            <a:lvl8pPr algn="ctr">
              <a:defRPr sz="1300" b="1">
                <a:solidFill>
                  <a:srgbClr val="FFFFFF"/>
                </a:solidFill>
                <a:latin typeface="Calibri"/>
                <a:ea typeface="Calibri"/>
                <a:cs typeface="Calibri"/>
              </a:defRPr>
            </a:lvl8pPr>
            <a:lvl9pPr algn="ctr">
              <a:defRPr sz="1300" b="1">
                <a:solidFill>
                  <a:srgbClr val="FFFFFF"/>
                </a:solidFill>
                <a:latin typeface="Calibri"/>
                <a:ea typeface="Calibri"/>
                <a:cs typeface="Calibri"/>
              </a:defRPr>
            </a:lvl9pPr>
          </a:lstStyle>
          <a:p>
            <a:pPr defTabSz="1219170">
              <a:defRPr sz="1300" b="1">
                <a:solidFill>
                  <a:srgbClr val="FFFFFF"/>
                </a:solidFill>
                <a:latin typeface="Calibri"/>
                <a:ea typeface="Calibri"/>
                <a:cs typeface="Calibri"/>
              </a:defRPr>
            </a:pPr>
            <a:r>
              <a:rPr sz="1733"/>
              <a:t>S</a:t>
            </a:r>
          </a:p>
        </p:txBody>
      </p:sp>
      <p:sp>
        <p:nvSpPr>
          <p:cNvPr id="17" name="Oval 16">
            <a:extLst>
              <a:ext uri="{FF2B5EF4-FFF2-40B4-BE49-F238E27FC236}">
                <a16:creationId xmlns:a16="http://schemas.microsoft.com/office/drawing/2014/main" id="{030E14FA-D361-4C7B-AE56-92DA1D847496}"/>
              </a:ext>
            </a:extLst>
          </p:cNvPr>
          <p:cNvSpPr>
            <a:spLocks noGrp="1"/>
          </p:cNvSpPr>
          <p:nvPr/>
        </p:nvSpPr>
        <p:spPr>
          <a:xfrm>
            <a:off x="2343149" y="4010025"/>
            <a:ext cx="381000" cy="381000"/>
          </a:xfrm>
          <a:prstGeom prst="ellipse">
            <a:avLst/>
          </a:prstGeom>
          <a:solidFill>
            <a:srgbClr val="1B1F3B"/>
          </a:solidFill>
          <a:ln w="21431">
            <a:solidFill>
              <a:srgbClr val="FFFFFF"/>
            </a:solidFill>
            <a:prstDash val="solid"/>
          </a:ln>
        </p:spPr>
        <p:txBody>
          <a:bodyPr/>
          <a:lstStyle/>
          <a:p>
            <a:pPr defTabSz="1219170"/>
            <a:endParaRPr sz="2400">
              <a:solidFill>
                <a:srgbClr val="1B1F3B"/>
              </a:solidFill>
              <a:latin typeface="Calibri"/>
            </a:endParaRPr>
          </a:p>
        </p:txBody>
      </p:sp>
      <p:sp>
        <p:nvSpPr>
          <p:cNvPr id="18" name="Rectangle 17">
            <a:extLst>
              <a:ext uri="{FF2B5EF4-FFF2-40B4-BE49-F238E27FC236}">
                <a16:creationId xmlns:a16="http://schemas.microsoft.com/office/drawing/2014/main" id="{1D333497-999E-4EF0-AD53-62D855C2965B}"/>
              </a:ext>
            </a:extLst>
          </p:cNvPr>
          <p:cNvSpPr>
            <a:spLocks noGrp="1"/>
          </p:cNvSpPr>
          <p:nvPr/>
        </p:nvSpPr>
        <p:spPr>
          <a:xfrm>
            <a:off x="2343149" y="4000500"/>
            <a:ext cx="381000" cy="381000"/>
          </a:xfrm>
          <a:prstGeom prst="rect">
            <a:avLst/>
          </a:prstGeom>
          <a:noFill/>
          <a:ln w="0">
            <a:noFill/>
            <a:prstDash val="solid"/>
          </a:ln>
        </p:spPr>
        <p:txBody>
          <a:bodyPr wrap="square" lIns="0" tIns="0" rIns="0" bIns="0" anchor="ctr">
            <a:noAutofit/>
          </a:bodyPr>
          <a:lstStyle>
            <a:defPPr algn="ctr">
              <a:defRPr sz="1300" b="1">
                <a:solidFill>
                  <a:srgbClr val="FFFFFF"/>
                </a:solidFill>
                <a:latin typeface="Calibri"/>
                <a:ea typeface="Calibri"/>
                <a:cs typeface="Calibri"/>
              </a:defRPr>
            </a:defPPr>
            <a:lvl1pPr algn="ctr">
              <a:defRPr sz="1300" b="1">
                <a:solidFill>
                  <a:srgbClr val="FFFFFF"/>
                </a:solidFill>
                <a:latin typeface="Calibri"/>
                <a:ea typeface="Calibri"/>
                <a:cs typeface="Calibri"/>
              </a:defRPr>
            </a:lvl1pPr>
            <a:lvl2pPr algn="ctr">
              <a:defRPr sz="1300" b="1">
                <a:solidFill>
                  <a:srgbClr val="FFFFFF"/>
                </a:solidFill>
                <a:latin typeface="Calibri"/>
                <a:ea typeface="Calibri"/>
                <a:cs typeface="Calibri"/>
              </a:defRPr>
            </a:lvl2pPr>
            <a:lvl3pPr algn="ctr">
              <a:defRPr sz="1300" b="1">
                <a:solidFill>
                  <a:srgbClr val="FFFFFF"/>
                </a:solidFill>
                <a:latin typeface="Calibri"/>
                <a:ea typeface="Calibri"/>
                <a:cs typeface="Calibri"/>
              </a:defRPr>
            </a:lvl3pPr>
            <a:lvl4pPr algn="ctr">
              <a:defRPr sz="1300" b="1">
                <a:solidFill>
                  <a:srgbClr val="FFFFFF"/>
                </a:solidFill>
                <a:latin typeface="Calibri"/>
                <a:ea typeface="Calibri"/>
                <a:cs typeface="Calibri"/>
              </a:defRPr>
            </a:lvl4pPr>
            <a:lvl5pPr algn="ctr">
              <a:defRPr sz="1300" b="1">
                <a:solidFill>
                  <a:srgbClr val="FFFFFF"/>
                </a:solidFill>
                <a:latin typeface="Calibri"/>
                <a:ea typeface="Calibri"/>
                <a:cs typeface="Calibri"/>
              </a:defRPr>
            </a:lvl5pPr>
            <a:lvl6pPr algn="ctr">
              <a:defRPr sz="1300" b="1">
                <a:solidFill>
                  <a:srgbClr val="FFFFFF"/>
                </a:solidFill>
                <a:latin typeface="Calibri"/>
                <a:ea typeface="Calibri"/>
                <a:cs typeface="Calibri"/>
              </a:defRPr>
            </a:lvl6pPr>
            <a:lvl7pPr algn="ctr">
              <a:defRPr sz="1300" b="1">
                <a:solidFill>
                  <a:srgbClr val="FFFFFF"/>
                </a:solidFill>
                <a:latin typeface="Calibri"/>
                <a:ea typeface="Calibri"/>
                <a:cs typeface="Calibri"/>
              </a:defRPr>
            </a:lvl7pPr>
            <a:lvl8pPr algn="ctr">
              <a:defRPr sz="1300" b="1">
                <a:solidFill>
                  <a:srgbClr val="FFFFFF"/>
                </a:solidFill>
                <a:latin typeface="Calibri"/>
                <a:ea typeface="Calibri"/>
                <a:cs typeface="Calibri"/>
              </a:defRPr>
            </a:lvl8pPr>
            <a:lvl9pPr algn="ctr">
              <a:defRPr sz="1300" b="1">
                <a:solidFill>
                  <a:srgbClr val="FFFFFF"/>
                </a:solidFill>
                <a:latin typeface="Calibri"/>
                <a:ea typeface="Calibri"/>
                <a:cs typeface="Calibri"/>
              </a:defRPr>
            </a:lvl9pPr>
          </a:lstStyle>
          <a:p>
            <a:pPr defTabSz="1219170">
              <a:defRPr sz="1300" b="1">
                <a:solidFill>
                  <a:srgbClr val="FFFFFF"/>
                </a:solidFill>
                <a:latin typeface="Calibri"/>
                <a:ea typeface="Calibri"/>
                <a:cs typeface="Calibri"/>
              </a:defRPr>
            </a:pPr>
            <a:r>
              <a:rPr sz="1733"/>
              <a:t>G</a:t>
            </a:r>
          </a:p>
        </p:txBody>
      </p:sp>
      <p:sp>
        <p:nvSpPr>
          <p:cNvPr id="19" name="Rectangle 18">
            <a:extLst>
              <a:ext uri="{FF2B5EF4-FFF2-40B4-BE49-F238E27FC236}">
                <a16:creationId xmlns:a16="http://schemas.microsoft.com/office/drawing/2014/main" id="{05DCC62E-D625-4DC1-A688-3F109BA6571B}"/>
              </a:ext>
            </a:extLst>
          </p:cNvPr>
          <p:cNvSpPr>
            <a:spLocks noGrp="1"/>
          </p:cNvSpPr>
          <p:nvPr/>
        </p:nvSpPr>
        <p:spPr>
          <a:xfrm>
            <a:off x="762000" y="1571626"/>
            <a:ext cx="3333749" cy="619125"/>
          </a:xfrm>
          <a:prstGeom prst="rect">
            <a:avLst/>
          </a:prstGeom>
          <a:noFill/>
          <a:ln w="0">
            <a:noFill/>
            <a:prstDash val="solid"/>
          </a:ln>
        </p:spPr>
        <p:txBody>
          <a:bodyPr wrap="square" lIns="0" tIns="0" rIns="0" bIns="0" anchor="ctr">
            <a:noAutofit/>
          </a:bodyPr>
          <a:lstStyle>
            <a:defPPr algn="l">
              <a:defRPr sz="1650" b="1">
                <a:solidFill>
                  <a:srgbClr val="E55B5B"/>
                </a:solidFill>
                <a:latin typeface="Calibri"/>
                <a:ea typeface="Calibri"/>
                <a:cs typeface="Calibri"/>
              </a:defRPr>
            </a:defPPr>
            <a:lvl1pPr algn="l">
              <a:defRPr sz="1650" b="1">
                <a:solidFill>
                  <a:srgbClr val="E55B5B"/>
                </a:solidFill>
                <a:latin typeface="Calibri"/>
                <a:ea typeface="Calibri"/>
                <a:cs typeface="Calibri"/>
              </a:defRPr>
            </a:lvl1pPr>
            <a:lvl2pPr algn="l">
              <a:defRPr sz="1650" b="1">
                <a:solidFill>
                  <a:srgbClr val="E55B5B"/>
                </a:solidFill>
                <a:latin typeface="Calibri"/>
                <a:ea typeface="Calibri"/>
                <a:cs typeface="Calibri"/>
              </a:defRPr>
            </a:lvl2pPr>
            <a:lvl3pPr algn="l">
              <a:defRPr sz="1650" b="1">
                <a:solidFill>
                  <a:srgbClr val="E55B5B"/>
                </a:solidFill>
                <a:latin typeface="Calibri"/>
                <a:ea typeface="Calibri"/>
                <a:cs typeface="Calibri"/>
              </a:defRPr>
            </a:lvl3pPr>
            <a:lvl4pPr algn="l">
              <a:defRPr sz="1650" b="1">
                <a:solidFill>
                  <a:srgbClr val="E55B5B"/>
                </a:solidFill>
                <a:latin typeface="Calibri"/>
                <a:ea typeface="Calibri"/>
                <a:cs typeface="Calibri"/>
              </a:defRPr>
            </a:lvl4pPr>
            <a:lvl5pPr algn="l">
              <a:defRPr sz="1650" b="1">
                <a:solidFill>
                  <a:srgbClr val="E55B5B"/>
                </a:solidFill>
                <a:latin typeface="Calibri"/>
                <a:ea typeface="Calibri"/>
                <a:cs typeface="Calibri"/>
              </a:defRPr>
            </a:lvl5pPr>
            <a:lvl6pPr algn="l">
              <a:defRPr sz="1650" b="1">
                <a:solidFill>
                  <a:srgbClr val="E55B5B"/>
                </a:solidFill>
                <a:latin typeface="Calibri"/>
                <a:ea typeface="Calibri"/>
                <a:cs typeface="Calibri"/>
              </a:defRPr>
            </a:lvl6pPr>
            <a:lvl7pPr algn="l">
              <a:defRPr sz="1650" b="1">
                <a:solidFill>
                  <a:srgbClr val="E55B5B"/>
                </a:solidFill>
                <a:latin typeface="Calibri"/>
                <a:ea typeface="Calibri"/>
                <a:cs typeface="Calibri"/>
              </a:defRPr>
            </a:lvl7pPr>
            <a:lvl8pPr algn="l">
              <a:defRPr sz="1650" b="1">
                <a:solidFill>
                  <a:srgbClr val="E55B5B"/>
                </a:solidFill>
                <a:latin typeface="Calibri"/>
                <a:ea typeface="Calibri"/>
                <a:cs typeface="Calibri"/>
              </a:defRPr>
            </a:lvl8pPr>
            <a:lvl9pPr algn="l">
              <a:defRPr sz="1650" b="1">
                <a:solidFill>
                  <a:srgbClr val="E55B5B"/>
                </a:solidFill>
                <a:latin typeface="Calibri"/>
                <a:ea typeface="Calibri"/>
                <a:cs typeface="Calibri"/>
              </a:defRPr>
            </a:lvl9pPr>
          </a:lstStyle>
          <a:p>
            <a:pPr defTabSz="1219170">
              <a:defRPr sz="1650" b="1">
                <a:solidFill>
                  <a:srgbClr val="E55B5B"/>
                </a:solidFill>
                <a:latin typeface="Calibri"/>
                <a:ea typeface="Calibri"/>
                <a:cs typeface="Calibri"/>
              </a:defRPr>
            </a:pPr>
            <a:r>
              <a:rPr sz="2200"/>
              <a:t>Start is blocked</a:t>
            </a:r>
          </a:p>
        </p:txBody>
      </p:sp>
      <p:sp>
        <p:nvSpPr>
          <p:cNvPr id="20" name="Rectangle 19">
            <a:extLst>
              <a:ext uri="{FF2B5EF4-FFF2-40B4-BE49-F238E27FC236}">
                <a16:creationId xmlns:a16="http://schemas.microsoft.com/office/drawing/2014/main" id="{1F685099-5A71-42F0-8D3C-9554D2A1519E}"/>
              </a:ext>
            </a:extLst>
          </p:cNvPr>
          <p:cNvSpPr>
            <a:spLocks noGrp="1"/>
          </p:cNvSpPr>
          <p:nvPr/>
        </p:nvSpPr>
        <p:spPr>
          <a:xfrm>
            <a:off x="4667251" y="2428875"/>
            <a:ext cx="685800" cy="685800"/>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1" name="Rectangle 20">
            <a:extLst>
              <a:ext uri="{FF2B5EF4-FFF2-40B4-BE49-F238E27FC236}">
                <a16:creationId xmlns:a16="http://schemas.microsoft.com/office/drawing/2014/main" id="{AA5F78A4-0711-4A62-A9F6-02866B58EEC0}"/>
              </a:ext>
            </a:extLst>
          </p:cNvPr>
          <p:cNvSpPr>
            <a:spLocks noGrp="1"/>
          </p:cNvSpPr>
          <p:nvPr/>
        </p:nvSpPr>
        <p:spPr>
          <a:xfrm>
            <a:off x="5381625" y="2428875"/>
            <a:ext cx="685800" cy="685800"/>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2" name="Rectangle 21">
            <a:extLst>
              <a:ext uri="{FF2B5EF4-FFF2-40B4-BE49-F238E27FC236}">
                <a16:creationId xmlns:a16="http://schemas.microsoft.com/office/drawing/2014/main" id="{2E5810BB-AA68-456D-8FB2-267D06950960}"/>
              </a:ext>
            </a:extLst>
          </p:cNvPr>
          <p:cNvSpPr>
            <a:spLocks noGrp="1"/>
          </p:cNvSpPr>
          <p:nvPr/>
        </p:nvSpPr>
        <p:spPr>
          <a:xfrm>
            <a:off x="6096000" y="2428875"/>
            <a:ext cx="685800" cy="685800"/>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3" name="Rectangle 22">
            <a:extLst>
              <a:ext uri="{FF2B5EF4-FFF2-40B4-BE49-F238E27FC236}">
                <a16:creationId xmlns:a16="http://schemas.microsoft.com/office/drawing/2014/main" id="{FDB705CE-AA07-4761-9FA8-CBBE3FF3EE27}"/>
              </a:ext>
            </a:extLst>
          </p:cNvPr>
          <p:cNvSpPr>
            <a:spLocks noGrp="1"/>
          </p:cNvSpPr>
          <p:nvPr/>
        </p:nvSpPr>
        <p:spPr>
          <a:xfrm>
            <a:off x="4667251" y="3143251"/>
            <a:ext cx="685800" cy="685800"/>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4" name="Rectangle 23">
            <a:extLst>
              <a:ext uri="{FF2B5EF4-FFF2-40B4-BE49-F238E27FC236}">
                <a16:creationId xmlns:a16="http://schemas.microsoft.com/office/drawing/2014/main" id="{3BDDFCC9-1C78-4087-8618-2A0C11B4BD0A}"/>
              </a:ext>
            </a:extLst>
          </p:cNvPr>
          <p:cNvSpPr>
            <a:spLocks noGrp="1"/>
          </p:cNvSpPr>
          <p:nvPr/>
        </p:nvSpPr>
        <p:spPr>
          <a:xfrm>
            <a:off x="5381625" y="3143251"/>
            <a:ext cx="685800" cy="685800"/>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5" name="Rectangle 24">
            <a:extLst>
              <a:ext uri="{FF2B5EF4-FFF2-40B4-BE49-F238E27FC236}">
                <a16:creationId xmlns:a16="http://schemas.microsoft.com/office/drawing/2014/main" id="{50D11FCC-2A9A-43A2-ACE4-646881068281}"/>
              </a:ext>
            </a:extLst>
          </p:cNvPr>
          <p:cNvSpPr>
            <a:spLocks noGrp="1"/>
          </p:cNvSpPr>
          <p:nvPr/>
        </p:nvSpPr>
        <p:spPr>
          <a:xfrm>
            <a:off x="6096000" y="3143251"/>
            <a:ext cx="685800" cy="685800"/>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6" name="Rectangle 25">
            <a:extLst>
              <a:ext uri="{FF2B5EF4-FFF2-40B4-BE49-F238E27FC236}">
                <a16:creationId xmlns:a16="http://schemas.microsoft.com/office/drawing/2014/main" id="{F113D098-0CA0-4788-9DE1-7FEABA7AEF14}"/>
              </a:ext>
            </a:extLst>
          </p:cNvPr>
          <p:cNvSpPr>
            <a:spLocks noGrp="1"/>
          </p:cNvSpPr>
          <p:nvPr/>
        </p:nvSpPr>
        <p:spPr>
          <a:xfrm>
            <a:off x="4667251" y="3857625"/>
            <a:ext cx="685800" cy="685800"/>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7" name="Rectangle 26">
            <a:extLst>
              <a:ext uri="{FF2B5EF4-FFF2-40B4-BE49-F238E27FC236}">
                <a16:creationId xmlns:a16="http://schemas.microsoft.com/office/drawing/2014/main" id="{D9DCABBC-932B-4C8A-9B1C-3014989541B9}"/>
              </a:ext>
            </a:extLst>
          </p:cNvPr>
          <p:cNvSpPr>
            <a:spLocks noGrp="1"/>
          </p:cNvSpPr>
          <p:nvPr/>
        </p:nvSpPr>
        <p:spPr>
          <a:xfrm>
            <a:off x="5381625" y="3857625"/>
            <a:ext cx="685800" cy="685800"/>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8" name="Rectangle 27">
            <a:extLst>
              <a:ext uri="{FF2B5EF4-FFF2-40B4-BE49-F238E27FC236}">
                <a16:creationId xmlns:a16="http://schemas.microsoft.com/office/drawing/2014/main" id="{2AC16A24-828A-40F0-9BFF-6D51F1F5F204}"/>
              </a:ext>
            </a:extLst>
          </p:cNvPr>
          <p:cNvSpPr>
            <a:spLocks noGrp="1"/>
          </p:cNvSpPr>
          <p:nvPr/>
        </p:nvSpPr>
        <p:spPr>
          <a:xfrm>
            <a:off x="6096000" y="3857625"/>
            <a:ext cx="685800" cy="685800"/>
          </a:xfrm>
          <a:prstGeom prst="rect">
            <a:avLst/>
          </a:prstGeom>
          <a:solidFill>
            <a:srgbClr val="FBE5E5"/>
          </a:solidFill>
          <a:ln w="7144">
            <a:solidFill>
              <a:srgbClr val="FFFFFF"/>
            </a:solidFill>
            <a:prstDash val="solid"/>
          </a:ln>
        </p:spPr>
        <p:txBody>
          <a:bodyPr/>
          <a:lstStyle/>
          <a:p>
            <a:pPr defTabSz="1219170"/>
            <a:endParaRPr sz="2400">
              <a:solidFill>
                <a:srgbClr val="1B1F3B"/>
              </a:solidFill>
              <a:latin typeface="Calibri"/>
            </a:endParaRPr>
          </a:p>
        </p:txBody>
      </p:sp>
      <p:sp>
        <p:nvSpPr>
          <p:cNvPr id="29" name="Rectangle 28">
            <a:extLst>
              <a:ext uri="{FF2B5EF4-FFF2-40B4-BE49-F238E27FC236}">
                <a16:creationId xmlns:a16="http://schemas.microsoft.com/office/drawing/2014/main" id="{31B2D47C-129A-4F23-A878-18086DF7E650}"/>
              </a:ext>
            </a:extLst>
          </p:cNvPr>
          <p:cNvSpPr>
            <a:spLocks noGrp="1"/>
          </p:cNvSpPr>
          <p:nvPr/>
        </p:nvSpPr>
        <p:spPr>
          <a:xfrm>
            <a:off x="6096000" y="3857625"/>
            <a:ext cx="685800" cy="685800"/>
          </a:xfrm>
          <a:prstGeom prst="rect">
            <a:avLst/>
          </a:prstGeom>
          <a:noFill/>
          <a:ln w="0">
            <a:noFill/>
            <a:prstDash val="solid"/>
          </a:ln>
        </p:spPr>
        <p:txBody>
          <a:bodyPr wrap="square" lIns="0" tIns="0" rIns="0" bIns="0" anchor="ctr">
            <a:noAutofit/>
          </a:bodyPr>
          <a:lstStyle>
            <a:defPPr algn="ctr">
              <a:defRPr sz="1850" b="1">
                <a:solidFill>
                  <a:srgbClr val="E55B5B"/>
                </a:solidFill>
                <a:latin typeface="Calibri"/>
                <a:ea typeface="Calibri"/>
                <a:cs typeface="Calibri"/>
              </a:defRPr>
            </a:defPPr>
            <a:lvl1pPr algn="ctr">
              <a:defRPr sz="1850" b="1">
                <a:solidFill>
                  <a:srgbClr val="E55B5B"/>
                </a:solidFill>
                <a:latin typeface="Calibri"/>
                <a:ea typeface="Calibri"/>
                <a:cs typeface="Calibri"/>
              </a:defRPr>
            </a:lvl1pPr>
            <a:lvl2pPr algn="ctr">
              <a:defRPr sz="1850" b="1">
                <a:solidFill>
                  <a:srgbClr val="E55B5B"/>
                </a:solidFill>
                <a:latin typeface="Calibri"/>
                <a:ea typeface="Calibri"/>
                <a:cs typeface="Calibri"/>
              </a:defRPr>
            </a:lvl2pPr>
            <a:lvl3pPr algn="ctr">
              <a:defRPr sz="1850" b="1">
                <a:solidFill>
                  <a:srgbClr val="E55B5B"/>
                </a:solidFill>
                <a:latin typeface="Calibri"/>
                <a:ea typeface="Calibri"/>
                <a:cs typeface="Calibri"/>
              </a:defRPr>
            </a:lvl3pPr>
            <a:lvl4pPr algn="ctr">
              <a:defRPr sz="1850" b="1">
                <a:solidFill>
                  <a:srgbClr val="E55B5B"/>
                </a:solidFill>
                <a:latin typeface="Calibri"/>
                <a:ea typeface="Calibri"/>
                <a:cs typeface="Calibri"/>
              </a:defRPr>
            </a:lvl4pPr>
            <a:lvl5pPr algn="ctr">
              <a:defRPr sz="1850" b="1">
                <a:solidFill>
                  <a:srgbClr val="E55B5B"/>
                </a:solidFill>
                <a:latin typeface="Calibri"/>
                <a:ea typeface="Calibri"/>
                <a:cs typeface="Calibri"/>
              </a:defRPr>
            </a:lvl5pPr>
            <a:lvl6pPr algn="ctr">
              <a:defRPr sz="1850" b="1">
                <a:solidFill>
                  <a:srgbClr val="E55B5B"/>
                </a:solidFill>
                <a:latin typeface="Calibri"/>
                <a:ea typeface="Calibri"/>
                <a:cs typeface="Calibri"/>
              </a:defRPr>
            </a:lvl6pPr>
            <a:lvl7pPr algn="ctr">
              <a:defRPr sz="1850" b="1">
                <a:solidFill>
                  <a:srgbClr val="E55B5B"/>
                </a:solidFill>
                <a:latin typeface="Calibri"/>
                <a:ea typeface="Calibri"/>
                <a:cs typeface="Calibri"/>
              </a:defRPr>
            </a:lvl7pPr>
            <a:lvl8pPr algn="ctr">
              <a:defRPr sz="1850" b="1">
                <a:solidFill>
                  <a:srgbClr val="E55B5B"/>
                </a:solidFill>
                <a:latin typeface="Calibri"/>
                <a:ea typeface="Calibri"/>
                <a:cs typeface="Calibri"/>
              </a:defRPr>
            </a:lvl8pPr>
            <a:lvl9pPr algn="ctr">
              <a:defRPr sz="1850" b="1">
                <a:solidFill>
                  <a:srgbClr val="E55B5B"/>
                </a:solidFill>
                <a:latin typeface="Calibri"/>
                <a:ea typeface="Calibri"/>
                <a:cs typeface="Calibri"/>
              </a:defRPr>
            </a:lvl9pPr>
          </a:lstStyle>
          <a:p>
            <a:pPr defTabSz="1219170">
              <a:defRPr sz="1850" b="1">
                <a:solidFill>
                  <a:srgbClr val="E55B5B"/>
                </a:solidFill>
                <a:latin typeface="Calibri"/>
                <a:ea typeface="Calibri"/>
                <a:cs typeface="Calibri"/>
              </a:defRPr>
            </a:pPr>
            <a:r>
              <a:rPr sz="2467"/>
              <a:t>×</a:t>
            </a:r>
          </a:p>
        </p:txBody>
      </p:sp>
      <p:sp>
        <p:nvSpPr>
          <p:cNvPr id="30" name="Oval 29">
            <a:extLst>
              <a:ext uri="{FF2B5EF4-FFF2-40B4-BE49-F238E27FC236}">
                <a16:creationId xmlns:a16="http://schemas.microsoft.com/office/drawing/2014/main" id="{E2326940-02BA-4577-940C-10BEBCB28BC1}"/>
              </a:ext>
            </a:extLst>
          </p:cNvPr>
          <p:cNvSpPr>
            <a:spLocks noGrp="1"/>
          </p:cNvSpPr>
          <p:nvPr/>
        </p:nvSpPr>
        <p:spPr>
          <a:xfrm>
            <a:off x="4819651" y="2581275"/>
            <a:ext cx="381000" cy="381000"/>
          </a:xfrm>
          <a:prstGeom prst="ellipse">
            <a:avLst/>
          </a:prstGeom>
          <a:solidFill>
            <a:srgbClr val="2D3A8C"/>
          </a:solidFill>
          <a:ln w="21431">
            <a:solidFill>
              <a:srgbClr val="FFFFFF"/>
            </a:solidFill>
            <a:prstDash val="solid"/>
          </a:ln>
        </p:spPr>
        <p:txBody>
          <a:bodyPr/>
          <a:lstStyle/>
          <a:p>
            <a:pPr defTabSz="1219170"/>
            <a:endParaRPr sz="2400">
              <a:solidFill>
                <a:srgbClr val="1B1F3B"/>
              </a:solidFill>
              <a:latin typeface="Calibri"/>
            </a:endParaRPr>
          </a:p>
        </p:txBody>
      </p:sp>
      <p:sp>
        <p:nvSpPr>
          <p:cNvPr id="31" name="Rectangle 30">
            <a:extLst>
              <a:ext uri="{FF2B5EF4-FFF2-40B4-BE49-F238E27FC236}">
                <a16:creationId xmlns:a16="http://schemas.microsoft.com/office/drawing/2014/main" id="{C5B6CA09-3DC5-448A-B0E4-0B4882A67535}"/>
              </a:ext>
            </a:extLst>
          </p:cNvPr>
          <p:cNvSpPr>
            <a:spLocks noGrp="1"/>
          </p:cNvSpPr>
          <p:nvPr/>
        </p:nvSpPr>
        <p:spPr>
          <a:xfrm>
            <a:off x="4819651" y="2571749"/>
            <a:ext cx="381000" cy="381000"/>
          </a:xfrm>
          <a:prstGeom prst="rect">
            <a:avLst/>
          </a:prstGeom>
          <a:noFill/>
          <a:ln w="0">
            <a:noFill/>
            <a:prstDash val="solid"/>
          </a:ln>
        </p:spPr>
        <p:txBody>
          <a:bodyPr wrap="square" lIns="0" tIns="0" rIns="0" bIns="0" anchor="ctr">
            <a:noAutofit/>
          </a:bodyPr>
          <a:lstStyle>
            <a:defPPr algn="ctr">
              <a:defRPr sz="1300" b="1">
                <a:solidFill>
                  <a:srgbClr val="FFFFFF"/>
                </a:solidFill>
                <a:latin typeface="Calibri"/>
                <a:ea typeface="Calibri"/>
                <a:cs typeface="Calibri"/>
              </a:defRPr>
            </a:defPPr>
            <a:lvl1pPr algn="ctr">
              <a:defRPr sz="1300" b="1">
                <a:solidFill>
                  <a:srgbClr val="FFFFFF"/>
                </a:solidFill>
                <a:latin typeface="Calibri"/>
                <a:ea typeface="Calibri"/>
                <a:cs typeface="Calibri"/>
              </a:defRPr>
            </a:lvl1pPr>
            <a:lvl2pPr algn="ctr">
              <a:defRPr sz="1300" b="1">
                <a:solidFill>
                  <a:srgbClr val="FFFFFF"/>
                </a:solidFill>
                <a:latin typeface="Calibri"/>
                <a:ea typeface="Calibri"/>
                <a:cs typeface="Calibri"/>
              </a:defRPr>
            </a:lvl2pPr>
            <a:lvl3pPr algn="ctr">
              <a:defRPr sz="1300" b="1">
                <a:solidFill>
                  <a:srgbClr val="FFFFFF"/>
                </a:solidFill>
                <a:latin typeface="Calibri"/>
                <a:ea typeface="Calibri"/>
                <a:cs typeface="Calibri"/>
              </a:defRPr>
            </a:lvl3pPr>
            <a:lvl4pPr algn="ctr">
              <a:defRPr sz="1300" b="1">
                <a:solidFill>
                  <a:srgbClr val="FFFFFF"/>
                </a:solidFill>
                <a:latin typeface="Calibri"/>
                <a:ea typeface="Calibri"/>
                <a:cs typeface="Calibri"/>
              </a:defRPr>
            </a:lvl4pPr>
            <a:lvl5pPr algn="ctr">
              <a:defRPr sz="1300" b="1">
                <a:solidFill>
                  <a:srgbClr val="FFFFFF"/>
                </a:solidFill>
                <a:latin typeface="Calibri"/>
                <a:ea typeface="Calibri"/>
                <a:cs typeface="Calibri"/>
              </a:defRPr>
            </a:lvl5pPr>
            <a:lvl6pPr algn="ctr">
              <a:defRPr sz="1300" b="1">
                <a:solidFill>
                  <a:srgbClr val="FFFFFF"/>
                </a:solidFill>
                <a:latin typeface="Calibri"/>
                <a:ea typeface="Calibri"/>
                <a:cs typeface="Calibri"/>
              </a:defRPr>
            </a:lvl6pPr>
            <a:lvl7pPr algn="ctr">
              <a:defRPr sz="1300" b="1">
                <a:solidFill>
                  <a:srgbClr val="FFFFFF"/>
                </a:solidFill>
                <a:latin typeface="Calibri"/>
                <a:ea typeface="Calibri"/>
                <a:cs typeface="Calibri"/>
              </a:defRPr>
            </a:lvl7pPr>
            <a:lvl8pPr algn="ctr">
              <a:defRPr sz="1300" b="1">
                <a:solidFill>
                  <a:srgbClr val="FFFFFF"/>
                </a:solidFill>
                <a:latin typeface="Calibri"/>
                <a:ea typeface="Calibri"/>
                <a:cs typeface="Calibri"/>
              </a:defRPr>
            </a:lvl8pPr>
            <a:lvl9pPr algn="ctr">
              <a:defRPr sz="1300" b="1">
                <a:solidFill>
                  <a:srgbClr val="FFFFFF"/>
                </a:solidFill>
                <a:latin typeface="Calibri"/>
                <a:ea typeface="Calibri"/>
                <a:cs typeface="Calibri"/>
              </a:defRPr>
            </a:lvl9pPr>
          </a:lstStyle>
          <a:p>
            <a:pPr defTabSz="1219170">
              <a:defRPr sz="1300" b="1">
                <a:solidFill>
                  <a:srgbClr val="FFFFFF"/>
                </a:solidFill>
                <a:latin typeface="Calibri"/>
                <a:ea typeface="Calibri"/>
                <a:cs typeface="Calibri"/>
              </a:defRPr>
            </a:pPr>
            <a:r>
              <a:rPr sz="1733"/>
              <a:t>S</a:t>
            </a:r>
          </a:p>
        </p:txBody>
      </p:sp>
      <p:sp>
        <p:nvSpPr>
          <p:cNvPr id="32" name="Oval 31">
            <a:extLst>
              <a:ext uri="{FF2B5EF4-FFF2-40B4-BE49-F238E27FC236}">
                <a16:creationId xmlns:a16="http://schemas.microsoft.com/office/drawing/2014/main" id="{913A6758-C849-4AC0-9C60-A2817671E618}"/>
              </a:ext>
            </a:extLst>
          </p:cNvPr>
          <p:cNvSpPr>
            <a:spLocks noGrp="1"/>
          </p:cNvSpPr>
          <p:nvPr/>
        </p:nvSpPr>
        <p:spPr>
          <a:xfrm>
            <a:off x="6248400" y="4010025"/>
            <a:ext cx="381000" cy="381000"/>
          </a:xfrm>
          <a:prstGeom prst="ellipse">
            <a:avLst/>
          </a:prstGeom>
          <a:solidFill>
            <a:srgbClr val="1B1F3B"/>
          </a:solidFill>
          <a:ln w="21431">
            <a:solidFill>
              <a:srgbClr val="FFFFFF"/>
            </a:solidFill>
            <a:prstDash val="solid"/>
          </a:ln>
        </p:spPr>
        <p:txBody>
          <a:bodyPr/>
          <a:lstStyle/>
          <a:p>
            <a:pPr defTabSz="1219170"/>
            <a:endParaRPr sz="2400">
              <a:solidFill>
                <a:srgbClr val="1B1F3B"/>
              </a:solidFill>
              <a:latin typeface="Calibri"/>
            </a:endParaRPr>
          </a:p>
        </p:txBody>
      </p:sp>
      <p:sp>
        <p:nvSpPr>
          <p:cNvPr id="33" name="Rectangle 32">
            <a:extLst>
              <a:ext uri="{FF2B5EF4-FFF2-40B4-BE49-F238E27FC236}">
                <a16:creationId xmlns:a16="http://schemas.microsoft.com/office/drawing/2014/main" id="{0937EF27-03B7-4894-9635-D3020274A929}"/>
              </a:ext>
            </a:extLst>
          </p:cNvPr>
          <p:cNvSpPr>
            <a:spLocks noGrp="1"/>
          </p:cNvSpPr>
          <p:nvPr/>
        </p:nvSpPr>
        <p:spPr>
          <a:xfrm>
            <a:off x="6248400" y="4000500"/>
            <a:ext cx="381000" cy="381000"/>
          </a:xfrm>
          <a:prstGeom prst="rect">
            <a:avLst/>
          </a:prstGeom>
          <a:noFill/>
          <a:ln w="0">
            <a:noFill/>
            <a:prstDash val="solid"/>
          </a:ln>
        </p:spPr>
        <p:txBody>
          <a:bodyPr wrap="square" lIns="0" tIns="0" rIns="0" bIns="0" anchor="ctr">
            <a:noAutofit/>
          </a:bodyPr>
          <a:lstStyle>
            <a:defPPr algn="ctr">
              <a:defRPr sz="1300" b="1">
                <a:solidFill>
                  <a:srgbClr val="FFFFFF"/>
                </a:solidFill>
                <a:latin typeface="Calibri"/>
                <a:ea typeface="Calibri"/>
                <a:cs typeface="Calibri"/>
              </a:defRPr>
            </a:defPPr>
            <a:lvl1pPr algn="ctr">
              <a:defRPr sz="1300" b="1">
                <a:solidFill>
                  <a:srgbClr val="FFFFFF"/>
                </a:solidFill>
                <a:latin typeface="Calibri"/>
                <a:ea typeface="Calibri"/>
                <a:cs typeface="Calibri"/>
              </a:defRPr>
            </a:lvl1pPr>
            <a:lvl2pPr algn="ctr">
              <a:defRPr sz="1300" b="1">
                <a:solidFill>
                  <a:srgbClr val="FFFFFF"/>
                </a:solidFill>
                <a:latin typeface="Calibri"/>
                <a:ea typeface="Calibri"/>
                <a:cs typeface="Calibri"/>
              </a:defRPr>
            </a:lvl2pPr>
            <a:lvl3pPr algn="ctr">
              <a:defRPr sz="1300" b="1">
                <a:solidFill>
                  <a:srgbClr val="FFFFFF"/>
                </a:solidFill>
                <a:latin typeface="Calibri"/>
                <a:ea typeface="Calibri"/>
                <a:cs typeface="Calibri"/>
              </a:defRPr>
            </a:lvl3pPr>
            <a:lvl4pPr algn="ctr">
              <a:defRPr sz="1300" b="1">
                <a:solidFill>
                  <a:srgbClr val="FFFFFF"/>
                </a:solidFill>
                <a:latin typeface="Calibri"/>
                <a:ea typeface="Calibri"/>
                <a:cs typeface="Calibri"/>
              </a:defRPr>
            </a:lvl4pPr>
            <a:lvl5pPr algn="ctr">
              <a:defRPr sz="1300" b="1">
                <a:solidFill>
                  <a:srgbClr val="FFFFFF"/>
                </a:solidFill>
                <a:latin typeface="Calibri"/>
                <a:ea typeface="Calibri"/>
                <a:cs typeface="Calibri"/>
              </a:defRPr>
            </a:lvl5pPr>
            <a:lvl6pPr algn="ctr">
              <a:defRPr sz="1300" b="1">
                <a:solidFill>
                  <a:srgbClr val="FFFFFF"/>
                </a:solidFill>
                <a:latin typeface="Calibri"/>
                <a:ea typeface="Calibri"/>
                <a:cs typeface="Calibri"/>
              </a:defRPr>
            </a:lvl6pPr>
            <a:lvl7pPr algn="ctr">
              <a:defRPr sz="1300" b="1">
                <a:solidFill>
                  <a:srgbClr val="FFFFFF"/>
                </a:solidFill>
                <a:latin typeface="Calibri"/>
                <a:ea typeface="Calibri"/>
                <a:cs typeface="Calibri"/>
              </a:defRPr>
            </a:lvl7pPr>
            <a:lvl8pPr algn="ctr">
              <a:defRPr sz="1300" b="1">
                <a:solidFill>
                  <a:srgbClr val="FFFFFF"/>
                </a:solidFill>
                <a:latin typeface="Calibri"/>
                <a:ea typeface="Calibri"/>
                <a:cs typeface="Calibri"/>
              </a:defRPr>
            </a:lvl8pPr>
            <a:lvl9pPr algn="ctr">
              <a:defRPr sz="1300" b="1">
                <a:solidFill>
                  <a:srgbClr val="FFFFFF"/>
                </a:solidFill>
                <a:latin typeface="Calibri"/>
                <a:ea typeface="Calibri"/>
                <a:cs typeface="Calibri"/>
              </a:defRPr>
            </a:lvl9pPr>
          </a:lstStyle>
          <a:p>
            <a:pPr defTabSz="1219170">
              <a:defRPr sz="1300" b="1">
                <a:solidFill>
                  <a:srgbClr val="FFFFFF"/>
                </a:solidFill>
                <a:latin typeface="Calibri"/>
                <a:ea typeface="Calibri"/>
                <a:cs typeface="Calibri"/>
              </a:defRPr>
            </a:pPr>
            <a:r>
              <a:rPr sz="1733"/>
              <a:t>G</a:t>
            </a:r>
          </a:p>
        </p:txBody>
      </p:sp>
      <p:sp>
        <p:nvSpPr>
          <p:cNvPr id="34" name="Rectangle 33">
            <a:extLst>
              <a:ext uri="{FF2B5EF4-FFF2-40B4-BE49-F238E27FC236}">
                <a16:creationId xmlns:a16="http://schemas.microsoft.com/office/drawing/2014/main" id="{0527F142-3DD5-4944-A2E8-70EC7407C429}"/>
              </a:ext>
            </a:extLst>
          </p:cNvPr>
          <p:cNvSpPr>
            <a:spLocks noGrp="1"/>
          </p:cNvSpPr>
          <p:nvPr/>
        </p:nvSpPr>
        <p:spPr>
          <a:xfrm>
            <a:off x="4667251" y="1571626"/>
            <a:ext cx="3333749" cy="619125"/>
          </a:xfrm>
          <a:prstGeom prst="rect">
            <a:avLst/>
          </a:prstGeom>
          <a:noFill/>
          <a:ln w="0">
            <a:noFill/>
            <a:prstDash val="solid"/>
          </a:ln>
        </p:spPr>
        <p:txBody>
          <a:bodyPr wrap="square" lIns="0" tIns="0" rIns="0" bIns="0" anchor="ctr">
            <a:noAutofit/>
          </a:bodyPr>
          <a:lstStyle>
            <a:defPPr algn="l">
              <a:defRPr sz="1650" b="1">
                <a:solidFill>
                  <a:srgbClr val="E55B5B"/>
                </a:solidFill>
                <a:latin typeface="Calibri"/>
                <a:ea typeface="Calibri"/>
                <a:cs typeface="Calibri"/>
              </a:defRPr>
            </a:defPPr>
            <a:lvl1pPr algn="l">
              <a:defRPr sz="1650" b="1">
                <a:solidFill>
                  <a:srgbClr val="E55B5B"/>
                </a:solidFill>
                <a:latin typeface="Calibri"/>
                <a:ea typeface="Calibri"/>
                <a:cs typeface="Calibri"/>
              </a:defRPr>
            </a:lvl1pPr>
            <a:lvl2pPr algn="l">
              <a:defRPr sz="1650" b="1">
                <a:solidFill>
                  <a:srgbClr val="E55B5B"/>
                </a:solidFill>
                <a:latin typeface="Calibri"/>
                <a:ea typeface="Calibri"/>
                <a:cs typeface="Calibri"/>
              </a:defRPr>
            </a:lvl2pPr>
            <a:lvl3pPr algn="l">
              <a:defRPr sz="1650" b="1">
                <a:solidFill>
                  <a:srgbClr val="E55B5B"/>
                </a:solidFill>
                <a:latin typeface="Calibri"/>
                <a:ea typeface="Calibri"/>
                <a:cs typeface="Calibri"/>
              </a:defRPr>
            </a:lvl3pPr>
            <a:lvl4pPr algn="l">
              <a:defRPr sz="1650" b="1">
                <a:solidFill>
                  <a:srgbClr val="E55B5B"/>
                </a:solidFill>
                <a:latin typeface="Calibri"/>
                <a:ea typeface="Calibri"/>
                <a:cs typeface="Calibri"/>
              </a:defRPr>
            </a:lvl4pPr>
            <a:lvl5pPr algn="l">
              <a:defRPr sz="1650" b="1">
                <a:solidFill>
                  <a:srgbClr val="E55B5B"/>
                </a:solidFill>
                <a:latin typeface="Calibri"/>
                <a:ea typeface="Calibri"/>
                <a:cs typeface="Calibri"/>
              </a:defRPr>
            </a:lvl5pPr>
            <a:lvl6pPr algn="l">
              <a:defRPr sz="1650" b="1">
                <a:solidFill>
                  <a:srgbClr val="E55B5B"/>
                </a:solidFill>
                <a:latin typeface="Calibri"/>
                <a:ea typeface="Calibri"/>
                <a:cs typeface="Calibri"/>
              </a:defRPr>
            </a:lvl6pPr>
            <a:lvl7pPr algn="l">
              <a:defRPr sz="1650" b="1">
                <a:solidFill>
                  <a:srgbClr val="E55B5B"/>
                </a:solidFill>
                <a:latin typeface="Calibri"/>
                <a:ea typeface="Calibri"/>
                <a:cs typeface="Calibri"/>
              </a:defRPr>
            </a:lvl7pPr>
            <a:lvl8pPr algn="l">
              <a:defRPr sz="1650" b="1">
                <a:solidFill>
                  <a:srgbClr val="E55B5B"/>
                </a:solidFill>
                <a:latin typeface="Calibri"/>
                <a:ea typeface="Calibri"/>
                <a:cs typeface="Calibri"/>
              </a:defRPr>
            </a:lvl8pPr>
            <a:lvl9pPr algn="l">
              <a:defRPr sz="1650" b="1">
                <a:solidFill>
                  <a:srgbClr val="E55B5B"/>
                </a:solidFill>
                <a:latin typeface="Calibri"/>
                <a:ea typeface="Calibri"/>
                <a:cs typeface="Calibri"/>
              </a:defRPr>
            </a:lvl9pPr>
          </a:lstStyle>
          <a:p>
            <a:pPr defTabSz="1219170">
              <a:defRPr sz="1650" b="1">
                <a:solidFill>
                  <a:srgbClr val="E55B5B"/>
                </a:solidFill>
                <a:latin typeface="Calibri"/>
                <a:ea typeface="Calibri"/>
                <a:cs typeface="Calibri"/>
              </a:defRPr>
            </a:pPr>
            <a:r>
              <a:rPr sz="2200"/>
              <a:t>Goal is blocked</a:t>
            </a:r>
          </a:p>
        </p:txBody>
      </p:sp>
      <p:sp>
        <p:nvSpPr>
          <p:cNvPr id="35" name="Rectangle 34">
            <a:extLst>
              <a:ext uri="{FF2B5EF4-FFF2-40B4-BE49-F238E27FC236}">
                <a16:creationId xmlns:a16="http://schemas.microsoft.com/office/drawing/2014/main" id="{CFF6F5FC-F0DE-4408-A650-83A977A39AE3}"/>
              </a:ext>
            </a:extLst>
          </p:cNvPr>
          <p:cNvSpPr>
            <a:spLocks noGrp="1"/>
          </p:cNvSpPr>
          <p:nvPr/>
        </p:nvSpPr>
        <p:spPr>
          <a:xfrm>
            <a:off x="8572500" y="2428875"/>
            <a:ext cx="685800" cy="685800"/>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36" name="Rectangle 35">
            <a:extLst>
              <a:ext uri="{FF2B5EF4-FFF2-40B4-BE49-F238E27FC236}">
                <a16:creationId xmlns:a16="http://schemas.microsoft.com/office/drawing/2014/main" id="{BAFBA1C6-C802-4D64-9E3A-7AAF515B25E6}"/>
              </a:ext>
            </a:extLst>
          </p:cNvPr>
          <p:cNvSpPr>
            <a:spLocks noGrp="1"/>
          </p:cNvSpPr>
          <p:nvPr/>
        </p:nvSpPr>
        <p:spPr>
          <a:xfrm>
            <a:off x="9286875" y="2428875"/>
            <a:ext cx="685800" cy="685800"/>
          </a:xfrm>
          <a:prstGeom prst="rect">
            <a:avLst/>
          </a:prstGeom>
          <a:solidFill>
            <a:srgbClr val="FBE5E5"/>
          </a:solidFill>
          <a:ln w="7144">
            <a:solidFill>
              <a:srgbClr val="FFFFFF"/>
            </a:solidFill>
            <a:prstDash val="solid"/>
          </a:ln>
        </p:spPr>
        <p:txBody>
          <a:bodyPr/>
          <a:lstStyle/>
          <a:p>
            <a:pPr defTabSz="1219170"/>
            <a:endParaRPr sz="2400">
              <a:solidFill>
                <a:srgbClr val="1B1F3B"/>
              </a:solidFill>
              <a:latin typeface="Calibri"/>
            </a:endParaRPr>
          </a:p>
        </p:txBody>
      </p:sp>
      <p:sp>
        <p:nvSpPr>
          <p:cNvPr id="37" name="Rectangle 36">
            <a:extLst>
              <a:ext uri="{FF2B5EF4-FFF2-40B4-BE49-F238E27FC236}">
                <a16:creationId xmlns:a16="http://schemas.microsoft.com/office/drawing/2014/main" id="{5BBA920C-5569-4CB9-ACFD-8466AC5B4F26}"/>
              </a:ext>
            </a:extLst>
          </p:cNvPr>
          <p:cNvSpPr>
            <a:spLocks noGrp="1"/>
          </p:cNvSpPr>
          <p:nvPr/>
        </p:nvSpPr>
        <p:spPr>
          <a:xfrm>
            <a:off x="9286875" y="2428875"/>
            <a:ext cx="685800" cy="685800"/>
          </a:xfrm>
          <a:prstGeom prst="rect">
            <a:avLst/>
          </a:prstGeom>
          <a:noFill/>
          <a:ln w="0">
            <a:noFill/>
            <a:prstDash val="solid"/>
          </a:ln>
        </p:spPr>
        <p:txBody>
          <a:bodyPr wrap="square" lIns="0" tIns="0" rIns="0" bIns="0" anchor="ctr">
            <a:noAutofit/>
          </a:bodyPr>
          <a:lstStyle>
            <a:defPPr algn="ctr">
              <a:defRPr sz="1850" b="1">
                <a:solidFill>
                  <a:srgbClr val="E55B5B"/>
                </a:solidFill>
                <a:latin typeface="Calibri"/>
                <a:ea typeface="Calibri"/>
                <a:cs typeface="Calibri"/>
              </a:defRPr>
            </a:defPPr>
            <a:lvl1pPr algn="ctr">
              <a:defRPr sz="1850" b="1">
                <a:solidFill>
                  <a:srgbClr val="E55B5B"/>
                </a:solidFill>
                <a:latin typeface="Calibri"/>
                <a:ea typeface="Calibri"/>
                <a:cs typeface="Calibri"/>
              </a:defRPr>
            </a:lvl1pPr>
            <a:lvl2pPr algn="ctr">
              <a:defRPr sz="1850" b="1">
                <a:solidFill>
                  <a:srgbClr val="E55B5B"/>
                </a:solidFill>
                <a:latin typeface="Calibri"/>
                <a:ea typeface="Calibri"/>
                <a:cs typeface="Calibri"/>
              </a:defRPr>
            </a:lvl2pPr>
            <a:lvl3pPr algn="ctr">
              <a:defRPr sz="1850" b="1">
                <a:solidFill>
                  <a:srgbClr val="E55B5B"/>
                </a:solidFill>
                <a:latin typeface="Calibri"/>
                <a:ea typeface="Calibri"/>
                <a:cs typeface="Calibri"/>
              </a:defRPr>
            </a:lvl3pPr>
            <a:lvl4pPr algn="ctr">
              <a:defRPr sz="1850" b="1">
                <a:solidFill>
                  <a:srgbClr val="E55B5B"/>
                </a:solidFill>
                <a:latin typeface="Calibri"/>
                <a:ea typeface="Calibri"/>
                <a:cs typeface="Calibri"/>
              </a:defRPr>
            </a:lvl4pPr>
            <a:lvl5pPr algn="ctr">
              <a:defRPr sz="1850" b="1">
                <a:solidFill>
                  <a:srgbClr val="E55B5B"/>
                </a:solidFill>
                <a:latin typeface="Calibri"/>
                <a:ea typeface="Calibri"/>
                <a:cs typeface="Calibri"/>
              </a:defRPr>
            </a:lvl5pPr>
            <a:lvl6pPr algn="ctr">
              <a:defRPr sz="1850" b="1">
                <a:solidFill>
                  <a:srgbClr val="E55B5B"/>
                </a:solidFill>
                <a:latin typeface="Calibri"/>
                <a:ea typeface="Calibri"/>
                <a:cs typeface="Calibri"/>
              </a:defRPr>
            </a:lvl6pPr>
            <a:lvl7pPr algn="ctr">
              <a:defRPr sz="1850" b="1">
                <a:solidFill>
                  <a:srgbClr val="E55B5B"/>
                </a:solidFill>
                <a:latin typeface="Calibri"/>
                <a:ea typeface="Calibri"/>
                <a:cs typeface="Calibri"/>
              </a:defRPr>
            </a:lvl7pPr>
            <a:lvl8pPr algn="ctr">
              <a:defRPr sz="1850" b="1">
                <a:solidFill>
                  <a:srgbClr val="E55B5B"/>
                </a:solidFill>
                <a:latin typeface="Calibri"/>
                <a:ea typeface="Calibri"/>
                <a:cs typeface="Calibri"/>
              </a:defRPr>
            </a:lvl8pPr>
            <a:lvl9pPr algn="ctr">
              <a:defRPr sz="1850" b="1">
                <a:solidFill>
                  <a:srgbClr val="E55B5B"/>
                </a:solidFill>
                <a:latin typeface="Calibri"/>
                <a:ea typeface="Calibri"/>
                <a:cs typeface="Calibri"/>
              </a:defRPr>
            </a:lvl9pPr>
          </a:lstStyle>
          <a:p>
            <a:pPr defTabSz="1219170">
              <a:defRPr sz="1850" b="1">
                <a:solidFill>
                  <a:srgbClr val="E55B5B"/>
                </a:solidFill>
                <a:latin typeface="Calibri"/>
                <a:ea typeface="Calibri"/>
                <a:cs typeface="Calibri"/>
              </a:defRPr>
            </a:pPr>
            <a:r>
              <a:rPr sz="2467"/>
              <a:t>×</a:t>
            </a:r>
          </a:p>
        </p:txBody>
      </p:sp>
      <p:sp>
        <p:nvSpPr>
          <p:cNvPr id="38" name="Rectangle 37">
            <a:extLst>
              <a:ext uri="{FF2B5EF4-FFF2-40B4-BE49-F238E27FC236}">
                <a16:creationId xmlns:a16="http://schemas.microsoft.com/office/drawing/2014/main" id="{D4C7E1FD-EF06-417F-8B91-BE70A65F6737}"/>
              </a:ext>
            </a:extLst>
          </p:cNvPr>
          <p:cNvSpPr>
            <a:spLocks noGrp="1"/>
          </p:cNvSpPr>
          <p:nvPr/>
        </p:nvSpPr>
        <p:spPr>
          <a:xfrm>
            <a:off x="10001251" y="2428875"/>
            <a:ext cx="685800" cy="685800"/>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39" name="Rectangle 38">
            <a:extLst>
              <a:ext uri="{FF2B5EF4-FFF2-40B4-BE49-F238E27FC236}">
                <a16:creationId xmlns:a16="http://schemas.microsoft.com/office/drawing/2014/main" id="{A4447E67-C486-4195-9798-8BB5F0340F2B}"/>
              </a:ext>
            </a:extLst>
          </p:cNvPr>
          <p:cNvSpPr>
            <a:spLocks noGrp="1"/>
          </p:cNvSpPr>
          <p:nvPr/>
        </p:nvSpPr>
        <p:spPr>
          <a:xfrm>
            <a:off x="8572500" y="3143251"/>
            <a:ext cx="685800" cy="685800"/>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40" name="Rectangle 39">
            <a:extLst>
              <a:ext uri="{FF2B5EF4-FFF2-40B4-BE49-F238E27FC236}">
                <a16:creationId xmlns:a16="http://schemas.microsoft.com/office/drawing/2014/main" id="{B0DD7FE2-3E1B-45CA-B562-02C67324075A}"/>
              </a:ext>
            </a:extLst>
          </p:cNvPr>
          <p:cNvSpPr>
            <a:spLocks noGrp="1"/>
          </p:cNvSpPr>
          <p:nvPr/>
        </p:nvSpPr>
        <p:spPr>
          <a:xfrm>
            <a:off x="9286875" y="3143251"/>
            <a:ext cx="685800" cy="685800"/>
          </a:xfrm>
          <a:prstGeom prst="rect">
            <a:avLst/>
          </a:prstGeom>
          <a:solidFill>
            <a:srgbClr val="FBE5E5"/>
          </a:solidFill>
          <a:ln w="7144">
            <a:solidFill>
              <a:srgbClr val="FFFFFF"/>
            </a:solidFill>
            <a:prstDash val="solid"/>
          </a:ln>
        </p:spPr>
        <p:txBody>
          <a:bodyPr/>
          <a:lstStyle/>
          <a:p>
            <a:pPr defTabSz="1219170"/>
            <a:endParaRPr sz="2400">
              <a:solidFill>
                <a:srgbClr val="1B1F3B"/>
              </a:solidFill>
              <a:latin typeface="Calibri"/>
            </a:endParaRPr>
          </a:p>
        </p:txBody>
      </p:sp>
      <p:sp>
        <p:nvSpPr>
          <p:cNvPr id="41" name="Rectangle 40">
            <a:extLst>
              <a:ext uri="{FF2B5EF4-FFF2-40B4-BE49-F238E27FC236}">
                <a16:creationId xmlns:a16="http://schemas.microsoft.com/office/drawing/2014/main" id="{3983CC8E-61B9-4C60-9979-838AE61BD096}"/>
              </a:ext>
            </a:extLst>
          </p:cNvPr>
          <p:cNvSpPr>
            <a:spLocks noGrp="1"/>
          </p:cNvSpPr>
          <p:nvPr/>
        </p:nvSpPr>
        <p:spPr>
          <a:xfrm>
            <a:off x="9286875" y="3143251"/>
            <a:ext cx="685800" cy="685800"/>
          </a:xfrm>
          <a:prstGeom prst="rect">
            <a:avLst/>
          </a:prstGeom>
          <a:noFill/>
          <a:ln w="0">
            <a:noFill/>
            <a:prstDash val="solid"/>
          </a:ln>
        </p:spPr>
        <p:txBody>
          <a:bodyPr wrap="square" lIns="0" tIns="0" rIns="0" bIns="0" anchor="ctr">
            <a:noAutofit/>
          </a:bodyPr>
          <a:lstStyle>
            <a:defPPr algn="ctr">
              <a:defRPr sz="1850" b="1">
                <a:solidFill>
                  <a:srgbClr val="E55B5B"/>
                </a:solidFill>
                <a:latin typeface="Calibri"/>
                <a:ea typeface="Calibri"/>
                <a:cs typeface="Calibri"/>
              </a:defRPr>
            </a:defPPr>
            <a:lvl1pPr algn="ctr">
              <a:defRPr sz="1850" b="1">
                <a:solidFill>
                  <a:srgbClr val="E55B5B"/>
                </a:solidFill>
                <a:latin typeface="Calibri"/>
                <a:ea typeface="Calibri"/>
                <a:cs typeface="Calibri"/>
              </a:defRPr>
            </a:lvl1pPr>
            <a:lvl2pPr algn="ctr">
              <a:defRPr sz="1850" b="1">
                <a:solidFill>
                  <a:srgbClr val="E55B5B"/>
                </a:solidFill>
                <a:latin typeface="Calibri"/>
                <a:ea typeface="Calibri"/>
                <a:cs typeface="Calibri"/>
              </a:defRPr>
            </a:lvl2pPr>
            <a:lvl3pPr algn="ctr">
              <a:defRPr sz="1850" b="1">
                <a:solidFill>
                  <a:srgbClr val="E55B5B"/>
                </a:solidFill>
                <a:latin typeface="Calibri"/>
                <a:ea typeface="Calibri"/>
                <a:cs typeface="Calibri"/>
              </a:defRPr>
            </a:lvl3pPr>
            <a:lvl4pPr algn="ctr">
              <a:defRPr sz="1850" b="1">
                <a:solidFill>
                  <a:srgbClr val="E55B5B"/>
                </a:solidFill>
                <a:latin typeface="Calibri"/>
                <a:ea typeface="Calibri"/>
                <a:cs typeface="Calibri"/>
              </a:defRPr>
            </a:lvl4pPr>
            <a:lvl5pPr algn="ctr">
              <a:defRPr sz="1850" b="1">
                <a:solidFill>
                  <a:srgbClr val="E55B5B"/>
                </a:solidFill>
                <a:latin typeface="Calibri"/>
                <a:ea typeface="Calibri"/>
                <a:cs typeface="Calibri"/>
              </a:defRPr>
            </a:lvl5pPr>
            <a:lvl6pPr algn="ctr">
              <a:defRPr sz="1850" b="1">
                <a:solidFill>
                  <a:srgbClr val="E55B5B"/>
                </a:solidFill>
                <a:latin typeface="Calibri"/>
                <a:ea typeface="Calibri"/>
                <a:cs typeface="Calibri"/>
              </a:defRPr>
            </a:lvl6pPr>
            <a:lvl7pPr algn="ctr">
              <a:defRPr sz="1850" b="1">
                <a:solidFill>
                  <a:srgbClr val="E55B5B"/>
                </a:solidFill>
                <a:latin typeface="Calibri"/>
                <a:ea typeface="Calibri"/>
                <a:cs typeface="Calibri"/>
              </a:defRPr>
            </a:lvl7pPr>
            <a:lvl8pPr algn="ctr">
              <a:defRPr sz="1850" b="1">
                <a:solidFill>
                  <a:srgbClr val="E55B5B"/>
                </a:solidFill>
                <a:latin typeface="Calibri"/>
                <a:ea typeface="Calibri"/>
                <a:cs typeface="Calibri"/>
              </a:defRPr>
            </a:lvl8pPr>
            <a:lvl9pPr algn="ctr">
              <a:defRPr sz="1850" b="1">
                <a:solidFill>
                  <a:srgbClr val="E55B5B"/>
                </a:solidFill>
                <a:latin typeface="Calibri"/>
                <a:ea typeface="Calibri"/>
                <a:cs typeface="Calibri"/>
              </a:defRPr>
            </a:lvl9pPr>
          </a:lstStyle>
          <a:p>
            <a:pPr defTabSz="1219170">
              <a:defRPr sz="1850" b="1">
                <a:solidFill>
                  <a:srgbClr val="E55B5B"/>
                </a:solidFill>
                <a:latin typeface="Calibri"/>
                <a:ea typeface="Calibri"/>
                <a:cs typeface="Calibri"/>
              </a:defRPr>
            </a:pPr>
            <a:r>
              <a:rPr sz="2467"/>
              <a:t>×</a:t>
            </a:r>
          </a:p>
        </p:txBody>
      </p:sp>
      <p:sp>
        <p:nvSpPr>
          <p:cNvPr id="42" name="Rectangle 41">
            <a:extLst>
              <a:ext uri="{FF2B5EF4-FFF2-40B4-BE49-F238E27FC236}">
                <a16:creationId xmlns:a16="http://schemas.microsoft.com/office/drawing/2014/main" id="{51AC1C47-E1A0-4BAE-85D3-C03E720C4064}"/>
              </a:ext>
            </a:extLst>
          </p:cNvPr>
          <p:cNvSpPr>
            <a:spLocks noGrp="1"/>
          </p:cNvSpPr>
          <p:nvPr/>
        </p:nvSpPr>
        <p:spPr>
          <a:xfrm>
            <a:off x="10001251" y="3143251"/>
            <a:ext cx="685800" cy="685800"/>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43" name="Rectangle 42">
            <a:extLst>
              <a:ext uri="{FF2B5EF4-FFF2-40B4-BE49-F238E27FC236}">
                <a16:creationId xmlns:a16="http://schemas.microsoft.com/office/drawing/2014/main" id="{DDAD48C6-4C6B-4EC9-89A4-B7A566F8CFD4}"/>
              </a:ext>
            </a:extLst>
          </p:cNvPr>
          <p:cNvSpPr>
            <a:spLocks noGrp="1"/>
          </p:cNvSpPr>
          <p:nvPr/>
        </p:nvSpPr>
        <p:spPr>
          <a:xfrm>
            <a:off x="8572500" y="3857625"/>
            <a:ext cx="685800" cy="685800"/>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44" name="Rectangle 43">
            <a:extLst>
              <a:ext uri="{FF2B5EF4-FFF2-40B4-BE49-F238E27FC236}">
                <a16:creationId xmlns:a16="http://schemas.microsoft.com/office/drawing/2014/main" id="{54922136-9008-4655-9DE2-111C703CF112}"/>
              </a:ext>
            </a:extLst>
          </p:cNvPr>
          <p:cNvSpPr>
            <a:spLocks noGrp="1"/>
          </p:cNvSpPr>
          <p:nvPr/>
        </p:nvSpPr>
        <p:spPr>
          <a:xfrm>
            <a:off x="9286875" y="3857625"/>
            <a:ext cx="685800" cy="685800"/>
          </a:xfrm>
          <a:prstGeom prst="rect">
            <a:avLst/>
          </a:prstGeom>
          <a:solidFill>
            <a:srgbClr val="FBE5E5"/>
          </a:solidFill>
          <a:ln w="7144">
            <a:solidFill>
              <a:srgbClr val="FFFFFF"/>
            </a:solidFill>
            <a:prstDash val="solid"/>
          </a:ln>
        </p:spPr>
        <p:txBody>
          <a:bodyPr/>
          <a:lstStyle/>
          <a:p>
            <a:pPr defTabSz="1219170"/>
            <a:endParaRPr sz="2400">
              <a:solidFill>
                <a:srgbClr val="1B1F3B"/>
              </a:solidFill>
              <a:latin typeface="Calibri"/>
            </a:endParaRPr>
          </a:p>
        </p:txBody>
      </p:sp>
      <p:sp>
        <p:nvSpPr>
          <p:cNvPr id="45" name="Rectangle 44">
            <a:extLst>
              <a:ext uri="{FF2B5EF4-FFF2-40B4-BE49-F238E27FC236}">
                <a16:creationId xmlns:a16="http://schemas.microsoft.com/office/drawing/2014/main" id="{BA3FBBD3-B65A-43DA-B74E-2C17FC601E6B}"/>
              </a:ext>
            </a:extLst>
          </p:cNvPr>
          <p:cNvSpPr>
            <a:spLocks noGrp="1"/>
          </p:cNvSpPr>
          <p:nvPr/>
        </p:nvSpPr>
        <p:spPr>
          <a:xfrm>
            <a:off x="9286875" y="3857625"/>
            <a:ext cx="685800" cy="685800"/>
          </a:xfrm>
          <a:prstGeom prst="rect">
            <a:avLst/>
          </a:prstGeom>
          <a:noFill/>
          <a:ln w="0">
            <a:noFill/>
            <a:prstDash val="solid"/>
          </a:ln>
        </p:spPr>
        <p:txBody>
          <a:bodyPr wrap="square" lIns="0" tIns="0" rIns="0" bIns="0" anchor="ctr">
            <a:noAutofit/>
          </a:bodyPr>
          <a:lstStyle>
            <a:defPPr algn="ctr">
              <a:defRPr sz="1850" b="1">
                <a:solidFill>
                  <a:srgbClr val="E55B5B"/>
                </a:solidFill>
                <a:latin typeface="Calibri"/>
                <a:ea typeface="Calibri"/>
                <a:cs typeface="Calibri"/>
              </a:defRPr>
            </a:defPPr>
            <a:lvl1pPr algn="ctr">
              <a:defRPr sz="1850" b="1">
                <a:solidFill>
                  <a:srgbClr val="E55B5B"/>
                </a:solidFill>
                <a:latin typeface="Calibri"/>
                <a:ea typeface="Calibri"/>
                <a:cs typeface="Calibri"/>
              </a:defRPr>
            </a:lvl1pPr>
            <a:lvl2pPr algn="ctr">
              <a:defRPr sz="1850" b="1">
                <a:solidFill>
                  <a:srgbClr val="E55B5B"/>
                </a:solidFill>
                <a:latin typeface="Calibri"/>
                <a:ea typeface="Calibri"/>
                <a:cs typeface="Calibri"/>
              </a:defRPr>
            </a:lvl2pPr>
            <a:lvl3pPr algn="ctr">
              <a:defRPr sz="1850" b="1">
                <a:solidFill>
                  <a:srgbClr val="E55B5B"/>
                </a:solidFill>
                <a:latin typeface="Calibri"/>
                <a:ea typeface="Calibri"/>
                <a:cs typeface="Calibri"/>
              </a:defRPr>
            </a:lvl3pPr>
            <a:lvl4pPr algn="ctr">
              <a:defRPr sz="1850" b="1">
                <a:solidFill>
                  <a:srgbClr val="E55B5B"/>
                </a:solidFill>
                <a:latin typeface="Calibri"/>
                <a:ea typeface="Calibri"/>
                <a:cs typeface="Calibri"/>
              </a:defRPr>
            </a:lvl4pPr>
            <a:lvl5pPr algn="ctr">
              <a:defRPr sz="1850" b="1">
                <a:solidFill>
                  <a:srgbClr val="E55B5B"/>
                </a:solidFill>
                <a:latin typeface="Calibri"/>
                <a:ea typeface="Calibri"/>
                <a:cs typeface="Calibri"/>
              </a:defRPr>
            </a:lvl5pPr>
            <a:lvl6pPr algn="ctr">
              <a:defRPr sz="1850" b="1">
                <a:solidFill>
                  <a:srgbClr val="E55B5B"/>
                </a:solidFill>
                <a:latin typeface="Calibri"/>
                <a:ea typeface="Calibri"/>
                <a:cs typeface="Calibri"/>
              </a:defRPr>
            </a:lvl6pPr>
            <a:lvl7pPr algn="ctr">
              <a:defRPr sz="1850" b="1">
                <a:solidFill>
                  <a:srgbClr val="E55B5B"/>
                </a:solidFill>
                <a:latin typeface="Calibri"/>
                <a:ea typeface="Calibri"/>
                <a:cs typeface="Calibri"/>
              </a:defRPr>
            </a:lvl7pPr>
            <a:lvl8pPr algn="ctr">
              <a:defRPr sz="1850" b="1">
                <a:solidFill>
                  <a:srgbClr val="E55B5B"/>
                </a:solidFill>
                <a:latin typeface="Calibri"/>
                <a:ea typeface="Calibri"/>
                <a:cs typeface="Calibri"/>
              </a:defRPr>
            </a:lvl8pPr>
            <a:lvl9pPr algn="ctr">
              <a:defRPr sz="1850" b="1">
                <a:solidFill>
                  <a:srgbClr val="E55B5B"/>
                </a:solidFill>
                <a:latin typeface="Calibri"/>
                <a:ea typeface="Calibri"/>
                <a:cs typeface="Calibri"/>
              </a:defRPr>
            </a:lvl9pPr>
          </a:lstStyle>
          <a:p>
            <a:pPr defTabSz="1219170">
              <a:defRPr sz="1850" b="1">
                <a:solidFill>
                  <a:srgbClr val="E55B5B"/>
                </a:solidFill>
                <a:latin typeface="Calibri"/>
                <a:ea typeface="Calibri"/>
                <a:cs typeface="Calibri"/>
              </a:defRPr>
            </a:pPr>
            <a:r>
              <a:rPr sz="2467"/>
              <a:t>×</a:t>
            </a:r>
          </a:p>
        </p:txBody>
      </p:sp>
      <p:sp>
        <p:nvSpPr>
          <p:cNvPr id="46" name="Rectangle 45">
            <a:extLst>
              <a:ext uri="{FF2B5EF4-FFF2-40B4-BE49-F238E27FC236}">
                <a16:creationId xmlns:a16="http://schemas.microsoft.com/office/drawing/2014/main" id="{A2B21A8B-1D87-4946-B576-778E799835AF}"/>
              </a:ext>
            </a:extLst>
          </p:cNvPr>
          <p:cNvSpPr>
            <a:spLocks noGrp="1"/>
          </p:cNvSpPr>
          <p:nvPr/>
        </p:nvSpPr>
        <p:spPr>
          <a:xfrm>
            <a:off x="10001251" y="3857625"/>
            <a:ext cx="685800" cy="685800"/>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47" name="Oval 46">
            <a:extLst>
              <a:ext uri="{FF2B5EF4-FFF2-40B4-BE49-F238E27FC236}">
                <a16:creationId xmlns:a16="http://schemas.microsoft.com/office/drawing/2014/main" id="{3F4096D6-A437-43AC-A47B-612518340FE0}"/>
              </a:ext>
            </a:extLst>
          </p:cNvPr>
          <p:cNvSpPr>
            <a:spLocks noGrp="1"/>
          </p:cNvSpPr>
          <p:nvPr/>
        </p:nvSpPr>
        <p:spPr>
          <a:xfrm>
            <a:off x="8724900" y="2581275"/>
            <a:ext cx="381000" cy="381000"/>
          </a:xfrm>
          <a:prstGeom prst="ellipse">
            <a:avLst/>
          </a:prstGeom>
          <a:solidFill>
            <a:srgbClr val="2D3A8C"/>
          </a:solidFill>
          <a:ln w="21431">
            <a:solidFill>
              <a:srgbClr val="FFFFFF"/>
            </a:solidFill>
            <a:prstDash val="solid"/>
          </a:ln>
        </p:spPr>
        <p:txBody>
          <a:bodyPr/>
          <a:lstStyle/>
          <a:p>
            <a:pPr defTabSz="1219170"/>
            <a:endParaRPr sz="2400">
              <a:solidFill>
                <a:srgbClr val="1B1F3B"/>
              </a:solidFill>
              <a:latin typeface="Calibri"/>
            </a:endParaRPr>
          </a:p>
        </p:txBody>
      </p:sp>
      <p:sp>
        <p:nvSpPr>
          <p:cNvPr id="48" name="Rectangle 47">
            <a:extLst>
              <a:ext uri="{FF2B5EF4-FFF2-40B4-BE49-F238E27FC236}">
                <a16:creationId xmlns:a16="http://schemas.microsoft.com/office/drawing/2014/main" id="{73F1D9F4-1FDA-4CA9-8BE0-A2AE6708203E}"/>
              </a:ext>
            </a:extLst>
          </p:cNvPr>
          <p:cNvSpPr>
            <a:spLocks noGrp="1"/>
          </p:cNvSpPr>
          <p:nvPr/>
        </p:nvSpPr>
        <p:spPr>
          <a:xfrm>
            <a:off x="8724900" y="2571749"/>
            <a:ext cx="381000" cy="381000"/>
          </a:xfrm>
          <a:prstGeom prst="rect">
            <a:avLst/>
          </a:prstGeom>
          <a:noFill/>
          <a:ln w="0">
            <a:noFill/>
            <a:prstDash val="solid"/>
          </a:ln>
        </p:spPr>
        <p:txBody>
          <a:bodyPr wrap="square" lIns="0" tIns="0" rIns="0" bIns="0" anchor="ctr">
            <a:noAutofit/>
          </a:bodyPr>
          <a:lstStyle>
            <a:defPPr algn="ctr">
              <a:defRPr sz="1300" b="1">
                <a:solidFill>
                  <a:srgbClr val="FFFFFF"/>
                </a:solidFill>
                <a:latin typeface="Calibri"/>
                <a:ea typeface="Calibri"/>
                <a:cs typeface="Calibri"/>
              </a:defRPr>
            </a:defPPr>
            <a:lvl1pPr algn="ctr">
              <a:defRPr sz="1300" b="1">
                <a:solidFill>
                  <a:srgbClr val="FFFFFF"/>
                </a:solidFill>
                <a:latin typeface="Calibri"/>
                <a:ea typeface="Calibri"/>
                <a:cs typeface="Calibri"/>
              </a:defRPr>
            </a:lvl1pPr>
            <a:lvl2pPr algn="ctr">
              <a:defRPr sz="1300" b="1">
                <a:solidFill>
                  <a:srgbClr val="FFFFFF"/>
                </a:solidFill>
                <a:latin typeface="Calibri"/>
                <a:ea typeface="Calibri"/>
                <a:cs typeface="Calibri"/>
              </a:defRPr>
            </a:lvl2pPr>
            <a:lvl3pPr algn="ctr">
              <a:defRPr sz="1300" b="1">
                <a:solidFill>
                  <a:srgbClr val="FFFFFF"/>
                </a:solidFill>
                <a:latin typeface="Calibri"/>
                <a:ea typeface="Calibri"/>
                <a:cs typeface="Calibri"/>
              </a:defRPr>
            </a:lvl3pPr>
            <a:lvl4pPr algn="ctr">
              <a:defRPr sz="1300" b="1">
                <a:solidFill>
                  <a:srgbClr val="FFFFFF"/>
                </a:solidFill>
                <a:latin typeface="Calibri"/>
                <a:ea typeface="Calibri"/>
                <a:cs typeface="Calibri"/>
              </a:defRPr>
            </a:lvl4pPr>
            <a:lvl5pPr algn="ctr">
              <a:defRPr sz="1300" b="1">
                <a:solidFill>
                  <a:srgbClr val="FFFFFF"/>
                </a:solidFill>
                <a:latin typeface="Calibri"/>
                <a:ea typeface="Calibri"/>
                <a:cs typeface="Calibri"/>
              </a:defRPr>
            </a:lvl5pPr>
            <a:lvl6pPr algn="ctr">
              <a:defRPr sz="1300" b="1">
                <a:solidFill>
                  <a:srgbClr val="FFFFFF"/>
                </a:solidFill>
                <a:latin typeface="Calibri"/>
                <a:ea typeface="Calibri"/>
                <a:cs typeface="Calibri"/>
              </a:defRPr>
            </a:lvl6pPr>
            <a:lvl7pPr algn="ctr">
              <a:defRPr sz="1300" b="1">
                <a:solidFill>
                  <a:srgbClr val="FFFFFF"/>
                </a:solidFill>
                <a:latin typeface="Calibri"/>
                <a:ea typeface="Calibri"/>
                <a:cs typeface="Calibri"/>
              </a:defRPr>
            </a:lvl7pPr>
            <a:lvl8pPr algn="ctr">
              <a:defRPr sz="1300" b="1">
                <a:solidFill>
                  <a:srgbClr val="FFFFFF"/>
                </a:solidFill>
                <a:latin typeface="Calibri"/>
                <a:ea typeface="Calibri"/>
                <a:cs typeface="Calibri"/>
              </a:defRPr>
            </a:lvl8pPr>
            <a:lvl9pPr algn="ctr">
              <a:defRPr sz="1300" b="1">
                <a:solidFill>
                  <a:srgbClr val="FFFFFF"/>
                </a:solidFill>
                <a:latin typeface="Calibri"/>
                <a:ea typeface="Calibri"/>
                <a:cs typeface="Calibri"/>
              </a:defRPr>
            </a:lvl9pPr>
          </a:lstStyle>
          <a:p>
            <a:pPr defTabSz="1219170">
              <a:defRPr sz="1300" b="1">
                <a:solidFill>
                  <a:srgbClr val="FFFFFF"/>
                </a:solidFill>
                <a:latin typeface="Calibri"/>
                <a:ea typeface="Calibri"/>
                <a:cs typeface="Calibri"/>
              </a:defRPr>
            </a:pPr>
            <a:r>
              <a:rPr sz="1733"/>
              <a:t>S</a:t>
            </a:r>
          </a:p>
        </p:txBody>
      </p:sp>
      <p:sp>
        <p:nvSpPr>
          <p:cNvPr id="49" name="Oval 48">
            <a:extLst>
              <a:ext uri="{FF2B5EF4-FFF2-40B4-BE49-F238E27FC236}">
                <a16:creationId xmlns:a16="http://schemas.microsoft.com/office/drawing/2014/main" id="{ADC3B8C1-6DDB-4BCD-B7A8-0809BF0002B4}"/>
              </a:ext>
            </a:extLst>
          </p:cNvPr>
          <p:cNvSpPr>
            <a:spLocks noGrp="1"/>
          </p:cNvSpPr>
          <p:nvPr/>
        </p:nvSpPr>
        <p:spPr>
          <a:xfrm>
            <a:off x="10153651" y="4010025"/>
            <a:ext cx="381000" cy="381000"/>
          </a:xfrm>
          <a:prstGeom prst="ellipse">
            <a:avLst/>
          </a:prstGeom>
          <a:solidFill>
            <a:srgbClr val="1B1F3B"/>
          </a:solidFill>
          <a:ln w="21431">
            <a:solidFill>
              <a:srgbClr val="FFFFFF"/>
            </a:solidFill>
            <a:prstDash val="solid"/>
          </a:ln>
        </p:spPr>
        <p:txBody>
          <a:bodyPr/>
          <a:lstStyle/>
          <a:p>
            <a:pPr defTabSz="1219170"/>
            <a:endParaRPr sz="2400">
              <a:solidFill>
                <a:srgbClr val="1B1F3B"/>
              </a:solidFill>
              <a:latin typeface="Calibri"/>
            </a:endParaRPr>
          </a:p>
        </p:txBody>
      </p:sp>
      <p:sp>
        <p:nvSpPr>
          <p:cNvPr id="50" name="Rectangle 49">
            <a:extLst>
              <a:ext uri="{FF2B5EF4-FFF2-40B4-BE49-F238E27FC236}">
                <a16:creationId xmlns:a16="http://schemas.microsoft.com/office/drawing/2014/main" id="{35523E65-84C9-4BA4-86B6-9D4CEF1035EE}"/>
              </a:ext>
            </a:extLst>
          </p:cNvPr>
          <p:cNvSpPr>
            <a:spLocks noGrp="1"/>
          </p:cNvSpPr>
          <p:nvPr/>
        </p:nvSpPr>
        <p:spPr>
          <a:xfrm>
            <a:off x="10153651" y="4000500"/>
            <a:ext cx="381000" cy="381000"/>
          </a:xfrm>
          <a:prstGeom prst="rect">
            <a:avLst/>
          </a:prstGeom>
          <a:noFill/>
          <a:ln w="0">
            <a:noFill/>
            <a:prstDash val="solid"/>
          </a:ln>
        </p:spPr>
        <p:txBody>
          <a:bodyPr wrap="square" lIns="0" tIns="0" rIns="0" bIns="0" anchor="ctr">
            <a:noAutofit/>
          </a:bodyPr>
          <a:lstStyle>
            <a:defPPr algn="ctr">
              <a:defRPr sz="1300" b="1">
                <a:solidFill>
                  <a:srgbClr val="FFFFFF"/>
                </a:solidFill>
                <a:latin typeface="Calibri"/>
                <a:ea typeface="Calibri"/>
                <a:cs typeface="Calibri"/>
              </a:defRPr>
            </a:defPPr>
            <a:lvl1pPr algn="ctr">
              <a:defRPr sz="1300" b="1">
                <a:solidFill>
                  <a:srgbClr val="FFFFFF"/>
                </a:solidFill>
                <a:latin typeface="Calibri"/>
                <a:ea typeface="Calibri"/>
                <a:cs typeface="Calibri"/>
              </a:defRPr>
            </a:lvl1pPr>
            <a:lvl2pPr algn="ctr">
              <a:defRPr sz="1300" b="1">
                <a:solidFill>
                  <a:srgbClr val="FFFFFF"/>
                </a:solidFill>
                <a:latin typeface="Calibri"/>
                <a:ea typeface="Calibri"/>
                <a:cs typeface="Calibri"/>
              </a:defRPr>
            </a:lvl2pPr>
            <a:lvl3pPr algn="ctr">
              <a:defRPr sz="1300" b="1">
                <a:solidFill>
                  <a:srgbClr val="FFFFFF"/>
                </a:solidFill>
                <a:latin typeface="Calibri"/>
                <a:ea typeface="Calibri"/>
                <a:cs typeface="Calibri"/>
              </a:defRPr>
            </a:lvl3pPr>
            <a:lvl4pPr algn="ctr">
              <a:defRPr sz="1300" b="1">
                <a:solidFill>
                  <a:srgbClr val="FFFFFF"/>
                </a:solidFill>
                <a:latin typeface="Calibri"/>
                <a:ea typeface="Calibri"/>
                <a:cs typeface="Calibri"/>
              </a:defRPr>
            </a:lvl4pPr>
            <a:lvl5pPr algn="ctr">
              <a:defRPr sz="1300" b="1">
                <a:solidFill>
                  <a:srgbClr val="FFFFFF"/>
                </a:solidFill>
                <a:latin typeface="Calibri"/>
                <a:ea typeface="Calibri"/>
                <a:cs typeface="Calibri"/>
              </a:defRPr>
            </a:lvl5pPr>
            <a:lvl6pPr algn="ctr">
              <a:defRPr sz="1300" b="1">
                <a:solidFill>
                  <a:srgbClr val="FFFFFF"/>
                </a:solidFill>
                <a:latin typeface="Calibri"/>
                <a:ea typeface="Calibri"/>
                <a:cs typeface="Calibri"/>
              </a:defRPr>
            </a:lvl6pPr>
            <a:lvl7pPr algn="ctr">
              <a:defRPr sz="1300" b="1">
                <a:solidFill>
                  <a:srgbClr val="FFFFFF"/>
                </a:solidFill>
                <a:latin typeface="Calibri"/>
                <a:ea typeface="Calibri"/>
                <a:cs typeface="Calibri"/>
              </a:defRPr>
            </a:lvl7pPr>
            <a:lvl8pPr algn="ctr">
              <a:defRPr sz="1300" b="1">
                <a:solidFill>
                  <a:srgbClr val="FFFFFF"/>
                </a:solidFill>
                <a:latin typeface="Calibri"/>
                <a:ea typeface="Calibri"/>
                <a:cs typeface="Calibri"/>
              </a:defRPr>
            </a:lvl8pPr>
            <a:lvl9pPr algn="ctr">
              <a:defRPr sz="1300" b="1">
                <a:solidFill>
                  <a:srgbClr val="FFFFFF"/>
                </a:solidFill>
                <a:latin typeface="Calibri"/>
                <a:ea typeface="Calibri"/>
                <a:cs typeface="Calibri"/>
              </a:defRPr>
            </a:lvl9pPr>
          </a:lstStyle>
          <a:p>
            <a:pPr defTabSz="1219170">
              <a:defRPr sz="1300" b="1">
                <a:solidFill>
                  <a:srgbClr val="FFFFFF"/>
                </a:solidFill>
                <a:latin typeface="Calibri"/>
                <a:ea typeface="Calibri"/>
                <a:cs typeface="Calibri"/>
              </a:defRPr>
            </a:pPr>
            <a:r>
              <a:rPr sz="1733"/>
              <a:t>G</a:t>
            </a:r>
          </a:p>
        </p:txBody>
      </p:sp>
      <p:sp>
        <p:nvSpPr>
          <p:cNvPr id="51" name="Rectangle 50">
            <a:extLst>
              <a:ext uri="{FF2B5EF4-FFF2-40B4-BE49-F238E27FC236}">
                <a16:creationId xmlns:a16="http://schemas.microsoft.com/office/drawing/2014/main" id="{9599352C-C09B-45FB-A078-92DD6343B797}"/>
              </a:ext>
            </a:extLst>
          </p:cNvPr>
          <p:cNvSpPr>
            <a:spLocks noGrp="1"/>
          </p:cNvSpPr>
          <p:nvPr/>
        </p:nvSpPr>
        <p:spPr>
          <a:xfrm>
            <a:off x="8572500" y="1571626"/>
            <a:ext cx="3143251" cy="619125"/>
          </a:xfrm>
          <a:prstGeom prst="rect">
            <a:avLst/>
          </a:prstGeom>
          <a:noFill/>
          <a:ln w="0">
            <a:noFill/>
            <a:prstDash val="solid"/>
          </a:ln>
        </p:spPr>
        <p:txBody>
          <a:bodyPr wrap="square" lIns="0" tIns="0" rIns="0" bIns="0" anchor="ctr">
            <a:noAutofit/>
          </a:bodyPr>
          <a:lstStyle>
            <a:defPPr algn="l">
              <a:defRPr sz="1650" b="1">
                <a:solidFill>
                  <a:srgbClr val="E55B5B"/>
                </a:solidFill>
                <a:latin typeface="Calibri"/>
                <a:ea typeface="Calibri"/>
                <a:cs typeface="Calibri"/>
              </a:defRPr>
            </a:defPPr>
            <a:lvl1pPr algn="l">
              <a:defRPr sz="1650" b="1">
                <a:solidFill>
                  <a:srgbClr val="E55B5B"/>
                </a:solidFill>
                <a:latin typeface="Calibri"/>
                <a:ea typeface="Calibri"/>
                <a:cs typeface="Calibri"/>
              </a:defRPr>
            </a:lvl1pPr>
            <a:lvl2pPr algn="l">
              <a:defRPr sz="1650" b="1">
                <a:solidFill>
                  <a:srgbClr val="E55B5B"/>
                </a:solidFill>
                <a:latin typeface="Calibri"/>
                <a:ea typeface="Calibri"/>
                <a:cs typeface="Calibri"/>
              </a:defRPr>
            </a:lvl2pPr>
            <a:lvl3pPr algn="l">
              <a:defRPr sz="1650" b="1">
                <a:solidFill>
                  <a:srgbClr val="E55B5B"/>
                </a:solidFill>
                <a:latin typeface="Calibri"/>
                <a:ea typeface="Calibri"/>
                <a:cs typeface="Calibri"/>
              </a:defRPr>
            </a:lvl3pPr>
            <a:lvl4pPr algn="l">
              <a:defRPr sz="1650" b="1">
                <a:solidFill>
                  <a:srgbClr val="E55B5B"/>
                </a:solidFill>
                <a:latin typeface="Calibri"/>
                <a:ea typeface="Calibri"/>
                <a:cs typeface="Calibri"/>
              </a:defRPr>
            </a:lvl4pPr>
            <a:lvl5pPr algn="l">
              <a:defRPr sz="1650" b="1">
                <a:solidFill>
                  <a:srgbClr val="E55B5B"/>
                </a:solidFill>
                <a:latin typeface="Calibri"/>
                <a:ea typeface="Calibri"/>
                <a:cs typeface="Calibri"/>
              </a:defRPr>
            </a:lvl5pPr>
            <a:lvl6pPr algn="l">
              <a:defRPr sz="1650" b="1">
                <a:solidFill>
                  <a:srgbClr val="E55B5B"/>
                </a:solidFill>
                <a:latin typeface="Calibri"/>
                <a:ea typeface="Calibri"/>
                <a:cs typeface="Calibri"/>
              </a:defRPr>
            </a:lvl6pPr>
            <a:lvl7pPr algn="l">
              <a:defRPr sz="1650" b="1">
                <a:solidFill>
                  <a:srgbClr val="E55B5B"/>
                </a:solidFill>
                <a:latin typeface="Calibri"/>
                <a:ea typeface="Calibri"/>
                <a:cs typeface="Calibri"/>
              </a:defRPr>
            </a:lvl7pPr>
            <a:lvl8pPr algn="l">
              <a:defRPr sz="1650" b="1">
                <a:solidFill>
                  <a:srgbClr val="E55B5B"/>
                </a:solidFill>
                <a:latin typeface="Calibri"/>
                <a:ea typeface="Calibri"/>
                <a:cs typeface="Calibri"/>
              </a:defRPr>
            </a:lvl8pPr>
            <a:lvl9pPr algn="l">
              <a:defRPr sz="1650" b="1">
                <a:solidFill>
                  <a:srgbClr val="E55B5B"/>
                </a:solidFill>
                <a:latin typeface="Calibri"/>
                <a:ea typeface="Calibri"/>
                <a:cs typeface="Calibri"/>
              </a:defRPr>
            </a:lvl9pPr>
          </a:lstStyle>
          <a:p>
            <a:pPr defTabSz="1219170">
              <a:defRPr sz="1650" b="1">
                <a:solidFill>
                  <a:srgbClr val="E55B5B"/>
                </a:solidFill>
                <a:latin typeface="Calibri"/>
                <a:ea typeface="Calibri"/>
                <a:cs typeface="Calibri"/>
              </a:defRPr>
            </a:pPr>
            <a:r>
              <a:rPr sz="2200"/>
              <a:t>No connection</a:t>
            </a:r>
          </a:p>
        </p:txBody>
      </p:sp>
      <p:sp>
        <p:nvSpPr>
          <p:cNvPr id="52" name="Rectangle 51">
            <a:extLst>
              <a:ext uri="{FF2B5EF4-FFF2-40B4-BE49-F238E27FC236}">
                <a16:creationId xmlns:a16="http://schemas.microsoft.com/office/drawing/2014/main" id="{A2A90C60-3584-47DF-9E12-8974729E213D}"/>
              </a:ext>
            </a:extLst>
          </p:cNvPr>
          <p:cNvSpPr>
            <a:spLocks noGrp="1"/>
          </p:cNvSpPr>
          <p:nvPr/>
        </p:nvSpPr>
        <p:spPr>
          <a:xfrm>
            <a:off x="609600" y="5619749"/>
            <a:ext cx="10972800" cy="457200"/>
          </a:xfrm>
          <a:prstGeom prst="rect">
            <a:avLst/>
          </a:prstGeom>
          <a:noFill/>
          <a:ln w="0">
            <a:noFill/>
            <a:prstDash val="solid"/>
          </a:ln>
        </p:spPr>
        <p:txBody>
          <a:bodyPr wrap="square" lIns="0" tIns="0" rIns="0" bIns="0" anchor="ctr">
            <a:noAutofit/>
          </a:bodyPr>
          <a:lstStyle>
            <a:defPPr algn="l">
              <a:defRPr sz="1300" b="0">
                <a:solidFill>
                  <a:srgbClr val="4A4F6A"/>
                </a:solidFill>
                <a:latin typeface="Calibri"/>
                <a:ea typeface="Calibri"/>
                <a:cs typeface="Calibri"/>
              </a:defRPr>
            </a:defPPr>
            <a:lvl1pPr algn="l">
              <a:defRPr sz="1300" b="0">
                <a:solidFill>
                  <a:srgbClr val="4A4F6A"/>
                </a:solidFill>
                <a:latin typeface="Calibri"/>
                <a:ea typeface="Calibri"/>
                <a:cs typeface="Calibri"/>
              </a:defRPr>
            </a:lvl1pPr>
            <a:lvl2pPr algn="l">
              <a:defRPr sz="1300" b="0">
                <a:solidFill>
                  <a:srgbClr val="4A4F6A"/>
                </a:solidFill>
                <a:latin typeface="Calibri"/>
                <a:ea typeface="Calibri"/>
                <a:cs typeface="Calibri"/>
              </a:defRPr>
            </a:lvl2pPr>
            <a:lvl3pPr algn="l">
              <a:defRPr sz="1300" b="0">
                <a:solidFill>
                  <a:srgbClr val="4A4F6A"/>
                </a:solidFill>
                <a:latin typeface="Calibri"/>
                <a:ea typeface="Calibri"/>
                <a:cs typeface="Calibri"/>
              </a:defRPr>
            </a:lvl3pPr>
            <a:lvl4pPr algn="l">
              <a:defRPr sz="1300" b="0">
                <a:solidFill>
                  <a:srgbClr val="4A4F6A"/>
                </a:solidFill>
                <a:latin typeface="Calibri"/>
                <a:ea typeface="Calibri"/>
                <a:cs typeface="Calibri"/>
              </a:defRPr>
            </a:lvl4pPr>
            <a:lvl5pPr algn="l">
              <a:defRPr sz="1300" b="0">
                <a:solidFill>
                  <a:srgbClr val="4A4F6A"/>
                </a:solidFill>
                <a:latin typeface="Calibri"/>
                <a:ea typeface="Calibri"/>
                <a:cs typeface="Calibri"/>
              </a:defRPr>
            </a:lvl5pPr>
            <a:lvl6pPr algn="l">
              <a:defRPr sz="1300" b="0">
                <a:solidFill>
                  <a:srgbClr val="4A4F6A"/>
                </a:solidFill>
                <a:latin typeface="Calibri"/>
                <a:ea typeface="Calibri"/>
                <a:cs typeface="Calibri"/>
              </a:defRPr>
            </a:lvl6pPr>
            <a:lvl7pPr algn="l">
              <a:defRPr sz="1300" b="0">
                <a:solidFill>
                  <a:srgbClr val="4A4F6A"/>
                </a:solidFill>
                <a:latin typeface="Calibri"/>
                <a:ea typeface="Calibri"/>
                <a:cs typeface="Calibri"/>
              </a:defRPr>
            </a:lvl7pPr>
            <a:lvl8pPr algn="l">
              <a:defRPr sz="1300" b="0">
                <a:solidFill>
                  <a:srgbClr val="4A4F6A"/>
                </a:solidFill>
                <a:latin typeface="Calibri"/>
                <a:ea typeface="Calibri"/>
                <a:cs typeface="Calibri"/>
              </a:defRPr>
            </a:lvl8pPr>
            <a:lvl9pPr algn="l">
              <a:defRPr sz="1300" b="0">
                <a:solidFill>
                  <a:srgbClr val="4A4F6A"/>
                </a:solidFill>
                <a:latin typeface="Calibri"/>
                <a:ea typeface="Calibri"/>
                <a:cs typeface="Calibri"/>
              </a:defRPr>
            </a:lvl9pPr>
          </a:lstStyle>
          <a:p>
            <a:pPr defTabSz="1219170">
              <a:defRPr sz="1300" b="0">
                <a:solidFill>
                  <a:srgbClr val="4A4F6A"/>
                </a:solidFill>
                <a:latin typeface="Calibri"/>
                <a:ea typeface="Calibri"/>
                <a:cs typeface="Calibri"/>
              </a:defRPr>
            </a:pPr>
            <a:r>
              <a:rPr sz="1733"/>
              <a:t>A clear “no route” result is better than an invalid path.</a:t>
            </a:r>
          </a:p>
        </p:txBody>
      </p:sp>
    </p:spTree>
    <p:extLst>
      <p:ext uri="{BB962C8B-B14F-4D97-AF65-F5344CB8AC3E}">
        <p14:creationId xmlns:p14="http://schemas.microsoft.com/office/powerpoint/2010/main" val="377059784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 name="Rectangle 88"/>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sz="2400">
              <a:solidFill>
                <a:srgbClr val="FFFFFF"/>
              </a:solidFill>
              <a:latin typeface="Calibri"/>
            </a:endParaRPr>
          </a:p>
        </p:txBody>
      </p:sp>
      <p:sp>
        <p:nvSpPr>
          <p:cNvPr id="2" name="Rectangle 1">
            <a:extLst>
              <a:ext uri="{FF2B5EF4-FFF2-40B4-BE49-F238E27FC236}">
                <a16:creationId xmlns:a16="http://schemas.microsoft.com/office/drawing/2014/main" id="{1C1FDF9C-207E-4A0D-B208-5A0798FFF643}"/>
              </a:ext>
            </a:extLst>
          </p:cNvPr>
          <p:cNvSpPr>
            <a:spLocks noGrp="1"/>
          </p:cNvSpPr>
          <p:nvPr/>
        </p:nvSpPr>
        <p:spPr>
          <a:xfrm>
            <a:off x="731520" y="365760"/>
            <a:ext cx="10728960" cy="853440"/>
          </a:xfrm>
          <a:prstGeom prst="rect">
            <a:avLst/>
          </a:prstGeom>
          <a:noFill/>
          <a:ln w="0">
            <a:noFill/>
            <a:prstDash val="solid"/>
          </a:ln>
        </p:spPr>
        <p:txBody>
          <a:bodyPr wrap="square" lIns="0" tIns="0" rIns="0" bIns="0" anchor="ctr">
            <a:noAutofit/>
          </a:bodyPr>
          <a:lstStyle>
            <a:defPPr algn="l">
              <a:defRPr sz="2350" b="1">
                <a:solidFill>
                  <a:srgbClr val="1B1F3B"/>
                </a:solidFill>
                <a:latin typeface="Calibri"/>
                <a:ea typeface="Calibri"/>
                <a:cs typeface="Calibri"/>
              </a:defRPr>
            </a:defPPr>
            <a:lvl1pPr algn="l">
              <a:defRPr sz="2350" b="1">
                <a:solidFill>
                  <a:srgbClr val="1B1F3B"/>
                </a:solidFill>
                <a:latin typeface="Calibri"/>
                <a:ea typeface="Calibri"/>
                <a:cs typeface="Calibri"/>
              </a:defRPr>
            </a:lvl1pPr>
            <a:lvl2pPr algn="l">
              <a:defRPr sz="2350" b="1">
                <a:solidFill>
                  <a:srgbClr val="1B1F3B"/>
                </a:solidFill>
                <a:latin typeface="Calibri"/>
                <a:ea typeface="Calibri"/>
                <a:cs typeface="Calibri"/>
              </a:defRPr>
            </a:lvl2pPr>
            <a:lvl3pPr algn="l">
              <a:defRPr sz="2350" b="1">
                <a:solidFill>
                  <a:srgbClr val="1B1F3B"/>
                </a:solidFill>
                <a:latin typeface="Calibri"/>
                <a:ea typeface="Calibri"/>
                <a:cs typeface="Calibri"/>
              </a:defRPr>
            </a:lvl3pPr>
            <a:lvl4pPr algn="l">
              <a:defRPr sz="2350" b="1">
                <a:solidFill>
                  <a:srgbClr val="1B1F3B"/>
                </a:solidFill>
                <a:latin typeface="Calibri"/>
                <a:ea typeface="Calibri"/>
                <a:cs typeface="Calibri"/>
              </a:defRPr>
            </a:lvl4pPr>
            <a:lvl5pPr algn="l">
              <a:defRPr sz="2350" b="1">
                <a:solidFill>
                  <a:srgbClr val="1B1F3B"/>
                </a:solidFill>
                <a:latin typeface="Calibri"/>
                <a:ea typeface="Calibri"/>
                <a:cs typeface="Calibri"/>
              </a:defRPr>
            </a:lvl5pPr>
            <a:lvl6pPr algn="l">
              <a:defRPr sz="2350" b="1">
                <a:solidFill>
                  <a:srgbClr val="1B1F3B"/>
                </a:solidFill>
                <a:latin typeface="Calibri"/>
                <a:ea typeface="Calibri"/>
                <a:cs typeface="Calibri"/>
              </a:defRPr>
            </a:lvl6pPr>
            <a:lvl7pPr algn="l">
              <a:defRPr sz="2350" b="1">
                <a:solidFill>
                  <a:srgbClr val="1B1F3B"/>
                </a:solidFill>
                <a:latin typeface="Calibri"/>
                <a:ea typeface="Calibri"/>
                <a:cs typeface="Calibri"/>
              </a:defRPr>
            </a:lvl7pPr>
            <a:lvl8pPr algn="l">
              <a:defRPr sz="2350" b="1">
                <a:solidFill>
                  <a:srgbClr val="1B1F3B"/>
                </a:solidFill>
                <a:latin typeface="Calibri"/>
                <a:ea typeface="Calibri"/>
                <a:cs typeface="Calibri"/>
              </a:defRPr>
            </a:lvl8pPr>
            <a:lvl9pPr algn="l">
              <a:defRPr sz="2350" b="1">
                <a:solidFill>
                  <a:srgbClr val="1B1F3B"/>
                </a:solidFill>
                <a:latin typeface="Calibri"/>
                <a:ea typeface="Calibri"/>
                <a:cs typeface="Calibri"/>
              </a:defRPr>
            </a:lvl9pPr>
          </a:lstStyle>
          <a:p>
            <a:pPr defTabSz="1219170">
              <a:defRPr sz="2350" b="1">
                <a:solidFill>
                  <a:srgbClr val="1B1F3B"/>
                </a:solidFill>
                <a:latin typeface="Calibri"/>
                <a:ea typeface="Calibri"/>
                <a:cs typeface="Calibri"/>
              </a:defRPr>
            </a:pPr>
            <a:r>
              <a:rPr sz="3733"/>
              <a:t>A fair comparison uses the same roads</a:t>
            </a:r>
          </a:p>
        </p:txBody>
      </p:sp>
      <p:sp>
        <p:nvSpPr>
          <p:cNvPr id="3" name="Rectangle 2">
            <a:extLst>
              <a:ext uri="{FF2B5EF4-FFF2-40B4-BE49-F238E27FC236}">
                <a16:creationId xmlns:a16="http://schemas.microsoft.com/office/drawing/2014/main" id="{408CC9AA-9487-477B-B343-A3863954699F}"/>
              </a:ext>
            </a:extLst>
          </p:cNvPr>
          <p:cNvSpPr>
            <a:spLocks noGrp="1"/>
          </p:cNvSpPr>
          <p:nvPr/>
        </p:nvSpPr>
        <p:spPr>
          <a:xfrm>
            <a:off x="609601" y="6229350"/>
            <a:ext cx="9334500" cy="266700"/>
          </a:xfrm>
          <a:prstGeom prst="rect">
            <a:avLst/>
          </a:prstGeom>
          <a:noFill/>
          <a:ln w="0">
            <a:noFill/>
            <a:prstDash val="solid"/>
          </a:ln>
        </p:spPr>
        <p:txBody>
          <a:bodyPr wrap="square" lIns="0" tIns="0" rIns="0" bIns="0" anchor="ctr">
            <a:noAutofit/>
          </a:bodyPr>
          <a:lstStyle>
            <a:defPPr algn="l">
              <a:defRPr sz="950" b="0">
                <a:solidFill>
                  <a:srgbClr val="4A4F6A"/>
                </a:solidFill>
                <a:latin typeface="Calibri"/>
                <a:ea typeface="Calibri"/>
                <a:cs typeface="Calibri"/>
              </a:defRPr>
            </a:defPPr>
            <a:lvl1pPr algn="l">
              <a:defRPr sz="950" b="0">
                <a:solidFill>
                  <a:srgbClr val="4A4F6A"/>
                </a:solidFill>
                <a:latin typeface="Calibri"/>
                <a:ea typeface="Calibri"/>
                <a:cs typeface="Calibri"/>
              </a:defRPr>
            </a:lvl1pPr>
            <a:lvl2pPr algn="l">
              <a:defRPr sz="950" b="0">
                <a:solidFill>
                  <a:srgbClr val="4A4F6A"/>
                </a:solidFill>
                <a:latin typeface="Calibri"/>
                <a:ea typeface="Calibri"/>
                <a:cs typeface="Calibri"/>
              </a:defRPr>
            </a:lvl2pPr>
            <a:lvl3pPr algn="l">
              <a:defRPr sz="950" b="0">
                <a:solidFill>
                  <a:srgbClr val="4A4F6A"/>
                </a:solidFill>
                <a:latin typeface="Calibri"/>
                <a:ea typeface="Calibri"/>
                <a:cs typeface="Calibri"/>
              </a:defRPr>
            </a:lvl3pPr>
            <a:lvl4pPr algn="l">
              <a:defRPr sz="950" b="0">
                <a:solidFill>
                  <a:srgbClr val="4A4F6A"/>
                </a:solidFill>
                <a:latin typeface="Calibri"/>
                <a:ea typeface="Calibri"/>
                <a:cs typeface="Calibri"/>
              </a:defRPr>
            </a:lvl4pPr>
            <a:lvl5pPr algn="l">
              <a:defRPr sz="950" b="0">
                <a:solidFill>
                  <a:srgbClr val="4A4F6A"/>
                </a:solidFill>
                <a:latin typeface="Calibri"/>
                <a:ea typeface="Calibri"/>
                <a:cs typeface="Calibri"/>
              </a:defRPr>
            </a:lvl5pPr>
            <a:lvl6pPr algn="l">
              <a:defRPr sz="950" b="0">
                <a:solidFill>
                  <a:srgbClr val="4A4F6A"/>
                </a:solidFill>
                <a:latin typeface="Calibri"/>
                <a:ea typeface="Calibri"/>
                <a:cs typeface="Calibri"/>
              </a:defRPr>
            </a:lvl6pPr>
            <a:lvl7pPr algn="l">
              <a:defRPr sz="950" b="0">
                <a:solidFill>
                  <a:srgbClr val="4A4F6A"/>
                </a:solidFill>
                <a:latin typeface="Calibri"/>
                <a:ea typeface="Calibri"/>
                <a:cs typeface="Calibri"/>
              </a:defRPr>
            </a:lvl7pPr>
            <a:lvl8pPr algn="l">
              <a:defRPr sz="950" b="0">
                <a:solidFill>
                  <a:srgbClr val="4A4F6A"/>
                </a:solidFill>
                <a:latin typeface="Calibri"/>
                <a:ea typeface="Calibri"/>
                <a:cs typeface="Calibri"/>
              </a:defRPr>
            </a:lvl8pPr>
            <a:lvl9pPr algn="l">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7  Comparison and scenarios</a:t>
            </a:r>
          </a:p>
        </p:txBody>
      </p:sp>
      <p:sp>
        <p:nvSpPr>
          <p:cNvPr id="4" name="Rectangle 3">
            <a:extLst>
              <a:ext uri="{FF2B5EF4-FFF2-40B4-BE49-F238E27FC236}">
                <a16:creationId xmlns:a16="http://schemas.microsoft.com/office/drawing/2014/main" id="{A53B5970-79DA-451B-A071-FEF6930AC03A}"/>
              </a:ext>
            </a:extLst>
          </p:cNvPr>
          <p:cNvSpPr>
            <a:spLocks noGrp="1"/>
          </p:cNvSpPr>
          <p:nvPr/>
        </p:nvSpPr>
        <p:spPr>
          <a:xfrm>
            <a:off x="10953750" y="6229350"/>
            <a:ext cx="619125" cy="266700"/>
          </a:xfrm>
          <a:prstGeom prst="rect">
            <a:avLst/>
          </a:prstGeom>
          <a:noFill/>
          <a:ln w="0">
            <a:noFill/>
            <a:prstDash val="solid"/>
          </a:ln>
        </p:spPr>
        <p:txBody>
          <a:bodyPr wrap="square" lIns="0" tIns="0" rIns="0" bIns="0" anchor="ctr">
            <a:noAutofit/>
          </a:bodyPr>
          <a:lstStyle>
            <a:defPPr algn="r">
              <a:defRPr sz="950" b="0">
                <a:solidFill>
                  <a:srgbClr val="4A4F6A"/>
                </a:solidFill>
                <a:latin typeface="Calibri"/>
                <a:ea typeface="Calibri"/>
                <a:cs typeface="Calibri"/>
              </a:defRPr>
            </a:defPPr>
            <a:lvl1pPr algn="r">
              <a:defRPr sz="950" b="0">
                <a:solidFill>
                  <a:srgbClr val="4A4F6A"/>
                </a:solidFill>
                <a:latin typeface="Calibri"/>
                <a:ea typeface="Calibri"/>
                <a:cs typeface="Calibri"/>
              </a:defRPr>
            </a:lvl1pPr>
            <a:lvl2pPr algn="r">
              <a:defRPr sz="950" b="0">
                <a:solidFill>
                  <a:srgbClr val="4A4F6A"/>
                </a:solidFill>
                <a:latin typeface="Calibri"/>
                <a:ea typeface="Calibri"/>
                <a:cs typeface="Calibri"/>
              </a:defRPr>
            </a:lvl2pPr>
            <a:lvl3pPr algn="r">
              <a:defRPr sz="950" b="0">
                <a:solidFill>
                  <a:srgbClr val="4A4F6A"/>
                </a:solidFill>
                <a:latin typeface="Calibri"/>
                <a:ea typeface="Calibri"/>
                <a:cs typeface="Calibri"/>
              </a:defRPr>
            </a:lvl3pPr>
            <a:lvl4pPr algn="r">
              <a:defRPr sz="950" b="0">
                <a:solidFill>
                  <a:srgbClr val="4A4F6A"/>
                </a:solidFill>
                <a:latin typeface="Calibri"/>
                <a:ea typeface="Calibri"/>
                <a:cs typeface="Calibri"/>
              </a:defRPr>
            </a:lvl4pPr>
            <a:lvl5pPr algn="r">
              <a:defRPr sz="950" b="0">
                <a:solidFill>
                  <a:srgbClr val="4A4F6A"/>
                </a:solidFill>
                <a:latin typeface="Calibri"/>
                <a:ea typeface="Calibri"/>
                <a:cs typeface="Calibri"/>
              </a:defRPr>
            </a:lvl5pPr>
            <a:lvl6pPr algn="r">
              <a:defRPr sz="950" b="0">
                <a:solidFill>
                  <a:srgbClr val="4A4F6A"/>
                </a:solidFill>
                <a:latin typeface="Calibri"/>
                <a:ea typeface="Calibri"/>
                <a:cs typeface="Calibri"/>
              </a:defRPr>
            </a:lvl6pPr>
            <a:lvl7pPr algn="r">
              <a:defRPr sz="950" b="0">
                <a:solidFill>
                  <a:srgbClr val="4A4F6A"/>
                </a:solidFill>
                <a:latin typeface="Calibri"/>
                <a:ea typeface="Calibri"/>
                <a:cs typeface="Calibri"/>
              </a:defRPr>
            </a:lvl7pPr>
            <a:lvl8pPr algn="r">
              <a:defRPr sz="950" b="0">
                <a:solidFill>
                  <a:srgbClr val="4A4F6A"/>
                </a:solidFill>
                <a:latin typeface="Calibri"/>
                <a:ea typeface="Calibri"/>
                <a:cs typeface="Calibri"/>
              </a:defRPr>
            </a:lvl8pPr>
            <a:lvl9pPr algn="r">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21</a:t>
            </a:r>
          </a:p>
        </p:txBody>
      </p:sp>
      <p:sp>
        <p:nvSpPr>
          <p:cNvPr id="5" name="Rectangle 4">
            <a:extLst>
              <a:ext uri="{FF2B5EF4-FFF2-40B4-BE49-F238E27FC236}">
                <a16:creationId xmlns:a16="http://schemas.microsoft.com/office/drawing/2014/main" id="{7961FE1F-070A-4E67-B1AC-C668A03CF372}"/>
              </a:ext>
            </a:extLst>
          </p:cNvPr>
          <p:cNvSpPr>
            <a:spLocks noGrp="1"/>
          </p:cNvSpPr>
          <p:nvPr/>
        </p:nvSpPr>
        <p:spPr>
          <a:xfrm>
            <a:off x="714375" y="1809750"/>
            <a:ext cx="619125" cy="6191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6" name="Rectangle 5">
            <a:extLst>
              <a:ext uri="{FF2B5EF4-FFF2-40B4-BE49-F238E27FC236}">
                <a16:creationId xmlns:a16="http://schemas.microsoft.com/office/drawing/2014/main" id="{AFF5749F-5383-47F3-A89F-B44248054D28}"/>
              </a:ext>
            </a:extLst>
          </p:cNvPr>
          <p:cNvSpPr>
            <a:spLocks noGrp="1"/>
          </p:cNvSpPr>
          <p:nvPr/>
        </p:nvSpPr>
        <p:spPr>
          <a:xfrm>
            <a:off x="1362075" y="1809750"/>
            <a:ext cx="619125" cy="6191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7" name="Rectangle 6">
            <a:extLst>
              <a:ext uri="{FF2B5EF4-FFF2-40B4-BE49-F238E27FC236}">
                <a16:creationId xmlns:a16="http://schemas.microsoft.com/office/drawing/2014/main" id="{C6443D6A-9231-4473-8F50-208652B5F74F}"/>
              </a:ext>
            </a:extLst>
          </p:cNvPr>
          <p:cNvSpPr>
            <a:spLocks noGrp="1"/>
          </p:cNvSpPr>
          <p:nvPr/>
        </p:nvSpPr>
        <p:spPr>
          <a:xfrm>
            <a:off x="2009775" y="1809750"/>
            <a:ext cx="619125" cy="6191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8" name="Rectangle 7">
            <a:extLst>
              <a:ext uri="{FF2B5EF4-FFF2-40B4-BE49-F238E27FC236}">
                <a16:creationId xmlns:a16="http://schemas.microsoft.com/office/drawing/2014/main" id="{7A4B266A-01B0-47D4-815E-7CB681A4A958}"/>
              </a:ext>
            </a:extLst>
          </p:cNvPr>
          <p:cNvSpPr>
            <a:spLocks noGrp="1"/>
          </p:cNvSpPr>
          <p:nvPr/>
        </p:nvSpPr>
        <p:spPr>
          <a:xfrm>
            <a:off x="2657475" y="1809750"/>
            <a:ext cx="619125" cy="6191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9" name="Rectangle 8">
            <a:extLst>
              <a:ext uri="{FF2B5EF4-FFF2-40B4-BE49-F238E27FC236}">
                <a16:creationId xmlns:a16="http://schemas.microsoft.com/office/drawing/2014/main" id="{919428EC-7AA0-48DB-953C-5B0BA19DEC0E}"/>
              </a:ext>
            </a:extLst>
          </p:cNvPr>
          <p:cNvSpPr>
            <a:spLocks noGrp="1"/>
          </p:cNvSpPr>
          <p:nvPr/>
        </p:nvSpPr>
        <p:spPr>
          <a:xfrm>
            <a:off x="3305175" y="1809750"/>
            <a:ext cx="619125" cy="619125"/>
          </a:xfrm>
          <a:prstGeom prst="rect">
            <a:avLst/>
          </a:prstGeom>
          <a:solidFill>
            <a:srgbClr val="FBE5E5"/>
          </a:solidFill>
          <a:ln w="7144">
            <a:solidFill>
              <a:srgbClr val="FFFFFF"/>
            </a:solidFill>
            <a:prstDash val="solid"/>
          </a:ln>
        </p:spPr>
        <p:txBody>
          <a:bodyPr/>
          <a:lstStyle/>
          <a:p>
            <a:pPr defTabSz="1219170"/>
            <a:endParaRPr sz="2400">
              <a:solidFill>
                <a:srgbClr val="1B1F3B"/>
              </a:solidFill>
              <a:latin typeface="Calibri"/>
            </a:endParaRPr>
          </a:p>
        </p:txBody>
      </p:sp>
      <p:sp>
        <p:nvSpPr>
          <p:cNvPr id="10" name="Rectangle 9">
            <a:extLst>
              <a:ext uri="{FF2B5EF4-FFF2-40B4-BE49-F238E27FC236}">
                <a16:creationId xmlns:a16="http://schemas.microsoft.com/office/drawing/2014/main" id="{F59F14DB-0D32-4750-9D31-2DB648520309}"/>
              </a:ext>
            </a:extLst>
          </p:cNvPr>
          <p:cNvSpPr>
            <a:spLocks noGrp="1"/>
          </p:cNvSpPr>
          <p:nvPr/>
        </p:nvSpPr>
        <p:spPr>
          <a:xfrm>
            <a:off x="3305175" y="1809750"/>
            <a:ext cx="619125" cy="619125"/>
          </a:xfrm>
          <a:prstGeom prst="rect">
            <a:avLst/>
          </a:prstGeom>
          <a:noFill/>
          <a:ln w="0">
            <a:noFill/>
            <a:prstDash val="solid"/>
          </a:ln>
        </p:spPr>
        <p:txBody>
          <a:bodyPr wrap="square" lIns="0" tIns="0" rIns="0" bIns="0" anchor="ctr">
            <a:noAutofit/>
          </a:bodyPr>
          <a:lstStyle>
            <a:defPPr algn="ctr">
              <a:defRPr sz="1850" b="1">
                <a:solidFill>
                  <a:srgbClr val="E55B5B"/>
                </a:solidFill>
                <a:latin typeface="Calibri"/>
                <a:ea typeface="Calibri"/>
                <a:cs typeface="Calibri"/>
              </a:defRPr>
            </a:defPPr>
            <a:lvl1pPr algn="ctr">
              <a:defRPr sz="1850" b="1">
                <a:solidFill>
                  <a:srgbClr val="E55B5B"/>
                </a:solidFill>
                <a:latin typeface="Calibri"/>
                <a:ea typeface="Calibri"/>
                <a:cs typeface="Calibri"/>
              </a:defRPr>
            </a:lvl1pPr>
            <a:lvl2pPr algn="ctr">
              <a:defRPr sz="1850" b="1">
                <a:solidFill>
                  <a:srgbClr val="E55B5B"/>
                </a:solidFill>
                <a:latin typeface="Calibri"/>
                <a:ea typeface="Calibri"/>
                <a:cs typeface="Calibri"/>
              </a:defRPr>
            </a:lvl2pPr>
            <a:lvl3pPr algn="ctr">
              <a:defRPr sz="1850" b="1">
                <a:solidFill>
                  <a:srgbClr val="E55B5B"/>
                </a:solidFill>
                <a:latin typeface="Calibri"/>
                <a:ea typeface="Calibri"/>
                <a:cs typeface="Calibri"/>
              </a:defRPr>
            </a:lvl3pPr>
            <a:lvl4pPr algn="ctr">
              <a:defRPr sz="1850" b="1">
                <a:solidFill>
                  <a:srgbClr val="E55B5B"/>
                </a:solidFill>
                <a:latin typeface="Calibri"/>
                <a:ea typeface="Calibri"/>
                <a:cs typeface="Calibri"/>
              </a:defRPr>
            </a:lvl4pPr>
            <a:lvl5pPr algn="ctr">
              <a:defRPr sz="1850" b="1">
                <a:solidFill>
                  <a:srgbClr val="E55B5B"/>
                </a:solidFill>
                <a:latin typeface="Calibri"/>
                <a:ea typeface="Calibri"/>
                <a:cs typeface="Calibri"/>
              </a:defRPr>
            </a:lvl5pPr>
            <a:lvl6pPr algn="ctr">
              <a:defRPr sz="1850" b="1">
                <a:solidFill>
                  <a:srgbClr val="E55B5B"/>
                </a:solidFill>
                <a:latin typeface="Calibri"/>
                <a:ea typeface="Calibri"/>
                <a:cs typeface="Calibri"/>
              </a:defRPr>
            </a:lvl6pPr>
            <a:lvl7pPr algn="ctr">
              <a:defRPr sz="1850" b="1">
                <a:solidFill>
                  <a:srgbClr val="E55B5B"/>
                </a:solidFill>
                <a:latin typeface="Calibri"/>
                <a:ea typeface="Calibri"/>
                <a:cs typeface="Calibri"/>
              </a:defRPr>
            </a:lvl7pPr>
            <a:lvl8pPr algn="ctr">
              <a:defRPr sz="1850" b="1">
                <a:solidFill>
                  <a:srgbClr val="E55B5B"/>
                </a:solidFill>
                <a:latin typeface="Calibri"/>
                <a:ea typeface="Calibri"/>
                <a:cs typeface="Calibri"/>
              </a:defRPr>
            </a:lvl8pPr>
            <a:lvl9pPr algn="ctr">
              <a:defRPr sz="1850" b="1">
                <a:solidFill>
                  <a:srgbClr val="E55B5B"/>
                </a:solidFill>
                <a:latin typeface="Calibri"/>
                <a:ea typeface="Calibri"/>
                <a:cs typeface="Calibri"/>
              </a:defRPr>
            </a:lvl9pPr>
          </a:lstStyle>
          <a:p>
            <a:pPr defTabSz="1219170">
              <a:defRPr sz="1850" b="1">
                <a:solidFill>
                  <a:srgbClr val="E55B5B"/>
                </a:solidFill>
                <a:latin typeface="Calibri"/>
                <a:ea typeface="Calibri"/>
                <a:cs typeface="Calibri"/>
              </a:defRPr>
            </a:pPr>
            <a:r>
              <a:rPr sz="2467"/>
              <a:t>×</a:t>
            </a:r>
          </a:p>
        </p:txBody>
      </p:sp>
      <p:sp>
        <p:nvSpPr>
          <p:cNvPr id="11" name="Rectangle 10">
            <a:extLst>
              <a:ext uri="{FF2B5EF4-FFF2-40B4-BE49-F238E27FC236}">
                <a16:creationId xmlns:a16="http://schemas.microsoft.com/office/drawing/2014/main" id="{F0BB7A1D-20B8-48EA-B431-12DC7FF52A1B}"/>
              </a:ext>
            </a:extLst>
          </p:cNvPr>
          <p:cNvSpPr>
            <a:spLocks noGrp="1"/>
          </p:cNvSpPr>
          <p:nvPr/>
        </p:nvSpPr>
        <p:spPr>
          <a:xfrm>
            <a:off x="3952875" y="1809750"/>
            <a:ext cx="619125" cy="6191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2" name="Rectangle 11">
            <a:extLst>
              <a:ext uri="{FF2B5EF4-FFF2-40B4-BE49-F238E27FC236}">
                <a16:creationId xmlns:a16="http://schemas.microsoft.com/office/drawing/2014/main" id="{9FD09C72-DBBC-4306-A51F-12CD70FF2535}"/>
              </a:ext>
            </a:extLst>
          </p:cNvPr>
          <p:cNvSpPr>
            <a:spLocks noGrp="1"/>
          </p:cNvSpPr>
          <p:nvPr/>
        </p:nvSpPr>
        <p:spPr>
          <a:xfrm>
            <a:off x="4600575" y="1809750"/>
            <a:ext cx="619125" cy="6191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3" name="Rectangle 12">
            <a:extLst>
              <a:ext uri="{FF2B5EF4-FFF2-40B4-BE49-F238E27FC236}">
                <a16:creationId xmlns:a16="http://schemas.microsoft.com/office/drawing/2014/main" id="{4522AD80-F44E-4C97-868B-75C6FC3EBB93}"/>
              </a:ext>
            </a:extLst>
          </p:cNvPr>
          <p:cNvSpPr>
            <a:spLocks noGrp="1"/>
          </p:cNvSpPr>
          <p:nvPr/>
        </p:nvSpPr>
        <p:spPr>
          <a:xfrm>
            <a:off x="714375" y="2457451"/>
            <a:ext cx="619125" cy="6191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4" name="Rectangle 13">
            <a:extLst>
              <a:ext uri="{FF2B5EF4-FFF2-40B4-BE49-F238E27FC236}">
                <a16:creationId xmlns:a16="http://schemas.microsoft.com/office/drawing/2014/main" id="{39B594FC-B11F-4744-AF32-02C460AE72B3}"/>
              </a:ext>
            </a:extLst>
          </p:cNvPr>
          <p:cNvSpPr>
            <a:spLocks noGrp="1"/>
          </p:cNvSpPr>
          <p:nvPr/>
        </p:nvSpPr>
        <p:spPr>
          <a:xfrm>
            <a:off x="1362075" y="2457451"/>
            <a:ext cx="619125" cy="6191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5" name="Rectangle 14">
            <a:extLst>
              <a:ext uri="{FF2B5EF4-FFF2-40B4-BE49-F238E27FC236}">
                <a16:creationId xmlns:a16="http://schemas.microsoft.com/office/drawing/2014/main" id="{0D7793C1-9035-4C20-A0CB-E4614C6D44C3}"/>
              </a:ext>
            </a:extLst>
          </p:cNvPr>
          <p:cNvSpPr>
            <a:spLocks noGrp="1"/>
          </p:cNvSpPr>
          <p:nvPr/>
        </p:nvSpPr>
        <p:spPr>
          <a:xfrm>
            <a:off x="2009775" y="2457451"/>
            <a:ext cx="619125" cy="6191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6" name="Rectangle 15">
            <a:extLst>
              <a:ext uri="{FF2B5EF4-FFF2-40B4-BE49-F238E27FC236}">
                <a16:creationId xmlns:a16="http://schemas.microsoft.com/office/drawing/2014/main" id="{37457A97-9104-4002-9221-F5E72084737B}"/>
              </a:ext>
            </a:extLst>
          </p:cNvPr>
          <p:cNvSpPr>
            <a:spLocks noGrp="1"/>
          </p:cNvSpPr>
          <p:nvPr/>
        </p:nvSpPr>
        <p:spPr>
          <a:xfrm>
            <a:off x="2657475" y="2457451"/>
            <a:ext cx="619125" cy="6191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7" name="Rectangle 16">
            <a:extLst>
              <a:ext uri="{FF2B5EF4-FFF2-40B4-BE49-F238E27FC236}">
                <a16:creationId xmlns:a16="http://schemas.microsoft.com/office/drawing/2014/main" id="{EB0F0C27-AFB0-42E1-84A3-0878D7AD6B3F}"/>
              </a:ext>
            </a:extLst>
          </p:cNvPr>
          <p:cNvSpPr>
            <a:spLocks noGrp="1"/>
          </p:cNvSpPr>
          <p:nvPr/>
        </p:nvSpPr>
        <p:spPr>
          <a:xfrm>
            <a:off x="3305175" y="2457451"/>
            <a:ext cx="619125" cy="6191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8" name="Rectangle 17">
            <a:extLst>
              <a:ext uri="{FF2B5EF4-FFF2-40B4-BE49-F238E27FC236}">
                <a16:creationId xmlns:a16="http://schemas.microsoft.com/office/drawing/2014/main" id="{19FF18F4-C096-48C0-8B66-32DE4BEE3B77}"/>
              </a:ext>
            </a:extLst>
          </p:cNvPr>
          <p:cNvSpPr>
            <a:spLocks noGrp="1"/>
          </p:cNvSpPr>
          <p:nvPr/>
        </p:nvSpPr>
        <p:spPr>
          <a:xfrm>
            <a:off x="3952875" y="2457451"/>
            <a:ext cx="619125" cy="6191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9" name="Rectangle 18">
            <a:extLst>
              <a:ext uri="{FF2B5EF4-FFF2-40B4-BE49-F238E27FC236}">
                <a16:creationId xmlns:a16="http://schemas.microsoft.com/office/drawing/2014/main" id="{19DAF34F-3176-4A66-A516-099999258590}"/>
              </a:ext>
            </a:extLst>
          </p:cNvPr>
          <p:cNvSpPr>
            <a:spLocks noGrp="1"/>
          </p:cNvSpPr>
          <p:nvPr/>
        </p:nvSpPr>
        <p:spPr>
          <a:xfrm>
            <a:off x="4600575" y="2457451"/>
            <a:ext cx="619125" cy="6191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0" name="Rectangle 19">
            <a:extLst>
              <a:ext uri="{FF2B5EF4-FFF2-40B4-BE49-F238E27FC236}">
                <a16:creationId xmlns:a16="http://schemas.microsoft.com/office/drawing/2014/main" id="{0900EF75-226A-4F21-8F72-4C5E732F65BA}"/>
              </a:ext>
            </a:extLst>
          </p:cNvPr>
          <p:cNvSpPr>
            <a:spLocks noGrp="1"/>
          </p:cNvSpPr>
          <p:nvPr/>
        </p:nvSpPr>
        <p:spPr>
          <a:xfrm>
            <a:off x="714375" y="3105150"/>
            <a:ext cx="619125" cy="6191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1" name="Rectangle 20">
            <a:extLst>
              <a:ext uri="{FF2B5EF4-FFF2-40B4-BE49-F238E27FC236}">
                <a16:creationId xmlns:a16="http://schemas.microsoft.com/office/drawing/2014/main" id="{C93E8D76-95F2-4BD6-A1CC-611E8EF1EB4E}"/>
              </a:ext>
            </a:extLst>
          </p:cNvPr>
          <p:cNvSpPr>
            <a:spLocks noGrp="1"/>
          </p:cNvSpPr>
          <p:nvPr/>
        </p:nvSpPr>
        <p:spPr>
          <a:xfrm>
            <a:off x="1362075" y="3105150"/>
            <a:ext cx="619125" cy="6191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2" name="Rectangle 21">
            <a:extLst>
              <a:ext uri="{FF2B5EF4-FFF2-40B4-BE49-F238E27FC236}">
                <a16:creationId xmlns:a16="http://schemas.microsoft.com/office/drawing/2014/main" id="{C2276291-0A46-4E17-8292-05BCE6AC40B1}"/>
              </a:ext>
            </a:extLst>
          </p:cNvPr>
          <p:cNvSpPr>
            <a:spLocks noGrp="1"/>
          </p:cNvSpPr>
          <p:nvPr/>
        </p:nvSpPr>
        <p:spPr>
          <a:xfrm>
            <a:off x="2009775" y="3105150"/>
            <a:ext cx="619125" cy="619125"/>
          </a:xfrm>
          <a:prstGeom prst="rect">
            <a:avLst/>
          </a:prstGeom>
          <a:solidFill>
            <a:srgbClr val="F8D19C"/>
          </a:solidFill>
          <a:ln w="7144">
            <a:solidFill>
              <a:srgbClr val="FFFFFF"/>
            </a:solidFill>
            <a:prstDash val="solid"/>
          </a:ln>
        </p:spPr>
        <p:txBody>
          <a:bodyPr/>
          <a:lstStyle/>
          <a:p>
            <a:pPr defTabSz="1219170"/>
            <a:endParaRPr sz="2400">
              <a:solidFill>
                <a:srgbClr val="1B1F3B"/>
              </a:solidFill>
              <a:latin typeface="Calibri"/>
            </a:endParaRPr>
          </a:p>
        </p:txBody>
      </p:sp>
      <p:sp>
        <p:nvSpPr>
          <p:cNvPr id="23" name="Rectangle 22">
            <a:extLst>
              <a:ext uri="{FF2B5EF4-FFF2-40B4-BE49-F238E27FC236}">
                <a16:creationId xmlns:a16="http://schemas.microsoft.com/office/drawing/2014/main" id="{0C2F0E68-4F2D-4D56-ABC4-18B8D654D3BD}"/>
              </a:ext>
            </a:extLst>
          </p:cNvPr>
          <p:cNvSpPr>
            <a:spLocks noGrp="1"/>
          </p:cNvSpPr>
          <p:nvPr/>
        </p:nvSpPr>
        <p:spPr>
          <a:xfrm>
            <a:off x="2657475" y="3105150"/>
            <a:ext cx="619125" cy="619125"/>
          </a:xfrm>
          <a:prstGeom prst="rect">
            <a:avLst/>
          </a:prstGeom>
          <a:solidFill>
            <a:srgbClr val="F8D19C"/>
          </a:solidFill>
          <a:ln w="7144">
            <a:solidFill>
              <a:srgbClr val="FFFFFF"/>
            </a:solidFill>
            <a:prstDash val="solid"/>
          </a:ln>
        </p:spPr>
        <p:txBody>
          <a:bodyPr/>
          <a:lstStyle/>
          <a:p>
            <a:pPr defTabSz="1219170"/>
            <a:endParaRPr sz="2400">
              <a:solidFill>
                <a:srgbClr val="1B1F3B"/>
              </a:solidFill>
              <a:latin typeface="Calibri"/>
            </a:endParaRPr>
          </a:p>
        </p:txBody>
      </p:sp>
      <p:sp>
        <p:nvSpPr>
          <p:cNvPr id="24" name="Rectangle 23">
            <a:extLst>
              <a:ext uri="{FF2B5EF4-FFF2-40B4-BE49-F238E27FC236}">
                <a16:creationId xmlns:a16="http://schemas.microsoft.com/office/drawing/2014/main" id="{12FFA110-1F8A-4349-BAF6-CD201E3CB9D6}"/>
              </a:ext>
            </a:extLst>
          </p:cNvPr>
          <p:cNvSpPr>
            <a:spLocks noGrp="1"/>
          </p:cNvSpPr>
          <p:nvPr/>
        </p:nvSpPr>
        <p:spPr>
          <a:xfrm>
            <a:off x="3305175" y="3105150"/>
            <a:ext cx="619125" cy="619125"/>
          </a:xfrm>
          <a:prstGeom prst="rect">
            <a:avLst/>
          </a:prstGeom>
          <a:solidFill>
            <a:srgbClr val="F8D19C"/>
          </a:solidFill>
          <a:ln w="7144">
            <a:solidFill>
              <a:srgbClr val="FFFFFF"/>
            </a:solidFill>
            <a:prstDash val="solid"/>
          </a:ln>
        </p:spPr>
        <p:txBody>
          <a:bodyPr/>
          <a:lstStyle/>
          <a:p>
            <a:pPr defTabSz="1219170"/>
            <a:endParaRPr sz="2400">
              <a:solidFill>
                <a:srgbClr val="1B1F3B"/>
              </a:solidFill>
              <a:latin typeface="Calibri"/>
            </a:endParaRPr>
          </a:p>
        </p:txBody>
      </p:sp>
      <p:sp>
        <p:nvSpPr>
          <p:cNvPr id="25" name="Rectangle 24">
            <a:extLst>
              <a:ext uri="{FF2B5EF4-FFF2-40B4-BE49-F238E27FC236}">
                <a16:creationId xmlns:a16="http://schemas.microsoft.com/office/drawing/2014/main" id="{81AE866C-F3B0-46D1-8B74-A3D054B6F211}"/>
              </a:ext>
            </a:extLst>
          </p:cNvPr>
          <p:cNvSpPr>
            <a:spLocks noGrp="1"/>
          </p:cNvSpPr>
          <p:nvPr/>
        </p:nvSpPr>
        <p:spPr>
          <a:xfrm>
            <a:off x="3952875" y="3105150"/>
            <a:ext cx="619125" cy="6191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6" name="Rectangle 25">
            <a:extLst>
              <a:ext uri="{FF2B5EF4-FFF2-40B4-BE49-F238E27FC236}">
                <a16:creationId xmlns:a16="http://schemas.microsoft.com/office/drawing/2014/main" id="{D46C7D85-DA92-4F84-9A99-466976C90754}"/>
              </a:ext>
            </a:extLst>
          </p:cNvPr>
          <p:cNvSpPr>
            <a:spLocks noGrp="1"/>
          </p:cNvSpPr>
          <p:nvPr/>
        </p:nvSpPr>
        <p:spPr>
          <a:xfrm>
            <a:off x="4600575" y="3105150"/>
            <a:ext cx="619125" cy="6191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7" name="Rectangle 26">
            <a:extLst>
              <a:ext uri="{FF2B5EF4-FFF2-40B4-BE49-F238E27FC236}">
                <a16:creationId xmlns:a16="http://schemas.microsoft.com/office/drawing/2014/main" id="{723386AE-F26F-417A-84A1-D4D8E1160993}"/>
              </a:ext>
            </a:extLst>
          </p:cNvPr>
          <p:cNvSpPr>
            <a:spLocks noGrp="1"/>
          </p:cNvSpPr>
          <p:nvPr/>
        </p:nvSpPr>
        <p:spPr>
          <a:xfrm>
            <a:off x="714375" y="3752851"/>
            <a:ext cx="619125" cy="6191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8" name="Rectangle 27">
            <a:extLst>
              <a:ext uri="{FF2B5EF4-FFF2-40B4-BE49-F238E27FC236}">
                <a16:creationId xmlns:a16="http://schemas.microsoft.com/office/drawing/2014/main" id="{B72E27E8-9486-4F7B-85F1-78BAB2B138C8}"/>
              </a:ext>
            </a:extLst>
          </p:cNvPr>
          <p:cNvSpPr>
            <a:spLocks noGrp="1"/>
          </p:cNvSpPr>
          <p:nvPr/>
        </p:nvSpPr>
        <p:spPr>
          <a:xfrm>
            <a:off x="1362075" y="3752851"/>
            <a:ext cx="619125" cy="6191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9" name="Rectangle 28">
            <a:extLst>
              <a:ext uri="{FF2B5EF4-FFF2-40B4-BE49-F238E27FC236}">
                <a16:creationId xmlns:a16="http://schemas.microsoft.com/office/drawing/2014/main" id="{1AC3E7D5-0441-4CD0-AC4B-F4B47F863702}"/>
              </a:ext>
            </a:extLst>
          </p:cNvPr>
          <p:cNvSpPr>
            <a:spLocks noGrp="1"/>
          </p:cNvSpPr>
          <p:nvPr/>
        </p:nvSpPr>
        <p:spPr>
          <a:xfrm>
            <a:off x="2009775" y="3752851"/>
            <a:ext cx="619125" cy="619125"/>
          </a:xfrm>
          <a:prstGeom prst="rect">
            <a:avLst/>
          </a:prstGeom>
          <a:solidFill>
            <a:srgbClr val="FBE5E5"/>
          </a:solidFill>
          <a:ln w="7144">
            <a:solidFill>
              <a:srgbClr val="FFFFFF"/>
            </a:solidFill>
            <a:prstDash val="solid"/>
          </a:ln>
        </p:spPr>
        <p:txBody>
          <a:bodyPr/>
          <a:lstStyle/>
          <a:p>
            <a:pPr defTabSz="1219170"/>
            <a:endParaRPr sz="2400">
              <a:solidFill>
                <a:srgbClr val="1B1F3B"/>
              </a:solidFill>
              <a:latin typeface="Calibri"/>
            </a:endParaRPr>
          </a:p>
        </p:txBody>
      </p:sp>
      <p:sp>
        <p:nvSpPr>
          <p:cNvPr id="30" name="Rectangle 29">
            <a:extLst>
              <a:ext uri="{FF2B5EF4-FFF2-40B4-BE49-F238E27FC236}">
                <a16:creationId xmlns:a16="http://schemas.microsoft.com/office/drawing/2014/main" id="{3D9CE714-88CA-46F6-8D98-86B60055198B}"/>
              </a:ext>
            </a:extLst>
          </p:cNvPr>
          <p:cNvSpPr>
            <a:spLocks noGrp="1"/>
          </p:cNvSpPr>
          <p:nvPr/>
        </p:nvSpPr>
        <p:spPr>
          <a:xfrm>
            <a:off x="2009775" y="3752851"/>
            <a:ext cx="619125" cy="619125"/>
          </a:xfrm>
          <a:prstGeom prst="rect">
            <a:avLst/>
          </a:prstGeom>
          <a:noFill/>
          <a:ln w="0">
            <a:noFill/>
            <a:prstDash val="solid"/>
          </a:ln>
        </p:spPr>
        <p:txBody>
          <a:bodyPr wrap="square" lIns="0" tIns="0" rIns="0" bIns="0" anchor="ctr">
            <a:noAutofit/>
          </a:bodyPr>
          <a:lstStyle>
            <a:defPPr algn="ctr">
              <a:defRPr sz="1850" b="1">
                <a:solidFill>
                  <a:srgbClr val="E55B5B"/>
                </a:solidFill>
                <a:latin typeface="Calibri"/>
                <a:ea typeface="Calibri"/>
                <a:cs typeface="Calibri"/>
              </a:defRPr>
            </a:defPPr>
            <a:lvl1pPr algn="ctr">
              <a:defRPr sz="1850" b="1">
                <a:solidFill>
                  <a:srgbClr val="E55B5B"/>
                </a:solidFill>
                <a:latin typeface="Calibri"/>
                <a:ea typeface="Calibri"/>
                <a:cs typeface="Calibri"/>
              </a:defRPr>
            </a:lvl1pPr>
            <a:lvl2pPr algn="ctr">
              <a:defRPr sz="1850" b="1">
                <a:solidFill>
                  <a:srgbClr val="E55B5B"/>
                </a:solidFill>
                <a:latin typeface="Calibri"/>
                <a:ea typeface="Calibri"/>
                <a:cs typeface="Calibri"/>
              </a:defRPr>
            </a:lvl2pPr>
            <a:lvl3pPr algn="ctr">
              <a:defRPr sz="1850" b="1">
                <a:solidFill>
                  <a:srgbClr val="E55B5B"/>
                </a:solidFill>
                <a:latin typeface="Calibri"/>
                <a:ea typeface="Calibri"/>
                <a:cs typeface="Calibri"/>
              </a:defRPr>
            </a:lvl3pPr>
            <a:lvl4pPr algn="ctr">
              <a:defRPr sz="1850" b="1">
                <a:solidFill>
                  <a:srgbClr val="E55B5B"/>
                </a:solidFill>
                <a:latin typeface="Calibri"/>
                <a:ea typeface="Calibri"/>
                <a:cs typeface="Calibri"/>
              </a:defRPr>
            </a:lvl4pPr>
            <a:lvl5pPr algn="ctr">
              <a:defRPr sz="1850" b="1">
                <a:solidFill>
                  <a:srgbClr val="E55B5B"/>
                </a:solidFill>
                <a:latin typeface="Calibri"/>
                <a:ea typeface="Calibri"/>
                <a:cs typeface="Calibri"/>
              </a:defRPr>
            </a:lvl5pPr>
            <a:lvl6pPr algn="ctr">
              <a:defRPr sz="1850" b="1">
                <a:solidFill>
                  <a:srgbClr val="E55B5B"/>
                </a:solidFill>
                <a:latin typeface="Calibri"/>
                <a:ea typeface="Calibri"/>
                <a:cs typeface="Calibri"/>
              </a:defRPr>
            </a:lvl6pPr>
            <a:lvl7pPr algn="ctr">
              <a:defRPr sz="1850" b="1">
                <a:solidFill>
                  <a:srgbClr val="E55B5B"/>
                </a:solidFill>
                <a:latin typeface="Calibri"/>
                <a:ea typeface="Calibri"/>
                <a:cs typeface="Calibri"/>
              </a:defRPr>
            </a:lvl7pPr>
            <a:lvl8pPr algn="ctr">
              <a:defRPr sz="1850" b="1">
                <a:solidFill>
                  <a:srgbClr val="E55B5B"/>
                </a:solidFill>
                <a:latin typeface="Calibri"/>
                <a:ea typeface="Calibri"/>
                <a:cs typeface="Calibri"/>
              </a:defRPr>
            </a:lvl8pPr>
            <a:lvl9pPr algn="ctr">
              <a:defRPr sz="1850" b="1">
                <a:solidFill>
                  <a:srgbClr val="E55B5B"/>
                </a:solidFill>
                <a:latin typeface="Calibri"/>
                <a:ea typeface="Calibri"/>
                <a:cs typeface="Calibri"/>
              </a:defRPr>
            </a:lvl9pPr>
          </a:lstStyle>
          <a:p>
            <a:pPr defTabSz="1219170">
              <a:defRPr sz="1850" b="1">
                <a:solidFill>
                  <a:srgbClr val="E55B5B"/>
                </a:solidFill>
                <a:latin typeface="Calibri"/>
                <a:ea typeface="Calibri"/>
                <a:cs typeface="Calibri"/>
              </a:defRPr>
            </a:pPr>
            <a:r>
              <a:rPr sz="2467"/>
              <a:t>×</a:t>
            </a:r>
          </a:p>
        </p:txBody>
      </p:sp>
      <p:sp>
        <p:nvSpPr>
          <p:cNvPr id="31" name="Rectangle 30">
            <a:extLst>
              <a:ext uri="{FF2B5EF4-FFF2-40B4-BE49-F238E27FC236}">
                <a16:creationId xmlns:a16="http://schemas.microsoft.com/office/drawing/2014/main" id="{5969DD7E-AADB-413D-A611-D40AD81137E4}"/>
              </a:ext>
            </a:extLst>
          </p:cNvPr>
          <p:cNvSpPr>
            <a:spLocks noGrp="1"/>
          </p:cNvSpPr>
          <p:nvPr/>
        </p:nvSpPr>
        <p:spPr>
          <a:xfrm>
            <a:off x="2657475" y="3752851"/>
            <a:ext cx="619125" cy="619125"/>
          </a:xfrm>
          <a:prstGeom prst="rect">
            <a:avLst/>
          </a:prstGeom>
          <a:solidFill>
            <a:srgbClr val="FBE5E5"/>
          </a:solidFill>
          <a:ln w="7144">
            <a:solidFill>
              <a:srgbClr val="FFFFFF"/>
            </a:solidFill>
            <a:prstDash val="solid"/>
          </a:ln>
        </p:spPr>
        <p:txBody>
          <a:bodyPr/>
          <a:lstStyle/>
          <a:p>
            <a:pPr defTabSz="1219170"/>
            <a:endParaRPr sz="2400">
              <a:solidFill>
                <a:srgbClr val="1B1F3B"/>
              </a:solidFill>
              <a:latin typeface="Calibri"/>
            </a:endParaRPr>
          </a:p>
        </p:txBody>
      </p:sp>
      <p:sp>
        <p:nvSpPr>
          <p:cNvPr id="32" name="Rectangle 31">
            <a:extLst>
              <a:ext uri="{FF2B5EF4-FFF2-40B4-BE49-F238E27FC236}">
                <a16:creationId xmlns:a16="http://schemas.microsoft.com/office/drawing/2014/main" id="{36A7E510-6FEA-4157-86D2-C131743F2020}"/>
              </a:ext>
            </a:extLst>
          </p:cNvPr>
          <p:cNvSpPr>
            <a:spLocks noGrp="1"/>
          </p:cNvSpPr>
          <p:nvPr/>
        </p:nvSpPr>
        <p:spPr>
          <a:xfrm>
            <a:off x="2657475" y="3752851"/>
            <a:ext cx="619125" cy="619125"/>
          </a:xfrm>
          <a:prstGeom prst="rect">
            <a:avLst/>
          </a:prstGeom>
          <a:noFill/>
          <a:ln w="0">
            <a:noFill/>
            <a:prstDash val="solid"/>
          </a:ln>
        </p:spPr>
        <p:txBody>
          <a:bodyPr wrap="square" lIns="0" tIns="0" rIns="0" bIns="0" anchor="ctr">
            <a:noAutofit/>
          </a:bodyPr>
          <a:lstStyle>
            <a:defPPr algn="ctr">
              <a:defRPr sz="1850" b="1">
                <a:solidFill>
                  <a:srgbClr val="E55B5B"/>
                </a:solidFill>
                <a:latin typeface="Calibri"/>
                <a:ea typeface="Calibri"/>
                <a:cs typeface="Calibri"/>
              </a:defRPr>
            </a:defPPr>
            <a:lvl1pPr algn="ctr">
              <a:defRPr sz="1850" b="1">
                <a:solidFill>
                  <a:srgbClr val="E55B5B"/>
                </a:solidFill>
                <a:latin typeface="Calibri"/>
                <a:ea typeface="Calibri"/>
                <a:cs typeface="Calibri"/>
              </a:defRPr>
            </a:lvl1pPr>
            <a:lvl2pPr algn="ctr">
              <a:defRPr sz="1850" b="1">
                <a:solidFill>
                  <a:srgbClr val="E55B5B"/>
                </a:solidFill>
                <a:latin typeface="Calibri"/>
                <a:ea typeface="Calibri"/>
                <a:cs typeface="Calibri"/>
              </a:defRPr>
            </a:lvl2pPr>
            <a:lvl3pPr algn="ctr">
              <a:defRPr sz="1850" b="1">
                <a:solidFill>
                  <a:srgbClr val="E55B5B"/>
                </a:solidFill>
                <a:latin typeface="Calibri"/>
                <a:ea typeface="Calibri"/>
                <a:cs typeface="Calibri"/>
              </a:defRPr>
            </a:lvl3pPr>
            <a:lvl4pPr algn="ctr">
              <a:defRPr sz="1850" b="1">
                <a:solidFill>
                  <a:srgbClr val="E55B5B"/>
                </a:solidFill>
                <a:latin typeface="Calibri"/>
                <a:ea typeface="Calibri"/>
                <a:cs typeface="Calibri"/>
              </a:defRPr>
            </a:lvl4pPr>
            <a:lvl5pPr algn="ctr">
              <a:defRPr sz="1850" b="1">
                <a:solidFill>
                  <a:srgbClr val="E55B5B"/>
                </a:solidFill>
                <a:latin typeface="Calibri"/>
                <a:ea typeface="Calibri"/>
                <a:cs typeface="Calibri"/>
              </a:defRPr>
            </a:lvl5pPr>
            <a:lvl6pPr algn="ctr">
              <a:defRPr sz="1850" b="1">
                <a:solidFill>
                  <a:srgbClr val="E55B5B"/>
                </a:solidFill>
                <a:latin typeface="Calibri"/>
                <a:ea typeface="Calibri"/>
                <a:cs typeface="Calibri"/>
              </a:defRPr>
            </a:lvl6pPr>
            <a:lvl7pPr algn="ctr">
              <a:defRPr sz="1850" b="1">
                <a:solidFill>
                  <a:srgbClr val="E55B5B"/>
                </a:solidFill>
                <a:latin typeface="Calibri"/>
                <a:ea typeface="Calibri"/>
                <a:cs typeface="Calibri"/>
              </a:defRPr>
            </a:lvl7pPr>
            <a:lvl8pPr algn="ctr">
              <a:defRPr sz="1850" b="1">
                <a:solidFill>
                  <a:srgbClr val="E55B5B"/>
                </a:solidFill>
                <a:latin typeface="Calibri"/>
                <a:ea typeface="Calibri"/>
                <a:cs typeface="Calibri"/>
              </a:defRPr>
            </a:lvl8pPr>
            <a:lvl9pPr algn="ctr">
              <a:defRPr sz="1850" b="1">
                <a:solidFill>
                  <a:srgbClr val="E55B5B"/>
                </a:solidFill>
                <a:latin typeface="Calibri"/>
                <a:ea typeface="Calibri"/>
                <a:cs typeface="Calibri"/>
              </a:defRPr>
            </a:lvl9pPr>
          </a:lstStyle>
          <a:p>
            <a:pPr defTabSz="1219170">
              <a:defRPr sz="1850" b="1">
                <a:solidFill>
                  <a:srgbClr val="E55B5B"/>
                </a:solidFill>
                <a:latin typeface="Calibri"/>
                <a:ea typeface="Calibri"/>
                <a:cs typeface="Calibri"/>
              </a:defRPr>
            </a:pPr>
            <a:r>
              <a:rPr sz="2467"/>
              <a:t>×</a:t>
            </a:r>
          </a:p>
        </p:txBody>
      </p:sp>
      <p:sp>
        <p:nvSpPr>
          <p:cNvPr id="33" name="Rectangle 32">
            <a:extLst>
              <a:ext uri="{FF2B5EF4-FFF2-40B4-BE49-F238E27FC236}">
                <a16:creationId xmlns:a16="http://schemas.microsoft.com/office/drawing/2014/main" id="{A8C755E6-5A44-473B-B69E-95D2D9C9829B}"/>
              </a:ext>
            </a:extLst>
          </p:cNvPr>
          <p:cNvSpPr>
            <a:spLocks noGrp="1"/>
          </p:cNvSpPr>
          <p:nvPr/>
        </p:nvSpPr>
        <p:spPr>
          <a:xfrm>
            <a:off x="3305175" y="3752851"/>
            <a:ext cx="619125" cy="6191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34" name="Rectangle 33">
            <a:extLst>
              <a:ext uri="{FF2B5EF4-FFF2-40B4-BE49-F238E27FC236}">
                <a16:creationId xmlns:a16="http://schemas.microsoft.com/office/drawing/2014/main" id="{46FE33E5-8DBE-4F3C-9EFF-014B21EE8840}"/>
              </a:ext>
            </a:extLst>
          </p:cNvPr>
          <p:cNvSpPr>
            <a:spLocks noGrp="1"/>
          </p:cNvSpPr>
          <p:nvPr/>
        </p:nvSpPr>
        <p:spPr>
          <a:xfrm>
            <a:off x="3952875" y="3752851"/>
            <a:ext cx="619125" cy="6191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35" name="Rectangle 34">
            <a:extLst>
              <a:ext uri="{FF2B5EF4-FFF2-40B4-BE49-F238E27FC236}">
                <a16:creationId xmlns:a16="http://schemas.microsoft.com/office/drawing/2014/main" id="{FB536268-76E8-4503-80FF-7DF28099085A}"/>
              </a:ext>
            </a:extLst>
          </p:cNvPr>
          <p:cNvSpPr>
            <a:spLocks noGrp="1"/>
          </p:cNvSpPr>
          <p:nvPr/>
        </p:nvSpPr>
        <p:spPr>
          <a:xfrm>
            <a:off x="4600575" y="3752851"/>
            <a:ext cx="619125" cy="6191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36" name="Rectangle 35">
            <a:extLst>
              <a:ext uri="{FF2B5EF4-FFF2-40B4-BE49-F238E27FC236}">
                <a16:creationId xmlns:a16="http://schemas.microsoft.com/office/drawing/2014/main" id="{091872C3-F521-4854-A7C0-753FE3B377AA}"/>
              </a:ext>
            </a:extLst>
          </p:cNvPr>
          <p:cNvSpPr>
            <a:spLocks noGrp="1"/>
          </p:cNvSpPr>
          <p:nvPr/>
        </p:nvSpPr>
        <p:spPr>
          <a:xfrm>
            <a:off x="714375" y="4400550"/>
            <a:ext cx="619125" cy="6191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37" name="Rectangle 36">
            <a:extLst>
              <a:ext uri="{FF2B5EF4-FFF2-40B4-BE49-F238E27FC236}">
                <a16:creationId xmlns:a16="http://schemas.microsoft.com/office/drawing/2014/main" id="{72CA1BB6-EEC8-4D38-A397-6EF89EF0CF0B}"/>
              </a:ext>
            </a:extLst>
          </p:cNvPr>
          <p:cNvSpPr>
            <a:spLocks noGrp="1"/>
          </p:cNvSpPr>
          <p:nvPr/>
        </p:nvSpPr>
        <p:spPr>
          <a:xfrm>
            <a:off x="1362075" y="4400550"/>
            <a:ext cx="619125" cy="6191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38" name="Rectangle 37">
            <a:extLst>
              <a:ext uri="{FF2B5EF4-FFF2-40B4-BE49-F238E27FC236}">
                <a16:creationId xmlns:a16="http://schemas.microsoft.com/office/drawing/2014/main" id="{3A0D3501-2C75-411C-A322-5B33721DA1DE}"/>
              </a:ext>
            </a:extLst>
          </p:cNvPr>
          <p:cNvSpPr>
            <a:spLocks noGrp="1"/>
          </p:cNvSpPr>
          <p:nvPr/>
        </p:nvSpPr>
        <p:spPr>
          <a:xfrm>
            <a:off x="2009775" y="4400550"/>
            <a:ext cx="619125" cy="6191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39" name="Rectangle 38">
            <a:extLst>
              <a:ext uri="{FF2B5EF4-FFF2-40B4-BE49-F238E27FC236}">
                <a16:creationId xmlns:a16="http://schemas.microsoft.com/office/drawing/2014/main" id="{ECAC0A00-01F6-4102-969B-5094AA5863E9}"/>
              </a:ext>
            </a:extLst>
          </p:cNvPr>
          <p:cNvSpPr>
            <a:spLocks noGrp="1"/>
          </p:cNvSpPr>
          <p:nvPr/>
        </p:nvSpPr>
        <p:spPr>
          <a:xfrm>
            <a:off x="2657475" y="4400550"/>
            <a:ext cx="619125" cy="6191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40" name="Rectangle 39">
            <a:extLst>
              <a:ext uri="{FF2B5EF4-FFF2-40B4-BE49-F238E27FC236}">
                <a16:creationId xmlns:a16="http://schemas.microsoft.com/office/drawing/2014/main" id="{A6C82EF5-A421-4619-8746-02C50C345C55}"/>
              </a:ext>
            </a:extLst>
          </p:cNvPr>
          <p:cNvSpPr>
            <a:spLocks noGrp="1"/>
          </p:cNvSpPr>
          <p:nvPr/>
        </p:nvSpPr>
        <p:spPr>
          <a:xfrm>
            <a:off x="3305175" y="4400550"/>
            <a:ext cx="619125" cy="6191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41" name="Rectangle 40">
            <a:extLst>
              <a:ext uri="{FF2B5EF4-FFF2-40B4-BE49-F238E27FC236}">
                <a16:creationId xmlns:a16="http://schemas.microsoft.com/office/drawing/2014/main" id="{1633363A-80B2-4254-8797-9F2C80E296A9}"/>
              </a:ext>
            </a:extLst>
          </p:cNvPr>
          <p:cNvSpPr>
            <a:spLocks noGrp="1"/>
          </p:cNvSpPr>
          <p:nvPr/>
        </p:nvSpPr>
        <p:spPr>
          <a:xfrm>
            <a:off x="3952875" y="4400550"/>
            <a:ext cx="619125" cy="6191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42" name="Rectangle 41">
            <a:extLst>
              <a:ext uri="{FF2B5EF4-FFF2-40B4-BE49-F238E27FC236}">
                <a16:creationId xmlns:a16="http://schemas.microsoft.com/office/drawing/2014/main" id="{0C682463-02C4-4A58-8A18-4B40898AC0EE}"/>
              </a:ext>
            </a:extLst>
          </p:cNvPr>
          <p:cNvSpPr>
            <a:spLocks noGrp="1"/>
          </p:cNvSpPr>
          <p:nvPr/>
        </p:nvSpPr>
        <p:spPr>
          <a:xfrm>
            <a:off x="4600575" y="4400550"/>
            <a:ext cx="619125" cy="61912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43" name="Rectangle 42">
            <a:extLst>
              <a:ext uri="{FF2B5EF4-FFF2-40B4-BE49-F238E27FC236}">
                <a16:creationId xmlns:a16="http://schemas.microsoft.com/office/drawing/2014/main" id="{55DFD6F9-7A95-4172-9C85-0FA4049D22E1}"/>
              </a:ext>
            </a:extLst>
          </p:cNvPr>
          <p:cNvSpPr>
            <a:spLocks noGrp="1"/>
          </p:cNvSpPr>
          <p:nvPr/>
        </p:nvSpPr>
        <p:spPr>
          <a:xfrm>
            <a:off x="1014413" y="3405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44" name="Rectangle 43">
            <a:extLst>
              <a:ext uri="{FF2B5EF4-FFF2-40B4-BE49-F238E27FC236}">
                <a16:creationId xmlns:a16="http://schemas.microsoft.com/office/drawing/2014/main" id="{FA5384B1-71CB-4CE0-99C9-41B02CBE5D8F}"/>
              </a:ext>
            </a:extLst>
          </p:cNvPr>
          <p:cNvSpPr>
            <a:spLocks noGrp="1"/>
          </p:cNvSpPr>
          <p:nvPr/>
        </p:nvSpPr>
        <p:spPr>
          <a:xfrm>
            <a:off x="1662113" y="3405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45" name="Straight Arrow Connector 44">
            <a:extLst>
              <a:ext uri="{FF2B5EF4-FFF2-40B4-BE49-F238E27FC236}">
                <a16:creationId xmlns:a16="http://schemas.microsoft.com/office/drawing/2014/main" id="{8D7C980B-0422-40D6-9544-A248C39BD280}"/>
              </a:ext>
            </a:extLst>
          </p:cNvPr>
          <p:cNvCxnSpPr>
            <a:stCxn id="43" idx="3"/>
            <a:endCxn id="44" idx="1"/>
          </p:cNvCxnSpPr>
          <p:nvPr/>
        </p:nvCxnSpPr>
        <p:spPr>
          <a:xfrm>
            <a:off x="1033463" y="3414713"/>
            <a:ext cx="628651" cy="0"/>
          </a:xfrm>
          <a:prstGeom prst="straightConnector1">
            <a:avLst/>
          </a:prstGeom>
          <a:ln w="42862">
            <a:solidFill>
              <a:srgbClr val="2D3A8C"/>
            </a:solidFill>
            <a:prstDash val="dash"/>
          </a:ln>
        </p:spPr>
      </p:cxnSp>
      <p:sp>
        <p:nvSpPr>
          <p:cNvPr id="46" name="Rectangle 45">
            <a:extLst>
              <a:ext uri="{FF2B5EF4-FFF2-40B4-BE49-F238E27FC236}">
                <a16:creationId xmlns:a16="http://schemas.microsoft.com/office/drawing/2014/main" id="{ED1D05B5-5D8D-4CCC-A74E-7F963E247B89}"/>
              </a:ext>
            </a:extLst>
          </p:cNvPr>
          <p:cNvSpPr>
            <a:spLocks noGrp="1"/>
          </p:cNvSpPr>
          <p:nvPr/>
        </p:nvSpPr>
        <p:spPr>
          <a:xfrm>
            <a:off x="1662113" y="3405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47" name="Rectangle 46">
            <a:extLst>
              <a:ext uri="{FF2B5EF4-FFF2-40B4-BE49-F238E27FC236}">
                <a16:creationId xmlns:a16="http://schemas.microsoft.com/office/drawing/2014/main" id="{A8ABD287-511E-425D-A3A6-ADED43214A97}"/>
              </a:ext>
            </a:extLst>
          </p:cNvPr>
          <p:cNvSpPr>
            <a:spLocks noGrp="1"/>
          </p:cNvSpPr>
          <p:nvPr/>
        </p:nvSpPr>
        <p:spPr>
          <a:xfrm>
            <a:off x="2309813" y="3405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48" name="Straight Arrow Connector 47">
            <a:extLst>
              <a:ext uri="{FF2B5EF4-FFF2-40B4-BE49-F238E27FC236}">
                <a16:creationId xmlns:a16="http://schemas.microsoft.com/office/drawing/2014/main" id="{3A5FDAF2-5E22-4AB2-87F0-323B1166348C}"/>
              </a:ext>
            </a:extLst>
          </p:cNvPr>
          <p:cNvCxnSpPr>
            <a:stCxn id="46" idx="3"/>
            <a:endCxn id="47" idx="1"/>
          </p:cNvCxnSpPr>
          <p:nvPr/>
        </p:nvCxnSpPr>
        <p:spPr>
          <a:xfrm>
            <a:off x="1681163" y="3414713"/>
            <a:ext cx="628651" cy="0"/>
          </a:xfrm>
          <a:prstGeom prst="straightConnector1">
            <a:avLst/>
          </a:prstGeom>
          <a:ln w="42862">
            <a:solidFill>
              <a:srgbClr val="2D3A8C"/>
            </a:solidFill>
            <a:prstDash val="dash"/>
          </a:ln>
        </p:spPr>
      </p:cxnSp>
      <p:sp>
        <p:nvSpPr>
          <p:cNvPr id="49" name="Rectangle 48">
            <a:extLst>
              <a:ext uri="{FF2B5EF4-FFF2-40B4-BE49-F238E27FC236}">
                <a16:creationId xmlns:a16="http://schemas.microsoft.com/office/drawing/2014/main" id="{988FCAF3-BA32-4541-A301-B3A7671B1CB1}"/>
              </a:ext>
            </a:extLst>
          </p:cNvPr>
          <p:cNvSpPr>
            <a:spLocks noGrp="1"/>
          </p:cNvSpPr>
          <p:nvPr/>
        </p:nvSpPr>
        <p:spPr>
          <a:xfrm>
            <a:off x="2309813" y="3405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50" name="Rectangle 49">
            <a:extLst>
              <a:ext uri="{FF2B5EF4-FFF2-40B4-BE49-F238E27FC236}">
                <a16:creationId xmlns:a16="http://schemas.microsoft.com/office/drawing/2014/main" id="{CB1344DE-0A40-47AA-B6CC-30CFAE6EF26D}"/>
              </a:ext>
            </a:extLst>
          </p:cNvPr>
          <p:cNvSpPr>
            <a:spLocks noGrp="1"/>
          </p:cNvSpPr>
          <p:nvPr/>
        </p:nvSpPr>
        <p:spPr>
          <a:xfrm>
            <a:off x="2957513" y="3405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51" name="Straight Arrow Connector 50">
            <a:extLst>
              <a:ext uri="{FF2B5EF4-FFF2-40B4-BE49-F238E27FC236}">
                <a16:creationId xmlns:a16="http://schemas.microsoft.com/office/drawing/2014/main" id="{7777B8AA-A2D6-4A86-B0C5-596396E90112}"/>
              </a:ext>
            </a:extLst>
          </p:cNvPr>
          <p:cNvCxnSpPr>
            <a:stCxn id="49" idx="3"/>
            <a:endCxn id="50" idx="1"/>
          </p:cNvCxnSpPr>
          <p:nvPr/>
        </p:nvCxnSpPr>
        <p:spPr>
          <a:xfrm>
            <a:off x="2328863" y="3414713"/>
            <a:ext cx="628651" cy="0"/>
          </a:xfrm>
          <a:prstGeom prst="straightConnector1">
            <a:avLst/>
          </a:prstGeom>
          <a:ln w="42862">
            <a:solidFill>
              <a:srgbClr val="2D3A8C"/>
            </a:solidFill>
            <a:prstDash val="dash"/>
          </a:ln>
        </p:spPr>
      </p:cxnSp>
      <p:sp>
        <p:nvSpPr>
          <p:cNvPr id="52" name="Rectangle 51">
            <a:extLst>
              <a:ext uri="{FF2B5EF4-FFF2-40B4-BE49-F238E27FC236}">
                <a16:creationId xmlns:a16="http://schemas.microsoft.com/office/drawing/2014/main" id="{6672C7B7-6783-44D4-AB32-28FC1E647CAA}"/>
              </a:ext>
            </a:extLst>
          </p:cNvPr>
          <p:cNvSpPr>
            <a:spLocks noGrp="1"/>
          </p:cNvSpPr>
          <p:nvPr/>
        </p:nvSpPr>
        <p:spPr>
          <a:xfrm>
            <a:off x="2957513" y="3405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53" name="Rectangle 52">
            <a:extLst>
              <a:ext uri="{FF2B5EF4-FFF2-40B4-BE49-F238E27FC236}">
                <a16:creationId xmlns:a16="http://schemas.microsoft.com/office/drawing/2014/main" id="{3C94AECF-469C-4F8D-992E-4C50F14F4B85}"/>
              </a:ext>
            </a:extLst>
          </p:cNvPr>
          <p:cNvSpPr>
            <a:spLocks noGrp="1"/>
          </p:cNvSpPr>
          <p:nvPr/>
        </p:nvSpPr>
        <p:spPr>
          <a:xfrm>
            <a:off x="3605213" y="3405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54" name="Straight Arrow Connector 53">
            <a:extLst>
              <a:ext uri="{FF2B5EF4-FFF2-40B4-BE49-F238E27FC236}">
                <a16:creationId xmlns:a16="http://schemas.microsoft.com/office/drawing/2014/main" id="{DEC99510-5E30-4C26-A77B-725ED5FCECF2}"/>
              </a:ext>
            </a:extLst>
          </p:cNvPr>
          <p:cNvCxnSpPr>
            <a:stCxn id="52" idx="3"/>
            <a:endCxn id="53" idx="1"/>
          </p:cNvCxnSpPr>
          <p:nvPr/>
        </p:nvCxnSpPr>
        <p:spPr>
          <a:xfrm>
            <a:off x="2976563" y="3414713"/>
            <a:ext cx="628651" cy="0"/>
          </a:xfrm>
          <a:prstGeom prst="straightConnector1">
            <a:avLst/>
          </a:prstGeom>
          <a:ln w="42862">
            <a:solidFill>
              <a:srgbClr val="2D3A8C"/>
            </a:solidFill>
            <a:prstDash val="dash"/>
          </a:ln>
        </p:spPr>
      </p:cxnSp>
      <p:sp>
        <p:nvSpPr>
          <p:cNvPr id="55" name="Rectangle 54">
            <a:extLst>
              <a:ext uri="{FF2B5EF4-FFF2-40B4-BE49-F238E27FC236}">
                <a16:creationId xmlns:a16="http://schemas.microsoft.com/office/drawing/2014/main" id="{315E0CAA-7603-4FAE-B721-5DC7EF2143E9}"/>
              </a:ext>
            </a:extLst>
          </p:cNvPr>
          <p:cNvSpPr>
            <a:spLocks noGrp="1"/>
          </p:cNvSpPr>
          <p:nvPr/>
        </p:nvSpPr>
        <p:spPr>
          <a:xfrm>
            <a:off x="3605213" y="3405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56" name="Rectangle 55">
            <a:extLst>
              <a:ext uri="{FF2B5EF4-FFF2-40B4-BE49-F238E27FC236}">
                <a16:creationId xmlns:a16="http://schemas.microsoft.com/office/drawing/2014/main" id="{B1F88DD5-67BB-49B7-BBFF-1C16E202128B}"/>
              </a:ext>
            </a:extLst>
          </p:cNvPr>
          <p:cNvSpPr>
            <a:spLocks noGrp="1"/>
          </p:cNvSpPr>
          <p:nvPr/>
        </p:nvSpPr>
        <p:spPr>
          <a:xfrm>
            <a:off x="4252913" y="3405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57" name="Straight Arrow Connector 56">
            <a:extLst>
              <a:ext uri="{FF2B5EF4-FFF2-40B4-BE49-F238E27FC236}">
                <a16:creationId xmlns:a16="http://schemas.microsoft.com/office/drawing/2014/main" id="{66A87419-5669-4F1D-A0C9-26EEAFD9A0CB}"/>
              </a:ext>
            </a:extLst>
          </p:cNvPr>
          <p:cNvCxnSpPr>
            <a:stCxn id="55" idx="3"/>
            <a:endCxn id="56" idx="1"/>
          </p:cNvCxnSpPr>
          <p:nvPr/>
        </p:nvCxnSpPr>
        <p:spPr>
          <a:xfrm>
            <a:off x="3624263" y="3414713"/>
            <a:ext cx="628651" cy="0"/>
          </a:xfrm>
          <a:prstGeom prst="straightConnector1">
            <a:avLst/>
          </a:prstGeom>
          <a:ln w="42862">
            <a:solidFill>
              <a:srgbClr val="2D3A8C"/>
            </a:solidFill>
            <a:prstDash val="dash"/>
          </a:ln>
        </p:spPr>
      </p:cxnSp>
      <p:sp>
        <p:nvSpPr>
          <p:cNvPr id="58" name="Rectangle 57">
            <a:extLst>
              <a:ext uri="{FF2B5EF4-FFF2-40B4-BE49-F238E27FC236}">
                <a16:creationId xmlns:a16="http://schemas.microsoft.com/office/drawing/2014/main" id="{60C6BA4C-412B-4B99-977F-647FC324BC52}"/>
              </a:ext>
            </a:extLst>
          </p:cNvPr>
          <p:cNvSpPr>
            <a:spLocks noGrp="1"/>
          </p:cNvSpPr>
          <p:nvPr/>
        </p:nvSpPr>
        <p:spPr>
          <a:xfrm>
            <a:off x="4252913" y="3405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59" name="Rectangle 58">
            <a:extLst>
              <a:ext uri="{FF2B5EF4-FFF2-40B4-BE49-F238E27FC236}">
                <a16:creationId xmlns:a16="http://schemas.microsoft.com/office/drawing/2014/main" id="{15AD8B31-A58E-43ED-A3A1-2284E06943E3}"/>
              </a:ext>
            </a:extLst>
          </p:cNvPr>
          <p:cNvSpPr>
            <a:spLocks noGrp="1"/>
          </p:cNvSpPr>
          <p:nvPr/>
        </p:nvSpPr>
        <p:spPr>
          <a:xfrm>
            <a:off x="4900613" y="3405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60" name="Straight Arrow Connector 59">
            <a:extLst>
              <a:ext uri="{FF2B5EF4-FFF2-40B4-BE49-F238E27FC236}">
                <a16:creationId xmlns:a16="http://schemas.microsoft.com/office/drawing/2014/main" id="{CDF0EC11-002F-47A4-AF59-2895D6421674}"/>
              </a:ext>
            </a:extLst>
          </p:cNvPr>
          <p:cNvCxnSpPr>
            <a:stCxn id="58" idx="3"/>
            <a:endCxn id="59" idx="1"/>
          </p:cNvCxnSpPr>
          <p:nvPr/>
        </p:nvCxnSpPr>
        <p:spPr>
          <a:xfrm>
            <a:off x="4271963" y="3414713"/>
            <a:ext cx="628651" cy="0"/>
          </a:xfrm>
          <a:prstGeom prst="straightConnector1">
            <a:avLst/>
          </a:prstGeom>
          <a:ln w="42862">
            <a:solidFill>
              <a:srgbClr val="2D3A8C"/>
            </a:solidFill>
            <a:prstDash val="dash"/>
          </a:ln>
        </p:spPr>
      </p:cxnSp>
      <p:sp>
        <p:nvSpPr>
          <p:cNvPr id="61" name="Rectangle 60">
            <a:extLst>
              <a:ext uri="{FF2B5EF4-FFF2-40B4-BE49-F238E27FC236}">
                <a16:creationId xmlns:a16="http://schemas.microsoft.com/office/drawing/2014/main" id="{C4C8478D-FF71-40DF-A89F-9E0D3708DD43}"/>
              </a:ext>
            </a:extLst>
          </p:cNvPr>
          <p:cNvSpPr>
            <a:spLocks noGrp="1"/>
          </p:cNvSpPr>
          <p:nvPr/>
        </p:nvSpPr>
        <p:spPr>
          <a:xfrm>
            <a:off x="1014413" y="3405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62" name="Rectangle 61">
            <a:extLst>
              <a:ext uri="{FF2B5EF4-FFF2-40B4-BE49-F238E27FC236}">
                <a16:creationId xmlns:a16="http://schemas.microsoft.com/office/drawing/2014/main" id="{518C2539-2F6A-4864-A16B-30D5A7A6731F}"/>
              </a:ext>
            </a:extLst>
          </p:cNvPr>
          <p:cNvSpPr>
            <a:spLocks noGrp="1"/>
          </p:cNvSpPr>
          <p:nvPr/>
        </p:nvSpPr>
        <p:spPr>
          <a:xfrm>
            <a:off x="1662113" y="2757488"/>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63" name="Straight Arrow Connector 62">
            <a:extLst>
              <a:ext uri="{FF2B5EF4-FFF2-40B4-BE49-F238E27FC236}">
                <a16:creationId xmlns:a16="http://schemas.microsoft.com/office/drawing/2014/main" id="{8AC3EAB3-3A38-485A-B148-D7507F6AE90B}"/>
              </a:ext>
            </a:extLst>
          </p:cNvPr>
          <p:cNvCxnSpPr>
            <a:stCxn id="61" idx="0"/>
            <a:endCxn id="62" idx="1"/>
          </p:cNvCxnSpPr>
          <p:nvPr/>
        </p:nvCxnSpPr>
        <p:spPr>
          <a:xfrm flipV="1">
            <a:off x="1023939" y="2767014"/>
            <a:ext cx="638175" cy="638175"/>
          </a:xfrm>
          <a:prstGeom prst="straightConnector1">
            <a:avLst/>
          </a:prstGeom>
          <a:ln w="42862">
            <a:solidFill>
              <a:srgbClr val="2D3A8C"/>
            </a:solidFill>
            <a:prstDash val="solid"/>
          </a:ln>
        </p:spPr>
      </p:cxnSp>
      <p:sp>
        <p:nvSpPr>
          <p:cNvPr id="64" name="Rectangle 63">
            <a:extLst>
              <a:ext uri="{FF2B5EF4-FFF2-40B4-BE49-F238E27FC236}">
                <a16:creationId xmlns:a16="http://schemas.microsoft.com/office/drawing/2014/main" id="{79055065-7B08-417B-997C-4B2936A4B3B8}"/>
              </a:ext>
            </a:extLst>
          </p:cNvPr>
          <p:cNvSpPr>
            <a:spLocks noGrp="1"/>
          </p:cNvSpPr>
          <p:nvPr/>
        </p:nvSpPr>
        <p:spPr>
          <a:xfrm>
            <a:off x="1662113" y="2757488"/>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65" name="Rectangle 64">
            <a:extLst>
              <a:ext uri="{FF2B5EF4-FFF2-40B4-BE49-F238E27FC236}">
                <a16:creationId xmlns:a16="http://schemas.microsoft.com/office/drawing/2014/main" id="{6356E1BC-FAE8-43B5-BA3A-55F54FB44617}"/>
              </a:ext>
            </a:extLst>
          </p:cNvPr>
          <p:cNvSpPr>
            <a:spLocks noGrp="1"/>
          </p:cNvSpPr>
          <p:nvPr/>
        </p:nvSpPr>
        <p:spPr>
          <a:xfrm>
            <a:off x="2309813" y="2757488"/>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66" name="Straight Arrow Connector 65">
            <a:extLst>
              <a:ext uri="{FF2B5EF4-FFF2-40B4-BE49-F238E27FC236}">
                <a16:creationId xmlns:a16="http://schemas.microsoft.com/office/drawing/2014/main" id="{5B7857A9-E596-470E-918A-2486B1E472D4}"/>
              </a:ext>
            </a:extLst>
          </p:cNvPr>
          <p:cNvCxnSpPr>
            <a:stCxn id="64" idx="3"/>
            <a:endCxn id="65" idx="1"/>
          </p:cNvCxnSpPr>
          <p:nvPr/>
        </p:nvCxnSpPr>
        <p:spPr>
          <a:xfrm>
            <a:off x="1681163" y="2767013"/>
            <a:ext cx="628651" cy="0"/>
          </a:xfrm>
          <a:prstGeom prst="straightConnector1">
            <a:avLst/>
          </a:prstGeom>
          <a:ln w="42862">
            <a:solidFill>
              <a:srgbClr val="2D3A8C"/>
            </a:solidFill>
            <a:prstDash val="solid"/>
          </a:ln>
        </p:spPr>
      </p:cxnSp>
      <p:sp>
        <p:nvSpPr>
          <p:cNvPr id="67" name="Rectangle 66">
            <a:extLst>
              <a:ext uri="{FF2B5EF4-FFF2-40B4-BE49-F238E27FC236}">
                <a16:creationId xmlns:a16="http://schemas.microsoft.com/office/drawing/2014/main" id="{70662FED-8B12-4611-9CDC-439ACF0F106B}"/>
              </a:ext>
            </a:extLst>
          </p:cNvPr>
          <p:cNvSpPr>
            <a:spLocks noGrp="1"/>
          </p:cNvSpPr>
          <p:nvPr/>
        </p:nvSpPr>
        <p:spPr>
          <a:xfrm>
            <a:off x="2309813" y="2757488"/>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68" name="Rectangle 67">
            <a:extLst>
              <a:ext uri="{FF2B5EF4-FFF2-40B4-BE49-F238E27FC236}">
                <a16:creationId xmlns:a16="http://schemas.microsoft.com/office/drawing/2014/main" id="{AD9CB2F2-2F2C-4B28-9788-8F862478CC80}"/>
              </a:ext>
            </a:extLst>
          </p:cNvPr>
          <p:cNvSpPr>
            <a:spLocks noGrp="1"/>
          </p:cNvSpPr>
          <p:nvPr/>
        </p:nvSpPr>
        <p:spPr>
          <a:xfrm>
            <a:off x="2957513" y="2757488"/>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69" name="Straight Arrow Connector 68">
            <a:extLst>
              <a:ext uri="{FF2B5EF4-FFF2-40B4-BE49-F238E27FC236}">
                <a16:creationId xmlns:a16="http://schemas.microsoft.com/office/drawing/2014/main" id="{77516577-7542-4CEB-A9B4-DA5D6550CC69}"/>
              </a:ext>
            </a:extLst>
          </p:cNvPr>
          <p:cNvCxnSpPr>
            <a:stCxn id="67" idx="3"/>
            <a:endCxn id="68" idx="1"/>
          </p:cNvCxnSpPr>
          <p:nvPr/>
        </p:nvCxnSpPr>
        <p:spPr>
          <a:xfrm>
            <a:off x="2328863" y="2767013"/>
            <a:ext cx="628651" cy="0"/>
          </a:xfrm>
          <a:prstGeom prst="straightConnector1">
            <a:avLst/>
          </a:prstGeom>
          <a:ln w="42862">
            <a:solidFill>
              <a:srgbClr val="2D3A8C"/>
            </a:solidFill>
            <a:prstDash val="solid"/>
          </a:ln>
        </p:spPr>
      </p:cxnSp>
      <p:sp>
        <p:nvSpPr>
          <p:cNvPr id="70" name="Rectangle 69">
            <a:extLst>
              <a:ext uri="{FF2B5EF4-FFF2-40B4-BE49-F238E27FC236}">
                <a16:creationId xmlns:a16="http://schemas.microsoft.com/office/drawing/2014/main" id="{FD459462-671E-4ABC-8345-9631EBA6F9AE}"/>
              </a:ext>
            </a:extLst>
          </p:cNvPr>
          <p:cNvSpPr>
            <a:spLocks noGrp="1"/>
          </p:cNvSpPr>
          <p:nvPr/>
        </p:nvSpPr>
        <p:spPr>
          <a:xfrm>
            <a:off x="2957513" y="2757488"/>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71" name="Rectangle 70">
            <a:extLst>
              <a:ext uri="{FF2B5EF4-FFF2-40B4-BE49-F238E27FC236}">
                <a16:creationId xmlns:a16="http://schemas.microsoft.com/office/drawing/2014/main" id="{829B6BF1-5309-4E1C-88E4-F1C5CB781BB7}"/>
              </a:ext>
            </a:extLst>
          </p:cNvPr>
          <p:cNvSpPr>
            <a:spLocks noGrp="1"/>
          </p:cNvSpPr>
          <p:nvPr/>
        </p:nvSpPr>
        <p:spPr>
          <a:xfrm>
            <a:off x="3605213" y="2757488"/>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72" name="Straight Arrow Connector 71">
            <a:extLst>
              <a:ext uri="{FF2B5EF4-FFF2-40B4-BE49-F238E27FC236}">
                <a16:creationId xmlns:a16="http://schemas.microsoft.com/office/drawing/2014/main" id="{7374AF29-915B-46D9-A040-4E41E859E4D6}"/>
              </a:ext>
            </a:extLst>
          </p:cNvPr>
          <p:cNvCxnSpPr>
            <a:stCxn id="70" idx="3"/>
            <a:endCxn id="71" idx="1"/>
          </p:cNvCxnSpPr>
          <p:nvPr/>
        </p:nvCxnSpPr>
        <p:spPr>
          <a:xfrm>
            <a:off x="2976563" y="2767013"/>
            <a:ext cx="628651" cy="0"/>
          </a:xfrm>
          <a:prstGeom prst="straightConnector1">
            <a:avLst/>
          </a:prstGeom>
          <a:ln w="42862">
            <a:solidFill>
              <a:srgbClr val="2D3A8C"/>
            </a:solidFill>
            <a:prstDash val="solid"/>
          </a:ln>
        </p:spPr>
      </p:cxnSp>
      <p:sp>
        <p:nvSpPr>
          <p:cNvPr id="73" name="Rectangle 72">
            <a:extLst>
              <a:ext uri="{FF2B5EF4-FFF2-40B4-BE49-F238E27FC236}">
                <a16:creationId xmlns:a16="http://schemas.microsoft.com/office/drawing/2014/main" id="{567326B4-0FA4-482A-B442-BFFD085893CA}"/>
              </a:ext>
            </a:extLst>
          </p:cNvPr>
          <p:cNvSpPr>
            <a:spLocks noGrp="1"/>
          </p:cNvSpPr>
          <p:nvPr/>
        </p:nvSpPr>
        <p:spPr>
          <a:xfrm>
            <a:off x="3605213" y="2757488"/>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74" name="Rectangle 73">
            <a:extLst>
              <a:ext uri="{FF2B5EF4-FFF2-40B4-BE49-F238E27FC236}">
                <a16:creationId xmlns:a16="http://schemas.microsoft.com/office/drawing/2014/main" id="{04C05C07-DE46-4571-B18D-715C5071FD64}"/>
              </a:ext>
            </a:extLst>
          </p:cNvPr>
          <p:cNvSpPr>
            <a:spLocks noGrp="1"/>
          </p:cNvSpPr>
          <p:nvPr/>
        </p:nvSpPr>
        <p:spPr>
          <a:xfrm>
            <a:off x="4252913" y="2757488"/>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75" name="Straight Arrow Connector 74">
            <a:extLst>
              <a:ext uri="{FF2B5EF4-FFF2-40B4-BE49-F238E27FC236}">
                <a16:creationId xmlns:a16="http://schemas.microsoft.com/office/drawing/2014/main" id="{28296B7C-4550-4442-AE56-802991186104}"/>
              </a:ext>
            </a:extLst>
          </p:cNvPr>
          <p:cNvCxnSpPr>
            <a:stCxn id="73" idx="3"/>
            <a:endCxn id="74" idx="1"/>
          </p:cNvCxnSpPr>
          <p:nvPr/>
        </p:nvCxnSpPr>
        <p:spPr>
          <a:xfrm>
            <a:off x="3624263" y="2767013"/>
            <a:ext cx="628651" cy="0"/>
          </a:xfrm>
          <a:prstGeom prst="straightConnector1">
            <a:avLst/>
          </a:prstGeom>
          <a:ln w="42862">
            <a:solidFill>
              <a:srgbClr val="2D3A8C"/>
            </a:solidFill>
            <a:prstDash val="solid"/>
          </a:ln>
        </p:spPr>
      </p:cxnSp>
      <p:sp>
        <p:nvSpPr>
          <p:cNvPr id="76" name="Rectangle 75">
            <a:extLst>
              <a:ext uri="{FF2B5EF4-FFF2-40B4-BE49-F238E27FC236}">
                <a16:creationId xmlns:a16="http://schemas.microsoft.com/office/drawing/2014/main" id="{97BA3381-942F-42F3-98E9-6A6B12B02B0F}"/>
              </a:ext>
            </a:extLst>
          </p:cNvPr>
          <p:cNvSpPr>
            <a:spLocks noGrp="1"/>
          </p:cNvSpPr>
          <p:nvPr/>
        </p:nvSpPr>
        <p:spPr>
          <a:xfrm>
            <a:off x="4252913" y="2757488"/>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77" name="Rectangle 76">
            <a:extLst>
              <a:ext uri="{FF2B5EF4-FFF2-40B4-BE49-F238E27FC236}">
                <a16:creationId xmlns:a16="http://schemas.microsoft.com/office/drawing/2014/main" id="{81E21588-52A7-4CDF-85EF-3007602C0E83}"/>
              </a:ext>
            </a:extLst>
          </p:cNvPr>
          <p:cNvSpPr>
            <a:spLocks noGrp="1"/>
          </p:cNvSpPr>
          <p:nvPr/>
        </p:nvSpPr>
        <p:spPr>
          <a:xfrm>
            <a:off x="4900613" y="3405188"/>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78" name="Straight Arrow Connector 77">
            <a:extLst>
              <a:ext uri="{FF2B5EF4-FFF2-40B4-BE49-F238E27FC236}">
                <a16:creationId xmlns:a16="http://schemas.microsoft.com/office/drawing/2014/main" id="{38E9E345-2CC4-47C8-8FC5-A053B09176AA}"/>
              </a:ext>
            </a:extLst>
          </p:cNvPr>
          <p:cNvCxnSpPr>
            <a:stCxn id="76" idx="2"/>
            <a:endCxn id="77" idx="1"/>
          </p:cNvCxnSpPr>
          <p:nvPr/>
        </p:nvCxnSpPr>
        <p:spPr>
          <a:xfrm>
            <a:off x="4262438" y="2776539"/>
            <a:ext cx="638175" cy="638175"/>
          </a:xfrm>
          <a:prstGeom prst="straightConnector1">
            <a:avLst/>
          </a:prstGeom>
          <a:ln w="42862">
            <a:solidFill>
              <a:srgbClr val="2D3A8C"/>
            </a:solidFill>
            <a:prstDash val="solid"/>
          </a:ln>
        </p:spPr>
      </p:cxnSp>
      <p:sp>
        <p:nvSpPr>
          <p:cNvPr id="79" name="Oval 78">
            <a:extLst>
              <a:ext uri="{FF2B5EF4-FFF2-40B4-BE49-F238E27FC236}">
                <a16:creationId xmlns:a16="http://schemas.microsoft.com/office/drawing/2014/main" id="{CD138E15-746A-4944-8B56-5801C3BA2AD9}"/>
              </a:ext>
            </a:extLst>
          </p:cNvPr>
          <p:cNvSpPr>
            <a:spLocks noGrp="1"/>
          </p:cNvSpPr>
          <p:nvPr/>
        </p:nvSpPr>
        <p:spPr>
          <a:xfrm>
            <a:off x="833437" y="3224213"/>
            <a:ext cx="381000" cy="381000"/>
          </a:xfrm>
          <a:prstGeom prst="ellipse">
            <a:avLst/>
          </a:prstGeom>
          <a:solidFill>
            <a:srgbClr val="2D3A8C"/>
          </a:solidFill>
          <a:ln w="21431">
            <a:solidFill>
              <a:srgbClr val="FFFFFF"/>
            </a:solidFill>
            <a:prstDash val="solid"/>
          </a:ln>
        </p:spPr>
        <p:txBody>
          <a:bodyPr/>
          <a:lstStyle/>
          <a:p>
            <a:pPr defTabSz="1219170"/>
            <a:endParaRPr sz="2400">
              <a:solidFill>
                <a:srgbClr val="1B1F3B"/>
              </a:solidFill>
              <a:latin typeface="Calibri"/>
            </a:endParaRPr>
          </a:p>
        </p:txBody>
      </p:sp>
      <p:sp>
        <p:nvSpPr>
          <p:cNvPr id="80" name="Rectangle 79">
            <a:extLst>
              <a:ext uri="{FF2B5EF4-FFF2-40B4-BE49-F238E27FC236}">
                <a16:creationId xmlns:a16="http://schemas.microsoft.com/office/drawing/2014/main" id="{919C9ABC-F4C2-4551-BA73-6ED74518BCCD}"/>
              </a:ext>
            </a:extLst>
          </p:cNvPr>
          <p:cNvSpPr>
            <a:spLocks noGrp="1"/>
          </p:cNvSpPr>
          <p:nvPr/>
        </p:nvSpPr>
        <p:spPr>
          <a:xfrm>
            <a:off x="833437" y="3214688"/>
            <a:ext cx="381000" cy="381000"/>
          </a:xfrm>
          <a:prstGeom prst="rect">
            <a:avLst/>
          </a:prstGeom>
          <a:noFill/>
          <a:ln w="0">
            <a:noFill/>
            <a:prstDash val="solid"/>
          </a:ln>
        </p:spPr>
        <p:txBody>
          <a:bodyPr wrap="square" lIns="0" tIns="0" rIns="0" bIns="0" anchor="ctr">
            <a:noAutofit/>
          </a:bodyPr>
          <a:lstStyle>
            <a:defPPr algn="ctr">
              <a:defRPr sz="1300" b="1">
                <a:solidFill>
                  <a:srgbClr val="FFFFFF"/>
                </a:solidFill>
                <a:latin typeface="Calibri"/>
                <a:ea typeface="Calibri"/>
                <a:cs typeface="Calibri"/>
              </a:defRPr>
            </a:defPPr>
            <a:lvl1pPr algn="ctr">
              <a:defRPr sz="1300" b="1">
                <a:solidFill>
                  <a:srgbClr val="FFFFFF"/>
                </a:solidFill>
                <a:latin typeface="Calibri"/>
                <a:ea typeface="Calibri"/>
                <a:cs typeface="Calibri"/>
              </a:defRPr>
            </a:lvl1pPr>
            <a:lvl2pPr algn="ctr">
              <a:defRPr sz="1300" b="1">
                <a:solidFill>
                  <a:srgbClr val="FFFFFF"/>
                </a:solidFill>
                <a:latin typeface="Calibri"/>
                <a:ea typeface="Calibri"/>
                <a:cs typeface="Calibri"/>
              </a:defRPr>
            </a:lvl2pPr>
            <a:lvl3pPr algn="ctr">
              <a:defRPr sz="1300" b="1">
                <a:solidFill>
                  <a:srgbClr val="FFFFFF"/>
                </a:solidFill>
                <a:latin typeface="Calibri"/>
                <a:ea typeface="Calibri"/>
                <a:cs typeface="Calibri"/>
              </a:defRPr>
            </a:lvl3pPr>
            <a:lvl4pPr algn="ctr">
              <a:defRPr sz="1300" b="1">
                <a:solidFill>
                  <a:srgbClr val="FFFFFF"/>
                </a:solidFill>
                <a:latin typeface="Calibri"/>
                <a:ea typeface="Calibri"/>
                <a:cs typeface="Calibri"/>
              </a:defRPr>
            </a:lvl4pPr>
            <a:lvl5pPr algn="ctr">
              <a:defRPr sz="1300" b="1">
                <a:solidFill>
                  <a:srgbClr val="FFFFFF"/>
                </a:solidFill>
                <a:latin typeface="Calibri"/>
                <a:ea typeface="Calibri"/>
                <a:cs typeface="Calibri"/>
              </a:defRPr>
            </a:lvl5pPr>
            <a:lvl6pPr algn="ctr">
              <a:defRPr sz="1300" b="1">
                <a:solidFill>
                  <a:srgbClr val="FFFFFF"/>
                </a:solidFill>
                <a:latin typeface="Calibri"/>
                <a:ea typeface="Calibri"/>
                <a:cs typeface="Calibri"/>
              </a:defRPr>
            </a:lvl6pPr>
            <a:lvl7pPr algn="ctr">
              <a:defRPr sz="1300" b="1">
                <a:solidFill>
                  <a:srgbClr val="FFFFFF"/>
                </a:solidFill>
                <a:latin typeface="Calibri"/>
                <a:ea typeface="Calibri"/>
                <a:cs typeface="Calibri"/>
              </a:defRPr>
            </a:lvl7pPr>
            <a:lvl8pPr algn="ctr">
              <a:defRPr sz="1300" b="1">
                <a:solidFill>
                  <a:srgbClr val="FFFFFF"/>
                </a:solidFill>
                <a:latin typeface="Calibri"/>
                <a:ea typeface="Calibri"/>
                <a:cs typeface="Calibri"/>
              </a:defRPr>
            </a:lvl8pPr>
            <a:lvl9pPr algn="ctr">
              <a:defRPr sz="1300" b="1">
                <a:solidFill>
                  <a:srgbClr val="FFFFFF"/>
                </a:solidFill>
                <a:latin typeface="Calibri"/>
                <a:ea typeface="Calibri"/>
                <a:cs typeface="Calibri"/>
              </a:defRPr>
            </a:lvl9pPr>
          </a:lstStyle>
          <a:p>
            <a:pPr defTabSz="1219170">
              <a:defRPr sz="1300" b="1">
                <a:solidFill>
                  <a:srgbClr val="FFFFFF"/>
                </a:solidFill>
                <a:latin typeface="Calibri"/>
                <a:ea typeface="Calibri"/>
                <a:cs typeface="Calibri"/>
              </a:defRPr>
            </a:pPr>
            <a:r>
              <a:rPr sz="1733"/>
              <a:t>S</a:t>
            </a:r>
          </a:p>
        </p:txBody>
      </p:sp>
      <p:sp>
        <p:nvSpPr>
          <p:cNvPr id="81" name="Oval 80">
            <a:extLst>
              <a:ext uri="{FF2B5EF4-FFF2-40B4-BE49-F238E27FC236}">
                <a16:creationId xmlns:a16="http://schemas.microsoft.com/office/drawing/2014/main" id="{CEF10BD2-9ACC-4E20-A100-B3378D9F2DE7}"/>
              </a:ext>
            </a:extLst>
          </p:cNvPr>
          <p:cNvSpPr>
            <a:spLocks noGrp="1"/>
          </p:cNvSpPr>
          <p:nvPr/>
        </p:nvSpPr>
        <p:spPr>
          <a:xfrm>
            <a:off x="4719637" y="3224213"/>
            <a:ext cx="381000" cy="381000"/>
          </a:xfrm>
          <a:prstGeom prst="ellipse">
            <a:avLst/>
          </a:prstGeom>
          <a:solidFill>
            <a:srgbClr val="1B1F3B"/>
          </a:solidFill>
          <a:ln w="21431">
            <a:solidFill>
              <a:srgbClr val="FFFFFF"/>
            </a:solidFill>
            <a:prstDash val="solid"/>
          </a:ln>
        </p:spPr>
        <p:txBody>
          <a:bodyPr/>
          <a:lstStyle/>
          <a:p>
            <a:pPr defTabSz="1219170"/>
            <a:endParaRPr sz="2400">
              <a:solidFill>
                <a:srgbClr val="1B1F3B"/>
              </a:solidFill>
              <a:latin typeface="Calibri"/>
            </a:endParaRPr>
          </a:p>
        </p:txBody>
      </p:sp>
      <p:sp>
        <p:nvSpPr>
          <p:cNvPr id="82" name="Rectangle 81">
            <a:extLst>
              <a:ext uri="{FF2B5EF4-FFF2-40B4-BE49-F238E27FC236}">
                <a16:creationId xmlns:a16="http://schemas.microsoft.com/office/drawing/2014/main" id="{328B1DD8-D566-45FB-8CF3-7F743380CCB6}"/>
              </a:ext>
            </a:extLst>
          </p:cNvPr>
          <p:cNvSpPr>
            <a:spLocks noGrp="1"/>
          </p:cNvSpPr>
          <p:nvPr/>
        </p:nvSpPr>
        <p:spPr>
          <a:xfrm>
            <a:off x="4719637" y="3214688"/>
            <a:ext cx="381000" cy="381000"/>
          </a:xfrm>
          <a:prstGeom prst="rect">
            <a:avLst/>
          </a:prstGeom>
          <a:noFill/>
          <a:ln w="0">
            <a:noFill/>
            <a:prstDash val="solid"/>
          </a:ln>
        </p:spPr>
        <p:txBody>
          <a:bodyPr wrap="square" lIns="0" tIns="0" rIns="0" bIns="0" anchor="ctr">
            <a:noAutofit/>
          </a:bodyPr>
          <a:lstStyle>
            <a:defPPr algn="ctr">
              <a:defRPr sz="1300" b="1">
                <a:solidFill>
                  <a:srgbClr val="FFFFFF"/>
                </a:solidFill>
                <a:latin typeface="Calibri"/>
                <a:ea typeface="Calibri"/>
                <a:cs typeface="Calibri"/>
              </a:defRPr>
            </a:defPPr>
            <a:lvl1pPr algn="ctr">
              <a:defRPr sz="1300" b="1">
                <a:solidFill>
                  <a:srgbClr val="FFFFFF"/>
                </a:solidFill>
                <a:latin typeface="Calibri"/>
                <a:ea typeface="Calibri"/>
                <a:cs typeface="Calibri"/>
              </a:defRPr>
            </a:lvl1pPr>
            <a:lvl2pPr algn="ctr">
              <a:defRPr sz="1300" b="1">
                <a:solidFill>
                  <a:srgbClr val="FFFFFF"/>
                </a:solidFill>
                <a:latin typeface="Calibri"/>
                <a:ea typeface="Calibri"/>
                <a:cs typeface="Calibri"/>
              </a:defRPr>
            </a:lvl2pPr>
            <a:lvl3pPr algn="ctr">
              <a:defRPr sz="1300" b="1">
                <a:solidFill>
                  <a:srgbClr val="FFFFFF"/>
                </a:solidFill>
                <a:latin typeface="Calibri"/>
                <a:ea typeface="Calibri"/>
                <a:cs typeface="Calibri"/>
              </a:defRPr>
            </a:lvl3pPr>
            <a:lvl4pPr algn="ctr">
              <a:defRPr sz="1300" b="1">
                <a:solidFill>
                  <a:srgbClr val="FFFFFF"/>
                </a:solidFill>
                <a:latin typeface="Calibri"/>
                <a:ea typeface="Calibri"/>
                <a:cs typeface="Calibri"/>
              </a:defRPr>
            </a:lvl4pPr>
            <a:lvl5pPr algn="ctr">
              <a:defRPr sz="1300" b="1">
                <a:solidFill>
                  <a:srgbClr val="FFFFFF"/>
                </a:solidFill>
                <a:latin typeface="Calibri"/>
                <a:ea typeface="Calibri"/>
                <a:cs typeface="Calibri"/>
              </a:defRPr>
            </a:lvl5pPr>
            <a:lvl6pPr algn="ctr">
              <a:defRPr sz="1300" b="1">
                <a:solidFill>
                  <a:srgbClr val="FFFFFF"/>
                </a:solidFill>
                <a:latin typeface="Calibri"/>
                <a:ea typeface="Calibri"/>
                <a:cs typeface="Calibri"/>
              </a:defRPr>
            </a:lvl6pPr>
            <a:lvl7pPr algn="ctr">
              <a:defRPr sz="1300" b="1">
                <a:solidFill>
                  <a:srgbClr val="FFFFFF"/>
                </a:solidFill>
                <a:latin typeface="Calibri"/>
                <a:ea typeface="Calibri"/>
                <a:cs typeface="Calibri"/>
              </a:defRPr>
            </a:lvl7pPr>
            <a:lvl8pPr algn="ctr">
              <a:defRPr sz="1300" b="1">
                <a:solidFill>
                  <a:srgbClr val="FFFFFF"/>
                </a:solidFill>
                <a:latin typeface="Calibri"/>
                <a:ea typeface="Calibri"/>
                <a:cs typeface="Calibri"/>
              </a:defRPr>
            </a:lvl8pPr>
            <a:lvl9pPr algn="ctr">
              <a:defRPr sz="1300" b="1">
                <a:solidFill>
                  <a:srgbClr val="FFFFFF"/>
                </a:solidFill>
                <a:latin typeface="Calibri"/>
                <a:ea typeface="Calibri"/>
                <a:cs typeface="Calibri"/>
              </a:defRPr>
            </a:lvl9pPr>
          </a:lstStyle>
          <a:p>
            <a:pPr defTabSz="1219170">
              <a:defRPr sz="1300" b="1">
                <a:solidFill>
                  <a:srgbClr val="FFFFFF"/>
                </a:solidFill>
                <a:latin typeface="Calibri"/>
                <a:ea typeface="Calibri"/>
                <a:cs typeface="Calibri"/>
              </a:defRPr>
            </a:pPr>
            <a:r>
              <a:rPr sz="1733"/>
              <a:t>G</a:t>
            </a:r>
          </a:p>
        </p:txBody>
      </p:sp>
      <p:sp>
        <p:nvSpPr>
          <p:cNvPr id="83" name="Rectangle 82">
            <a:extLst>
              <a:ext uri="{FF2B5EF4-FFF2-40B4-BE49-F238E27FC236}">
                <a16:creationId xmlns:a16="http://schemas.microsoft.com/office/drawing/2014/main" id="{A86C2DF8-8C3D-4D16-8C1B-417F02899899}"/>
              </a:ext>
            </a:extLst>
          </p:cNvPr>
          <p:cNvSpPr>
            <a:spLocks noGrp="1"/>
          </p:cNvSpPr>
          <p:nvPr/>
        </p:nvSpPr>
        <p:spPr>
          <a:xfrm>
            <a:off x="6191251" y="1714501"/>
            <a:ext cx="4857749" cy="571500"/>
          </a:xfrm>
          <a:prstGeom prst="rect">
            <a:avLst/>
          </a:prstGeom>
          <a:noFill/>
          <a:ln w="0">
            <a:noFill/>
            <a:prstDash val="solid"/>
          </a:ln>
        </p:spPr>
        <p:txBody>
          <a:bodyPr wrap="square" lIns="0" tIns="0" rIns="0" bIns="0" anchor="ctr">
            <a:noAutofit/>
          </a:bodyPr>
          <a:lstStyle>
            <a:defPPr algn="l">
              <a:defRPr sz="1800" b="1">
                <a:solidFill>
                  <a:srgbClr val="2D3A8C"/>
                </a:solidFill>
                <a:latin typeface="Calibri"/>
                <a:ea typeface="Calibri"/>
                <a:cs typeface="Calibri"/>
              </a:defRPr>
            </a:defPPr>
            <a:lvl1pPr algn="l">
              <a:defRPr sz="1800" b="1">
                <a:solidFill>
                  <a:srgbClr val="2D3A8C"/>
                </a:solidFill>
                <a:latin typeface="Calibri"/>
                <a:ea typeface="Calibri"/>
                <a:cs typeface="Calibri"/>
              </a:defRPr>
            </a:lvl1pPr>
            <a:lvl2pPr algn="l">
              <a:defRPr sz="1800" b="1">
                <a:solidFill>
                  <a:srgbClr val="2D3A8C"/>
                </a:solidFill>
                <a:latin typeface="Calibri"/>
                <a:ea typeface="Calibri"/>
                <a:cs typeface="Calibri"/>
              </a:defRPr>
            </a:lvl2pPr>
            <a:lvl3pPr algn="l">
              <a:defRPr sz="1800" b="1">
                <a:solidFill>
                  <a:srgbClr val="2D3A8C"/>
                </a:solidFill>
                <a:latin typeface="Calibri"/>
                <a:ea typeface="Calibri"/>
                <a:cs typeface="Calibri"/>
              </a:defRPr>
            </a:lvl3pPr>
            <a:lvl4pPr algn="l">
              <a:defRPr sz="1800" b="1">
                <a:solidFill>
                  <a:srgbClr val="2D3A8C"/>
                </a:solidFill>
                <a:latin typeface="Calibri"/>
                <a:ea typeface="Calibri"/>
                <a:cs typeface="Calibri"/>
              </a:defRPr>
            </a:lvl4pPr>
            <a:lvl5pPr algn="l">
              <a:defRPr sz="1800" b="1">
                <a:solidFill>
                  <a:srgbClr val="2D3A8C"/>
                </a:solidFill>
                <a:latin typeface="Calibri"/>
                <a:ea typeface="Calibri"/>
                <a:cs typeface="Calibri"/>
              </a:defRPr>
            </a:lvl5pPr>
            <a:lvl6pPr algn="l">
              <a:defRPr sz="1800" b="1">
                <a:solidFill>
                  <a:srgbClr val="2D3A8C"/>
                </a:solidFill>
                <a:latin typeface="Calibri"/>
                <a:ea typeface="Calibri"/>
                <a:cs typeface="Calibri"/>
              </a:defRPr>
            </a:lvl6pPr>
            <a:lvl7pPr algn="l">
              <a:defRPr sz="1800" b="1">
                <a:solidFill>
                  <a:srgbClr val="2D3A8C"/>
                </a:solidFill>
                <a:latin typeface="Calibri"/>
                <a:ea typeface="Calibri"/>
                <a:cs typeface="Calibri"/>
              </a:defRPr>
            </a:lvl7pPr>
            <a:lvl8pPr algn="l">
              <a:defRPr sz="1800" b="1">
                <a:solidFill>
                  <a:srgbClr val="2D3A8C"/>
                </a:solidFill>
                <a:latin typeface="Calibri"/>
                <a:ea typeface="Calibri"/>
                <a:cs typeface="Calibri"/>
              </a:defRPr>
            </a:lvl8pPr>
            <a:lvl9pPr algn="l">
              <a:defRPr sz="1800" b="1">
                <a:solidFill>
                  <a:srgbClr val="2D3A8C"/>
                </a:solidFill>
                <a:latin typeface="Calibri"/>
                <a:ea typeface="Calibri"/>
                <a:cs typeface="Calibri"/>
              </a:defRPr>
            </a:lvl9pPr>
          </a:lstStyle>
          <a:p>
            <a:pPr defTabSz="1219170">
              <a:defRPr sz="1800" b="1">
                <a:solidFill>
                  <a:srgbClr val="2D3A8C"/>
                </a:solidFill>
                <a:latin typeface="Calibri"/>
                <a:ea typeface="Calibri"/>
                <a:cs typeface="Calibri"/>
              </a:defRPr>
            </a:pPr>
            <a:r>
              <a:rPr sz="2400"/>
              <a:t>Distance-only</a:t>
            </a:r>
          </a:p>
        </p:txBody>
      </p:sp>
      <p:sp>
        <p:nvSpPr>
          <p:cNvPr id="84" name="Rectangle 83">
            <a:extLst>
              <a:ext uri="{FF2B5EF4-FFF2-40B4-BE49-F238E27FC236}">
                <a16:creationId xmlns:a16="http://schemas.microsoft.com/office/drawing/2014/main" id="{94F53330-FFA9-4E4A-860F-F2D4B2B5C7A9}"/>
              </a:ext>
            </a:extLst>
          </p:cNvPr>
          <p:cNvSpPr>
            <a:spLocks noGrp="1"/>
          </p:cNvSpPr>
          <p:nvPr/>
        </p:nvSpPr>
        <p:spPr>
          <a:xfrm>
            <a:off x="6191251" y="2362201"/>
            <a:ext cx="5143500" cy="952500"/>
          </a:xfrm>
          <a:prstGeom prst="rect">
            <a:avLst/>
          </a:prstGeom>
          <a:noFill/>
          <a:ln w="0">
            <a:noFill/>
            <a:prstDash val="solid"/>
          </a:ln>
        </p:spPr>
        <p:txBody>
          <a:bodyPr wrap="square" lIns="0" tIns="0" rIns="0" bIns="0" anchor="ctr">
            <a:noAutofit/>
          </a:bodyPr>
          <a:lstStyle>
            <a:defPPr algn="l">
              <a:defRPr sz="1500" b="0">
                <a:solidFill>
                  <a:srgbClr val="1B1F3B"/>
                </a:solidFill>
                <a:latin typeface="Calibri"/>
                <a:ea typeface="Calibri"/>
                <a:cs typeface="Calibri"/>
              </a:defRPr>
            </a:defPPr>
            <a:lvl1pPr algn="l">
              <a:defRPr sz="1500" b="0">
                <a:solidFill>
                  <a:srgbClr val="1B1F3B"/>
                </a:solidFill>
                <a:latin typeface="Calibri"/>
                <a:ea typeface="Calibri"/>
                <a:cs typeface="Calibri"/>
              </a:defRPr>
            </a:lvl1pPr>
            <a:lvl2pPr algn="l">
              <a:defRPr sz="1500" b="0">
                <a:solidFill>
                  <a:srgbClr val="1B1F3B"/>
                </a:solidFill>
                <a:latin typeface="Calibri"/>
                <a:ea typeface="Calibri"/>
                <a:cs typeface="Calibri"/>
              </a:defRPr>
            </a:lvl2pPr>
            <a:lvl3pPr algn="l">
              <a:defRPr sz="1500" b="0">
                <a:solidFill>
                  <a:srgbClr val="1B1F3B"/>
                </a:solidFill>
                <a:latin typeface="Calibri"/>
                <a:ea typeface="Calibri"/>
                <a:cs typeface="Calibri"/>
              </a:defRPr>
            </a:lvl3pPr>
            <a:lvl4pPr algn="l">
              <a:defRPr sz="1500" b="0">
                <a:solidFill>
                  <a:srgbClr val="1B1F3B"/>
                </a:solidFill>
                <a:latin typeface="Calibri"/>
                <a:ea typeface="Calibri"/>
                <a:cs typeface="Calibri"/>
              </a:defRPr>
            </a:lvl4pPr>
            <a:lvl5pPr algn="l">
              <a:defRPr sz="1500" b="0">
                <a:solidFill>
                  <a:srgbClr val="1B1F3B"/>
                </a:solidFill>
                <a:latin typeface="Calibri"/>
                <a:ea typeface="Calibri"/>
                <a:cs typeface="Calibri"/>
              </a:defRPr>
            </a:lvl5pPr>
            <a:lvl6pPr algn="l">
              <a:defRPr sz="1500" b="0">
                <a:solidFill>
                  <a:srgbClr val="1B1F3B"/>
                </a:solidFill>
                <a:latin typeface="Calibri"/>
                <a:ea typeface="Calibri"/>
                <a:cs typeface="Calibri"/>
              </a:defRPr>
            </a:lvl6pPr>
            <a:lvl7pPr algn="l">
              <a:defRPr sz="1500" b="0">
                <a:solidFill>
                  <a:srgbClr val="1B1F3B"/>
                </a:solidFill>
                <a:latin typeface="Calibri"/>
                <a:ea typeface="Calibri"/>
                <a:cs typeface="Calibri"/>
              </a:defRPr>
            </a:lvl7pPr>
            <a:lvl8pPr algn="l">
              <a:defRPr sz="1500" b="0">
                <a:solidFill>
                  <a:srgbClr val="1B1F3B"/>
                </a:solidFill>
                <a:latin typeface="Calibri"/>
                <a:ea typeface="Calibri"/>
                <a:cs typeface="Calibri"/>
              </a:defRPr>
            </a:lvl8pPr>
            <a:lvl9pPr algn="l">
              <a:defRPr sz="1500" b="0">
                <a:solidFill>
                  <a:srgbClr val="1B1F3B"/>
                </a:solidFill>
                <a:latin typeface="Calibri"/>
                <a:ea typeface="Calibri"/>
                <a:cs typeface="Calibri"/>
              </a:defRPr>
            </a:lvl9pPr>
          </a:lstStyle>
          <a:p>
            <a:pPr defTabSz="1219170">
              <a:defRPr sz="1500" b="0">
                <a:solidFill>
                  <a:srgbClr val="1B1F3B"/>
                </a:solidFill>
                <a:latin typeface="Calibri"/>
                <a:ea typeface="Calibri"/>
                <a:cs typeface="Calibri"/>
              </a:defRPr>
            </a:pPr>
            <a:r>
              <a:rPr sz="2000"/>
              <a:t>Every allowed cell has cost 1.</a:t>
            </a:r>
          </a:p>
          <a:p>
            <a:pPr defTabSz="1219170">
              <a:defRPr sz="1500" b="0">
                <a:solidFill>
                  <a:srgbClr val="1B1F3B"/>
                </a:solidFill>
                <a:latin typeface="Calibri"/>
                <a:ea typeface="Calibri"/>
                <a:cs typeface="Calibri"/>
              </a:defRPr>
            </a:pPr>
            <a:r>
              <a:rPr sz="2000"/>
              <a:t>Choose the shortest distance.</a:t>
            </a:r>
          </a:p>
        </p:txBody>
      </p:sp>
      <p:sp>
        <p:nvSpPr>
          <p:cNvPr id="85" name="Rectangle 84">
            <a:extLst>
              <a:ext uri="{FF2B5EF4-FFF2-40B4-BE49-F238E27FC236}">
                <a16:creationId xmlns:a16="http://schemas.microsoft.com/office/drawing/2014/main" id="{07AD39A9-F6D7-4792-A866-D7EC2B8CB028}"/>
              </a:ext>
            </a:extLst>
          </p:cNvPr>
          <p:cNvSpPr>
            <a:spLocks noGrp="1"/>
          </p:cNvSpPr>
          <p:nvPr/>
        </p:nvSpPr>
        <p:spPr>
          <a:xfrm>
            <a:off x="6191251" y="3667126"/>
            <a:ext cx="4857749" cy="571500"/>
          </a:xfrm>
          <a:prstGeom prst="rect">
            <a:avLst/>
          </a:prstGeom>
          <a:noFill/>
          <a:ln w="0">
            <a:noFill/>
            <a:prstDash val="solid"/>
          </a:ln>
        </p:spPr>
        <p:txBody>
          <a:bodyPr wrap="square" lIns="0" tIns="0" rIns="0" bIns="0" anchor="ctr">
            <a:noAutofit/>
          </a:bodyPr>
          <a:lstStyle>
            <a:defPPr algn="l">
              <a:defRPr sz="1800" b="1">
                <a:solidFill>
                  <a:srgbClr val="2D3A8C"/>
                </a:solidFill>
                <a:latin typeface="Calibri"/>
                <a:ea typeface="Calibri"/>
                <a:cs typeface="Calibri"/>
              </a:defRPr>
            </a:defPPr>
            <a:lvl1pPr algn="l">
              <a:defRPr sz="1800" b="1">
                <a:solidFill>
                  <a:srgbClr val="2D3A8C"/>
                </a:solidFill>
                <a:latin typeface="Calibri"/>
                <a:ea typeface="Calibri"/>
                <a:cs typeface="Calibri"/>
              </a:defRPr>
            </a:lvl1pPr>
            <a:lvl2pPr algn="l">
              <a:defRPr sz="1800" b="1">
                <a:solidFill>
                  <a:srgbClr val="2D3A8C"/>
                </a:solidFill>
                <a:latin typeface="Calibri"/>
                <a:ea typeface="Calibri"/>
                <a:cs typeface="Calibri"/>
              </a:defRPr>
            </a:lvl2pPr>
            <a:lvl3pPr algn="l">
              <a:defRPr sz="1800" b="1">
                <a:solidFill>
                  <a:srgbClr val="2D3A8C"/>
                </a:solidFill>
                <a:latin typeface="Calibri"/>
                <a:ea typeface="Calibri"/>
                <a:cs typeface="Calibri"/>
              </a:defRPr>
            </a:lvl3pPr>
            <a:lvl4pPr algn="l">
              <a:defRPr sz="1800" b="1">
                <a:solidFill>
                  <a:srgbClr val="2D3A8C"/>
                </a:solidFill>
                <a:latin typeface="Calibri"/>
                <a:ea typeface="Calibri"/>
                <a:cs typeface="Calibri"/>
              </a:defRPr>
            </a:lvl4pPr>
            <a:lvl5pPr algn="l">
              <a:defRPr sz="1800" b="1">
                <a:solidFill>
                  <a:srgbClr val="2D3A8C"/>
                </a:solidFill>
                <a:latin typeface="Calibri"/>
                <a:ea typeface="Calibri"/>
                <a:cs typeface="Calibri"/>
              </a:defRPr>
            </a:lvl5pPr>
            <a:lvl6pPr algn="l">
              <a:defRPr sz="1800" b="1">
                <a:solidFill>
                  <a:srgbClr val="2D3A8C"/>
                </a:solidFill>
                <a:latin typeface="Calibri"/>
                <a:ea typeface="Calibri"/>
                <a:cs typeface="Calibri"/>
              </a:defRPr>
            </a:lvl6pPr>
            <a:lvl7pPr algn="l">
              <a:defRPr sz="1800" b="1">
                <a:solidFill>
                  <a:srgbClr val="2D3A8C"/>
                </a:solidFill>
                <a:latin typeface="Calibri"/>
                <a:ea typeface="Calibri"/>
                <a:cs typeface="Calibri"/>
              </a:defRPr>
            </a:lvl7pPr>
            <a:lvl8pPr algn="l">
              <a:defRPr sz="1800" b="1">
                <a:solidFill>
                  <a:srgbClr val="2D3A8C"/>
                </a:solidFill>
                <a:latin typeface="Calibri"/>
                <a:ea typeface="Calibri"/>
                <a:cs typeface="Calibri"/>
              </a:defRPr>
            </a:lvl8pPr>
            <a:lvl9pPr algn="l">
              <a:defRPr sz="1800" b="1">
                <a:solidFill>
                  <a:srgbClr val="2D3A8C"/>
                </a:solidFill>
                <a:latin typeface="Calibri"/>
                <a:ea typeface="Calibri"/>
                <a:cs typeface="Calibri"/>
              </a:defRPr>
            </a:lvl9pPr>
          </a:lstStyle>
          <a:p>
            <a:pPr defTabSz="1219170">
              <a:defRPr sz="1800" b="1">
                <a:solidFill>
                  <a:srgbClr val="2D3A8C"/>
                </a:solidFill>
                <a:latin typeface="Calibri"/>
                <a:ea typeface="Calibri"/>
                <a:cs typeface="Calibri"/>
              </a:defRPr>
            </a:pPr>
            <a:r>
              <a:rPr sz="2400"/>
              <a:t>Traffic-aware</a:t>
            </a:r>
          </a:p>
        </p:txBody>
      </p:sp>
      <p:sp>
        <p:nvSpPr>
          <p:cNvPr id="86" name="Rectangle 85">
            <a:extLst>
              <a:ext uri="{FF2B5EF4-FFF2-40B4-BE49-F238E27FC236}">
                <a16:creationId xmlns:a16="http://schemas.microsoft.com/office/drawing/2014/main" id="{7C768B0A-03A8-4B48-9B7E-0CC311E321C5}"/>
              </a:ext>
            </a:extLst>
          </p:cNvPr>
          <p:cNvSpPr>
            <a:spLocks noGrp="1"/>
          </p:cNvSpPr>
          <p:nvPr/>
        </p:nvSpPr>
        <p:spPr>
          <a:xfrm>
            <a:off x="6191251" y="4333875"/>
            <a:ext cx="5143500" cy="952500"/>
          </a:xfrm>
          <a:prstGeom prst="rect">
            <a:avLst/>
          </a:prstGeom>
          <a:noFill/>
          <a:ln w="0">
            <a:noFill/>
            <a:prstDash val="solid"/>
          </a:ln>
        </p:spPr>
        <p:txBody>
          <a:bodyPr wrap="square" lIns="0" tIns="0" rIns="0" bIns="0" anchor="ctr">
            <a:noAutofit/>
          </a:bodyPr>
          <a:lstStyle>
            <a:defPPr algn="l">
              <a:defRPr sz="1500" b="0">
                <a:solidFill>
                  <a:srgbClr val="1B1F3B"/>
                </a:solidFill>
                <a:latin typeface="Calibri"/>
                <a:ea typeface="Calibri"/>
                <a:cs typeface="Calibri"/>
              </a:defRPr>
            </a:defPPr>
            <a:lvl1pPr algn="l">
              <a:defRPr sz="1500" b="0">
                <a:solidFill>
                  <a:srgbClr val="1B1F3B"/>
                </a:solidFill>
                <a:latin typeface="Calibri"/>
                <a:ea typeface="Calibri"/>
                <a:cs typeface="Calibri"/>
              </a:defRPr>
            </a:lvl1pPr>
            <a:lvl2pPr algn="l">
              <a:defRPr sz="1500" b="0">
                <a:solidFill>
                  <a:srgbClr val="1B1F3B"/>
                </a:solidFill>
                <a:latin typeface="Calibri"/>
                <a:ea typeface="Calibri"/>
                <a:cs typeface="Calibri"/>
              </a:defRPr>
            </a:lvl2pPr>
            <a:lvl3pPr algn="l">
              <a:defRPr sz="1500" b="0">
                <a:solidFill>
                  <a:srgbClr val="1B1F3B"/>
                </a:solidFill>
                <a:latin typeface="Calibri"/>
                <a:ea typeface="Calibri"/>
                <a:cs typeface="Calibri"/>
              </a:defRPr>
            </a:lvl3pPr>
            <a:lvl4pPr algn="l">
              <a:defRPr sz="1500" b="0">
                <a:solidFill>
                  <a:srgbClr val="1B1F3B"/>
                </a:solidFill>
                <a:latin typeface="Calibri"/>
                <a:ea typeface="Calibri"/>
                <a:cs typeface="Calibri"/>
              </a:defRPr>
            </a:lvl4pPr>
            <a:lvl5pPr algn="l">
              <a:defRPr sz="1500" b="0">
                <a:solidFill>
                  <a:srgbClr val="1B1F3B"/>
                </a:solidFill>
                <a:latin typeface="Calibri"/>
                <a:ea typeface="Calibri"/>
                <a:cs typeface="Calibri"/>
              </a:defRPr>
            </a:lvl5pPr>
            <a:lvl6pPr algn="l">
              <a:defRPr sz="1500" b="0">
                <a:solidFill>
                  <a:srgbClr val="1B1F3B"/>
                </a:solidFill>
                <a:latin typeface="Calibri"/>
                <a:ea typeface="Calibri"/>
                <a:cs typeface="Calibri"/>
              </a:defRPr>
            </a:lvl6pPr>
            <a:lvl7pPr algn="l">
              <a:defRPr sz="1500" b="0">
                <a:solidFill>
                  <a:srgbClr val="1B1F3B"/>
                </a:solidFill>
                <a:latin typeface="Calibri"/>
                <a:ea typeface="Calibri"/>
                <a:cs typeface="Calibri"/>
              </a:defRPr>
            </a:lvl7pPr>
            <a:lvl8pPr algn="l">
              <a:defRPr sz="1500" b="0">
                <a:solidFill>
                  <a:srgbClr val="1B1F3B"/>
                </a:solidFill>
                <a:latin typeface="Calibri"/>
                <a:ea typeface="Calibri"/>
                <a:cs typeface="Calibri"/>
              </a:defRPr>
            </a:lvl8pPr>
            <a:lvl9pPr algn="l">
              <a:defRPr sz="1500" b="0">
                <a:solidFill>
                  <a:srgbClr val="1B1F3B"/>
                </a:solidFill>
                <a:latin typeface="Calibri"/>
                <a:ea typeface="Calibri"/>
                <a:cs typeface="Calibri"/>
              </a:defRPr>
            </a:lvl9pPr>
          </a:lstStyle>
          <a:p>
            <a:pPr defTabSz="1219170">
              <a:defRPr sz="1500" b="0">
                <a:solidFill>
                  <a:srgbClr val="1B1F3B"/>
                </a:solidFill>
                <a:latin typeface="Calibri"/>
                <a:ea typeface="Calibri"/>
                <a:cs typeface="Calibri"/>
              </a:defRPr>
            </a:pPr>
            <a:r>
              <a:rPr sz="2000"/>
              <a:t>Use the chosen cell costs.</a:t>
            </a:r>
          </a:p>
          <a:p>
            <a:pPr defTabSz="1219170">
              <a:defRPr sz="1500" b="0">
                <a:solidFill>
                  <a:srgbClr val="1B1F3B"/>
                </a:solidFill>
                <a:latin typeface="Calibri"/>
                <a:ea typeface="Calibri"/>
                <a:cs typeface="Calibri"/>
              </a:defRPr>
            </a:pPr>
            <a:r>
              <a:rPr sz="2000"/>
              <a:t>Choose the lowest total cost.</a:t>
            </a:r>
          </a:p>
        </p:txBody>
      </p:sp>
      <p:sp>
        <p:nvSpPr>
          <p:cNvPr id="87" name="Rectangle 86">
            <a:extLst>
              <a:ext uri="{FF2B5EF4-FFF2-40B4-BE49-F238E27FC236}">
                <a16:creationId xmlns:a16="http://schemas.microsoft.com/office/drawing/2014/main" id="{55B24875-D5F5-495F-91C4-AA1B135D92FF}"/>
              </a:ext>
            </a:extLst>
          </p:cNvPr>
          <p:cNvSpPr>
            <a:spLocks noGrp="1"/>
          </p:cNvSpPr>
          <p:nvPr/>
        </p:nvSpPr>
        <p:spPr>
          <a:xfrm>
            <a:off x="609600" y="5429251"/>
            <a:ext cx="10972800" cy="619125"/>
          </a:xfrm>
          <a:prstGeom prst="rect">
            <a:avLst/>
          </a:prstGeom>
          <a:noFill/>
          <a:ln w="0">
            <a:noFill/>
            <a:prstDash val="solid"/>
          </a:ln>
        </p:spPr>
        <p:txBody>
          <a:bodyPr wrap="square" lIns="0" tIns="0" rIns="0" bIns="0" anchor="ctr">
            <a:noAutofit/>
          </a:bodyPr>
          <a:lstStyle>
            <a:defPPr algn="l">
              <a:defRPr sz="1350" b="1">
                <a:solidFill>
                  <a:srgbClr val="2D3A8C"/>
                </a:solidFill>
                <a:latin typeface="Calibri"/>
                <a:ea typeface="Calibri"/>
                <a:cs typeface="Calibri"/>
              </a:defRPr>
            </a:defPPr>
            <a:lvl1pPr algn="l">
              <a:defRPr sz="1350" b="1">
                <a:solidFill>
                  <a:srgbClr val="2D3A8C"/>
                </a:solidFill>
                <a:latin typeface="Calibri"/>
                <a:ea typeface="Calibri"/>
                <a:cs typeface="Calibri"/>
              </a:defRPr>
            </a:lvl1pPr>
            <a:lvl2pPr algn="l">
              <a:defRPr sz="1350" b="1">
                <a:solidFill>
                  <a:srgbClr val="2D3A8C"/>
                </a:solidFill>
                <a:latin typeface="Calibri"/>
                <a:ea typeface="Calibri"/>
                <a:cs typeface="Calibri"/>
              </a:defRPr>
            </a:lvl2pPr>
            <a:lvl3pPr algn="l">
              <a:defRPr sz="1350" b="1">
                <a:solidFill>
                  <a:srgbClr val="2D3A8C"/>
                </a:solidFill>
                <a:latin typeface="Calibri"/>
                <a:ea typeface="Calibri"/>
                <a:cs typeface="Calibri"/>
              </a:defRPr>
            </a:lvl3pPr>
            <a:lvl4pPr algn="l">
              <a:defRPr sz="1350" b="1">
                <a:solidFill>
                  <a:srgbClr val="2D3A8C"/>
                </a:solidFill>
                <a:latin typeface="Calibri"/>
                <a:ea typeface="Calibri"/>
                <a:cs typeface="Calibri"/>
              </a:defRPr>
            </a:lvl4pPr>
            <a:lvl5pPr algn="l">
              <a:defRPr sz="1350" b="1">
                <a:solidFill>
                  <a:srgbClr val="2D3A8C"/>
                </a:solidFill>
                <a:latin typeface="Calibri"/>
                <a:ea typeface="Calibri"/>
                <a:cs typeface="Calibri"/>
              </a:defRPr>
            </a:lvl5pPr>
            <a:lvl6pPr algn="l">
              <a:defRPr sz="1350" b="1">
                <a:solidFill>
                  <a:srgbClr val="2D3A8C"/>
                </a:solidFill>
                <a:latin typeface="Calibri"/>
                <a:ea typeface="Calibri"/>
                <a:cs typeface="Calibri"/>
              </a:defRPr>
            </a:lvl6pPr>
            <a:lvl7pPr algn="l">
              <a:defRPr sz="1350" b="1">
                <a:solidFill>
                  <a:srgbClr val="2D3A8C"/>
                </a:solidFill>
                <a:latin typeface="Calibri"/>
                <a:ea typeface="Calibri"/>
                <a:cs typeface="Calibri"/>
              </a:defRPr>
            </a:lvl7pPr>
            <a:lvl8pPr algn="l">
              <a:defRPr sz="1350" b="1">
                <a:solidFill>
                  <a:srgbClr val="2D3A8C"/>
                </a:solidFill>
                <a:latin typeface="Calibri"/>
                <a:ea typeface="Calibri"/>
                <a:cs typeface="Calibri"/>
              </a:defRPr>
            </a:lvl8pPr>
            <a:lvl9pPr algn="l">
              <a:defRPr sz="1350" b="1">
                <a:solidFill>
                  <a:srgbClr val="2D3A8C"/>
                </a:solidFill>
                <a:latin typeface="Calibri"/>
                <a:ea typeface="Calibri"/>
                <a:cs typeface="Calibri"/>
              </a:defRPr>
            </a:lvl9pPr>
          </a:lstStyle>
          <a:p>
            <a:pPr defTabSz="1219170">
              <a:defRPr sz="1350" b="1">
                <a:solidFill>
                  <a:srgbClr val="2D3A8C"/>
                </a:solidFill>
                <a:latin typeface="Calibri"/>
                <a:ea typeface="Calibri"/>
                <a:cs typeface="Calibri"/>
              </a:defRPr>
            </a:pPr>
            <a:r>
              <a:rPr sz="1800"/>
              <a:t>Find routes with different costs. Score BOTH with the same traffic costs, J(P).</a:t>
            </a:r>
          </a:p>
        </p:txBody>
      </p:sp>
      <p:sp>
        <p:nvSpPr>
          <p:cNvPr id="88" name="Rectangle 87">
            <a:extLst>
              <a:ext uri="{FF2B5EF4-FFF2-40B4-BE49-F238E27FC236}">
                <a16:creationId xmlns:a16="http://schemas.microsoft.com/office/drawing/2014/main" id="{E815D7F3-E861-405F-8127-D3F255586868}"/>
              </a:ext>
            </a:extLst>
          </p:cNvPr>
          <p:cNvSpPr>
            <a:spLocks noGrp="1"/>
          </p:cNvSpPr>
          <p:nvPr/>
        </p:nvSpPr>
        <p:spPr>
          <a:xfrm>
            <a:off x="714375" y="1381126"/>
            <a:ext cx="5238749" cy="333375"/>
          </a:xfrm>
          <a:prstGeom prst="rect">
            <a:avLst/>
          </a:prstGeom>
          <a:noFill/>
          <a:ln w="0">
            <a:noFill/>
            <a:prstDash val="solid"/>
          </a:ln>
        </p:spPr>
        <p:txBody>
          <a:bodyPr wrap="square" lIns="0" tIns="0" rIns="0" bIns="0" anchor="ctr">
            <a:noAutofit/>
          </a:bodyPr>
          <a:lstStyle>
            <a:defPPr algn="l">
              <a:defRPr sz="1200" b="0">
                <a:solidFill>
                  <a:srgbClr val="4A4F6A"/>
                </a:solidFill>
                <a:latin typeface="Calibri"/>
                <a:ea typeface="Calibri"/>
                <a:cs typeface="Calibri"/>
              </a:defRPr>
            </a:defPPr>
            <a:lvl1pPr algn="l">
              <a:defRPr sz="1200" b="0">
                <a:solidFill>
                  <a:srgbClr val="4A4F6A"/>
                </a:solidFill>
                <a:latin typeface="Calibri"/>
                <a:ea typeface="Calibri"/>
                <a:cs typeface="Calibri"/>
              </a:defRPr>
            </a:lvl1pPr>
            <a:lvl2pPr algn="l">
              <a:defRPr sz="1200" b="0">
                <a:solidFill>
                  <a:srgbClr val="4A4F6A"/>
                </a:solidFill>
                <a:latin typeface="Calibri"/>
                <a:ea typeface="Calibri"/>
                <a:cs typeface="Calibri"/>
              </a:defRPr>
            </a:lvl2pPr>
            <a:lvl3pPr algn="l">
              <a:defRPr sz="1200" b="0">
                <a:solidFill>
                  <a:srgbClr val="4A4F6A"/>
                </a:solidFill>
                <a:latin typeface="Calibri"/>
                <a:ea typeface="Calibri"/>
                <a:cs typeface="Calibri"/>
              </a:defRPr>
            </a:lvl3pPr>
            <a:lvl4pPr algn="l">
              <a:defRPr sz="1200" b="0">
                <a:solidFill>
                  <a:srgbClr val="4A4F6A"/>
                </a:solidFill>
                <a:latin typeface="Calibri"/>
                <a:ea typeface="Calibri"/>
                <a:cs typeface="Calibri"/>
              </a:defRPr>
            </a:lvl4pPr>
            <a:lvl5pPr algn="l">
              <a:defRPr sz="1200" b="0">
                <a:solidFill>
                  <a:srgbClr val="4A4F6A"/>
                </a:solidFill>
                <a:latin typeface="Calibri"/>
                <a:ea typeface="Calibri"/>
                <a:cs typeface="Calibri"/>
              </a:defRPr>
            </a:lvl5pPr>
            <a:lvl6pPr algn="l">
              <a:defRPr sz="1200" b="0">
                <a:solidFill>
                  <a:srgbClr val="4A4F6A"/>
                </a:solidFill>
                <a:latin typeface="Calibri"/>
                <a:ea typeface="Calibri"/>
                <a:cs typeface="Calibri"/>
              </a:defRPr>
            </a:lvl6pPr>
            <a:lvl7pPr algn="l">
              <a:defRPr sz="1200" b="0">
                <a:solidFill>
                  <a:srgbClr val="4A4F6A"/>
                </a:solidFill>
                <a:latin typeface="Calibri"/>
                <a:ea typeface="Calibri"/>
                <a:cs typeface="Calibri"/>
              </a:defRPr>
            </a:lvl7pPr>
            <a:lvl8pPr algn="l">
              <a:defRPr sz="1200" b="0">
                <a:solidFill>
                  <a:srgbClr val="4A4F6A"/>
                </a:solidFill>
                <a:latin typeface="Calibri"/>
                <a:ea typeface="Calibri"/>
                <a:cs typeface="Calibri"/>
              </a:defRPr>
            </a:lvl8pPr>
            <a:lvl9pPr algn="l">
              <a:defRPr sz="1200" b="0">
                <a:solidFill>
                  <a:srgbClr val="4A4F6A"/>
                </a:solidFill>
                <a:latin typeface="Calibri"/>
                <a:ea typeface="Calibri"/>
                <a:cs typeface="Calibri"/>
              </a:defRPr>
            </a:lvl9pPr>
          </a:lstStyle>
          <a:p>
            <a:pPr defTabSz="1219170">
              <a:defRPr sz="1200" b="0">
                <a:solidFill>
                  <a:srgbClr val="4A4F6A"/>
                </a:solidFill>
                <a:latin typeface="Calibri"/>
                <a:ea typeface="Calibri"/>
                <a:cs typeface="Calibri"/>
              </a:defRPr>
            </a:pPr>
            <a:r>
              <a:rPr sz="1600"/>
              <a:t>Same endpoints and blocked cells (same mask)</a:t>
            </a:r>
          </a:p>
        </p:txBody>
      </p:sp>
    </p:spTree>
    <p:extLst>
      <p:ext uri="{BB962C8B-B14F-4D97-AF65-F5344CB8AC3E}">
        <p14:creationId xmlns:p14="http://schemas.microsoft.com/office/powerpoint/2010/main" val="314535256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sz="2400">
              <a:solidFill>
                <a:srgbClr val="FFFFFF"/>
              </a:solidFill>
              <a:latin typeface="Calibri"/>
            </a:endParaRPr>
          </a:p>
        </p:txBody>
      </p:sp>
      <p:sp>
        <p:nvSpPr>
          <p:cNvPr id="2" name="Rectangle 1">
            <a:extLst>
              <a:ext uri="{FF2B5EF4-FFF2-40B4-BE49-F238E27FC236}">
                <a16:creationId xmlns:a16="http://schemas.microsoft.com/office/drawing/2014/main" id="{553BBBB2-D572-4EB7-97EB-7452FF7BF996}"/>
              </a:ext>
            </a:extLst>
          </p:cNvPr>
          <p:cNvSpPr>
            <a:spLocks noGrp="1"/>
          </p:cNvSpPr>
          <p:nvPr/>
        </p:nvSpPr>
        <p:spPr>
          <a:xfrm>
            <a:off x="731520" y="365760"/>
            <a:ext cx="10728960" cy="853440"/>
          </a:xfrm>
          <a:prstGeom prst="rect">
            <a:avLst/>
          </a:prstGeom>
          <a:noFill/>
          <a:ln w="0">
            <a:noFill/>
            <a:prstDash val="solid"/>
          </a:ln>
        </p:spPr>
        <p:txBody>
          <a:bodyPr wrap="square" lIns="0" tIns="0" rIns="0" bIns="0" anchor="ctr">
            <a:noAutofit/>
          </a:bodyPr>
          <a:lstStyle>
            <a:defPPr algn="l">
              <a:defRPr sz="2350" b="1">
                <a:solidFill>
                  <a:srgbClr val="1B1F3B"/>
                </a:solidFill>
                <a:latin typeface="Calibri"/>
                <a:ea typeface="Calibri"/>
                <a:cs typeface="Calibri"/>
              </a:defRPr>
            </a:defPPr>
            <a:lvl1pPr algn="l">
              <a:defRPr sz="2350" b="1">
                <a:solidFill>
                  <a:srgbClr val="1B1F3B"/>
                </a:solidFill>
                <a:latin typeface="Calibri"/>
                <a:ea typeface="Calibri"/>
                <a:cs typeface="Calibri"/>
              </a:defRPr>
            </a:lvl1pPr>
            <a:lvl2pPr algn="l">
              <a:defRPr sz="2350" b="1">
                <a:solidFill>
                  <a:srgbClr val="1B1F3B"/>
                </a:solidFill>
                <a:latin typeface="Calibri"/>
                <a:ea typeface="Calibri"/>
                <a:cs typeface="Calibri"/>
              </a:defRPr>
            </a:lvl2pPr>
            <a:lvl3pPr algn="l">
              <a:defRPr sz="2350" b="1">
                <a:solidFill>
                  <a:srgbClr val="1B1F3B"/>
                </a:solidFill>
                <a:latin typeface="Calibri"/>
                <a:ea typeface="Calibri"/>
                <a:cs typeface="Calibri"/>
              </a:defRPr>
            </a:lvl3pPr>
            <a:lvl4pPr algn="l">
              <a:defRPr sz="2350" b="1">
                <a:solidFill>
                  <a:srgbClr val="1B1F3B"/>
                </a:solidFill>
                <a:latin typeface="Calibri"/>
                <a:ea typeface="Calibri"/>
                <a:cs typeface="Calibri"/>
              </a:defRPr>
            </a:lvl4pPr>
            <a:lvl5pPr algn="l">
              <a:defRPr sz="2350" b="1">
                <a:solidFill>
                  <a:srgbClr val="1B1F3B"/>
                </a:solidFill>
                <a:latin typeface="Calibri"/>
                <a:ea typeface="Calibri"/>
                <a:cs typeface="Calibri"/>
              </a:defRPr>
            </a:lvl5pPr>
            <a:lvl6pPr algn="l">
              <a:defRPr sz="2350" b="1">
                <a:solidFill>
                  <a:srgbClr val="1B1F3B"/>
                </a:solidFill>
                <a:latin typeface="Calibri"/>
                <a:ea typeface="Calibri"/>
                <a:cs typeface="Calibri"/>
              </a:defRPr>
            </a:lvl6pPr>
            <a:lvl7pPr algn="l">
              <a:defRPr sz="2350" b="1">
                <a:solidFill>
                  <a:srgbClr val="1B1F3B"/>
                </a:solidFill>
                <a:latin typeface="Calibri"/>
                <a:ea typeface="Calibri"/>
                <a:cs typeface="Calibri"/>
              </a:defRPr>
            </a:lvl7pPr>
            <a:lvl8pPr algn="l">
              <a:defRPr sz="2350" b="1">
                <a:solidFill>
                  <a:srgbClr val="1B1F3B"/>
                </a:solidFill>
                <a:latin typeface="Calibri"/>
                <a:ea typeface="Calibri"/>
                <a:cs typeface="Calibri"/>
              </a:defRPr>
            </a:lvl8pPr>
            <a:lvl9pPr algn="l">
              <a:defRPr sz="2350" b="1">
                <a:solidFill>
                  <a:srgbClr val="1B1F3B"/>
                </a:solidFill>
                <a:latin typeface="Calibri"/>
                <a:ea typeface="Calibri"/>
                <a:cs typeface="Calibri"/>
              </a:defRPr>
            </a:lvl9pPr>
          </a:lstStyle>
          <a:p>
            <a:pPr defTabSz="1219170">
              <a:defRPr sz="2350" b="1">
                <a:solidFill>
                  <a:srgbClr val="1B1F3B"/>
                </a:solidFill>
                <a:latin typeface="Calibri"/>
                <a:ea typeface="Calibri"/>
                <a:cs typeface="Calibri"/>
              </a:defRPr>
            </a:pPr>
            <a:r>
              <a:rPr sz="3733"/>
              <a:t>Every route needs two measurements</a:t>
            </a:r>
          </a:p>
        </p:txBody>
      </p:sp>
      <p:sp>
        <p:nvSpPr>
          <p:cNvPr id="3" name="Rectangle 2">
            <a:extLst>
              <a:ext uri="{FF2B5EF4-FFF2-40B4-BE49-F238E27FC236}">
                <a16:creationId xmlns:a16="http://schemas.microsoft.com/office/drawing/2014/main" id="{8967A125-948B-4054-8BCB-F47DD8224BE6}"/>
              </a:ext>
            </a:extLst>
          </p:cNvPr>
          <p:cNvSpPr>
            <a:spLocks noGrp="1"/>
          </p:cNvSpPr>
          <p:nvPr/>
        </p:nvSpPr>
        <p:spPr>
          <a:xfrm>
            <a:off x="609601" y="6229350"/>
            <a:ext cx="9334500" cy="266700"/>
          </a:xfrm>
          <a:prstGeom prst="rect">
            <a:avLst/>
          </a:prstGeom>
          <a:noFill/>
          <a:ln w="0">
            <a:noFill/>
            <a:prstDash val="solid"/>
          </a:ln>
        </p:spPr>
        <p:txBody>
          <a:bodyPr wrap="square" lIns="0" tIns="0" rIns="0" bIns="0" anchor="ctr">
            <a:noAutofit/>
          </a:bodyPr>
          <a:lstStyle>
            <a:defPPr algn="l">
              <a:defRPr sz="950" b="0">
                <a:solidFill>
                  <a:srgbClr val="4A4F6A"/>
                </a:solidFill>
                <a:latin typeface="Calibri"/>
                <a:ea typeface="Calibri"/>
                <a:cs typeface="Calibri"/>
              </a:defRPr>
            </a:defPPr>
            <a:lvl1pPr algn="l">
              <a:defRPr sz="950" b="0">
                <a:solidFill>
                  <a:srgbClr val="4A4F6A"/>
                </a:solidFill>
                <a:latin typeface="Calibri"/>
                <a:ea typeface="Calibri"/>
                <a:cs typeface="Calibri"/>
              </a:defRPr>
            </a:lvl1pPr>
            <a:lvl2pPr algn="l">
              <a:defRPr sz="950" b="0">
                <a:solidFill>
                  <a:srgbClr val="4A4F6A"/>
                </a:solidFill>
                <a:latin typeface="Calibri"/>
                <a:ea typeface="Calibri"/>
                <a:cs typeface="Calibri"/>
              </a:defRPr>
            </a:lvl2pPr>
            <a:lvl3pPr algn="l">
              <a:defRPr sz="950" b="0">
                <a:solidFill>
                  <a:srgbClr val="4A4F6A"/>
                </a:solidFill>
                <a:latin typeface="Calibri"/>
                <a:ea typeface="Calibri"/>
                <a:cs typeface="Calibri"/>
              </a:defRPr>
            </a:lvl3pPr>
            <a:lvl4pPr algn="l">
              <a:defRPr sz="950" b="0">
                <a:solidFill>
                  <a:srgbClr val="4A4F6A"/>
                </a:solidFill>
                <a:latin typeface="Calibri"/>
                <a:ea typeface="Calibri"/>
                <a:cs typeface="Calibri"/>
              </a:defRPr>
            </a:lvl4pPr>
            <a:lvl5pPr algn="l">
              <a:defRPr sz="950" b="0">
                <a:solidFill>
                  <a:srgbClr val="4A4F6A"/>
                </a:solidFill>
                <a:latin typeface="Calibri"/>
                <a:ea typeface="Calibri"/>
                <a:cs typeface="Calibri"/>
              </a:defRPr>
            </a:lvl5pPr>
            <a:lvl6pPr algn="l">
              <a:defRPr sz="950" b="0">
                <a:solidFill>
                  <a:srgbClr val="4A4F6A"/>
                </a:solidFill>
                <a:latin typeface="Calibri"/>
                <a:ea typeface="Calibri"/>
                <a:cs typeface="Calibri"/>
              </a:defRPr>
            </a:lvl6pPr>
            <a:lvl7pPr algn="l">
              <a:defRPr sz="950" b="0">
                <a:solidFill>
                  <a:srgbClr val="4A4F6A"/>
                </a:solidFill>
                <a:latin typeface="Calibri"/>
                <a:ea typeface="Calibri"/>
                <a:cs typeface="Calibri"/>
              </a:defRPr>
            </a:lvl7pPr>
            <a:lvl8pPr algn="l">
              <a:defRPr sz="950" b="0">
                <a:solidFill>
                  <a:srgbClr val="4A4F6A"/>
                </a:solidFill>
                <a:latin typeface="Calibri"/>
                <a:ea typeface="Calibri"/>
                <a:cs typeface="Calibri"/>
              </a:defRPr>
            </a:lvl8pPr>
            <a:lvl9pPr algn="l">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7  Comparison and scenarios</a:t>
            </a:r>
          </a:p>
        </p:txBody>
      </p:sp>
      <p:sp>
        <p:nvSpPr>
          <p:cNvPr id="4" name="Rectangle 3">
            <a:extLst>
              <a:ext uri="{FF2B5EF4-FFF2-40B4-BE49-F238E27FC236}">
                <a16:creationId xmlns:a16="http://schemas.microsoft.com/office/drawing/2014/main" id="{DB55EE35-69F3-4149-8B0D-CD5B9BB12641}"/>
              </a:ext>
            </a:extLst>
          </p:cNvPr>
          <p:cNvSpPr>
            <a:spLocks noGrp="1"/>
          </p:cNvSpPr>
          <p:nvPr/>
        </p:nvSpPr>
        <p:spPr>
          <a:xfrm>
            <a:off x="10953750" y="6229350"/>
            <a:ext cx="619125" cy="266700"/>
          </a:xfrm>
          <a:prstGeom prst="rect">
            <a:avLst/>
          </a:prstGeom>
          <a:noFill/>
          <a:ln w="0">
            <a:noFill/>
            <a:prstDash val="solid"/>
          </a:ln>
        </p:spPr>
        <p:txBody>
          <a:bodyPr wrap="square" lIns="0" tIns="0" rIns="0" bIns="0" anchor="ctr">
            <a:noAutofit/>
          </a:bodyPr>
          <a:lstStyle>
            <a:defPPr algn="r">
              <a:defRPr sz="950" b="0">
                <a:solidFill>
                  <a:srgbClr val="4A4F6A"/>
                </a:solidFill>
                <a:latin typeface="Calibri"/>
                <a:ea typeface="Calibri"/>
                <a:cs typeface="Calibri"/>
              </a:defRPr>
            </a:defPPr>
            <a:lvl1pPr algn="r">
              <a:defRPr sz="950" b="0">
                <a:solidFill>
                  <a:srgbClr val="4A4F6A"/>
                </a:solidFill>
                <a:latin typeface="Calibri"/>
                <a:ea typeface="Calibri"/>
                <a:cs typeface="Calibri"/>
              </a:defRPr>
            </a:lvl1pPr>
            <a:lvl2pPr algn="r">
              <a:defRPr sz="950" b="0">
                <a:solidFill>
                  <a:srgbClr val="4A4F6A"/>
                </a:solidFill>
                <a:latin typeface="Calibri"/>
                <a:ea typeface="Calibri"/>
                <a:cs typeface="Calibri"/>
              </a:defRPr>
            </a:lvl2pPr>
            <a:lvl3pPr algn="r">
              <a:defRPr sz="950" b="0">
                <a:solidFill>
                  <a:srgbClr val="4A4F6A"/>
                </a:solidFill>
                <a:latin typeface="Calibri"/>
                <a:ea typeface="Calibri"/>
                <a:cs typeface="Calibri"/>
              </a:defRPr>
            </a:lvl3pPr>
            <a:lvl4pPr algn="r">
              <a:defRPr sz="950" b="0">
                <a:solidFill>
                  <a:srgbClr val="4A4F6A"/>
                </a:solidFill>
                <a:latin typeface="Calibri"/>
                <a:ea typeface="Calibri"/>
                <a:cs typeface="Calibri"/>
              </a:defRPr>
            </a:lvl4pPr>
            <a:lvl5pPr algn="r">
              <a:defRPr sz="950" b="0">
                <a:solidFill>
                  <a:srgbClr val="4A4F6A"/>
                </a:solidFill>
                <a:latin typeface="Calibri"/>
                <a:ea typeface="Calibri"/>
                <a:cs typeface="Calibri"/>
              </a:defRPr>
            </a:lvl5pPr>
            <a:lvl6pPr algn="r">
              <a:defRPr sz="950" b="0">
                <a:solidFill>
                  <a:srgbClr val="4A4F6A"/>
                </a:solidFill>
                <a:latin typeface="Calibri"/>
                <a:ea typeface="Calibri"/>
                <a:cs typeface="Calibri"/>
              </a:defRPr>
            </a:lvl6pPr>
            <a:lvl7pPr algn="r">
              <a:defRPr sz="950" b="0">
                <a:solidFill>
                  <a:srgbClr val="4A4F6A"/>
                </a:solidFill>
                <a:latin typeface="Calibri"/>
                <a:ea typeface="Calibri"/>
                <a:cs typeface="Calibri"/>
              </a:defRPr>
            </a:lvl7pPr>
            <a:lvl8pPr algn="r">
              <a:defRPr sz="950" b="0">
                <a:solidFill>
                  <a:srgbClr val="4A4F6A"/>
                </a:solidFill>
                <a:latin typeface="Calibri"/>
                <a:ea typeface="Calibri"/>
                <a:cs typeface="Calibri"/>
              </a:defRPr>
            </a:lvl8pPr>
            <a:lvl9pPr algn="r">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22</a:t>
            </a:r>
          </a:p>
        </p:txBody>
      </p:sp>
      <p:graphicFrame>
        <p:nvGraphicFramePr>
          <p:cNvPr id="5" name="Table 4">
            <a:extLst>
              <a:ext uri="{FF2B5EF4-FFF2-40B4-BE49-F238E27FC236}">
                <a16:creationId xmlns:a16="http://schemas.microsoft.com/office/drawing/2014/main" id="{A87B4B94-E21F-46E1-AD53-B855AFB529AA}"/>
              </a:ext>
            </a:extLst>
          </p:cNvPr>
          <p:cNvGraphicFramePr/>
          <p:nvPr/>
        </p:nvGraphicFramePr>
        <p:xfrm>
          <a:off x="762000" y="2000251"/>
          <a:ext cx="10668002" cy="2476500"/>
        </p:xfrm>
        <a:graphic>
          <a:graphicData uri="http://schemas.openxmlformats.org/drawingml/2006/table">
            <a:tbl>
              <a:tblPr/>
              <a:tblGrid>
                <a:gridCol w="4381500">
                  <a:extLst>
                    <a:ext uri="{9D8B030D-6E8A-4147-A177-3AD203B41FA5}">
                      <a16:colId xmlns:a16="http://schemas.microsoft.com/office/drawing/2014/main" val="20000"/>
                    </a:ext>
                  </a:extLst>
                </a:gridCol>
                <a:gridCol w="3143251">
                  <a:extLst>
                    <a:ext uri="{9D8B030D-6E8A-4147-A177-3AD203B41FA5}">
                      <a16:colId xmlns:a16="http://schemas.microsoft.com/office/drawing/2014/main" val="20001"/>
                    </a:ext>
                  </a:extLst>
                </a:gridCol>
                <a:gridCol w="3143251">
                  <a:extLst>
                    <a:ext uri="{9D8B030D-6E8A-4147-A177-3AD203B41FA5}">
                      <a16:colId xmlns:a16="http://schemas.microsoft.com/office/drawing/2014/main" val="20002"/>
                    </a:ext>
                  </a:extLst>
                </a:gridCol>
              </a:tblGrid>
              <a:tr h="825500">
                <a:tc>
                  <a:txBody>
                    <a:bodyPr/>
                    <a:lstStyle/>
                    <a:p>
                      <a:r>
                        <a:rPr sz="1700" b="1">
                          <a:solidFill>
                            <a:srgbClr val="FFFFFF"/>
                          </a:solidFill>
                          <a:latin typeface="Calibri"/>
                          <a:ea typeface="Calibri"/>
                          <a:cs typeface="Calibri"/>
                        </a:rPr>
                        <a:t>Route</a:t>
                      </a:r>
                    </a:p>
                  </a:txBody>
                  <a:tcPr anchor="ctr">
                    <a:lnL w="7144">
                      <a:solidFill>
                        <a:srgbClr val="C9CEF2"/>
                      </a:solidFill>
                      <a:prstDash val="solid"/>
                    </a:lnL>
                    <a:lnR w="7144">
                      <a:solidFill>
                        <a:srgbClr val="C9CEF2"/>
                      </a:solidFill>
                      <a:prstDash val="solid"/>
                    </a:lnR>
                    <a:lnT w="7144">
                      <a:solidFill>
                        <a:srgbClr val="C9CEF2"/>
                      </a:solidFill>
                      <a:prstDash val="solid"/>
                    </a:lnT>
                    <a:lnB w="7144">
                      <a:solidFill>
                        <a:srgbClr val="C9CEF2"/>
                      </a:solidFill>
                      <a:prstDash val="solid"/>
                    </a:lnB>
                    <a:solidFill>
                      <a:srgbClr val="1B1F3B"/>
                    </a:solidFill>
                  </a:tcPr>
                </a:tc>
                <a:tc>
                  <a:txBody>
                    <a:bodyPr/>
                    <a:lstStyle/>
                    <a:p>
                      <a:r>
                        <a:rPr sz="1700" b="1">
                          <a:solidFill>
                            <a:srgbClr val="FFFFFF"/>
                          </a:solidFill>
                          <a:latin typeface="Calibri"/>
                          <a:ea typeface="Calibri"/>
                          <a:cs typeface="Calibri"/>
                        </a:rPr>
                        <a:t>Distance</a:t>
                      </a:r>
                    </a:p>
                    <a:p>
                      <a:r>
                        <a:rPr sz="1700" b="1">
                          <a:solidFill>
                            <a:srgbClr val="FFFFFF"/>
                          </a:solidFill>
                          <a:latin typeface="Calibri"/>
                          <a:ea typeface="Calibri"/>
                          <a:cs typeface="Calibri"/>
                        </a:rPr>
                        <a:t>(grid units)</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a:solidFill>
                        <a:srgbClr val="C9CEF2"/>
                      </a:solidFill>
                      <a:prstDash val="solid"/>
                    </a:lnT>
                    <a:lnB w="7144">
                      <a:solidFill>
                        <a:srgbClr val="C9CEF2"/>
                      </a:solidFill>
                      <a:prstDash val="solid"/>
                    </a:lnB>
                    <a:solidFill>
                      <a:srgbClr val="1B1F3B"/>
                    </a:solidFill>
                  </a:tcPr>
                </a:tc>
                <a:tc>
                  <a:txBody>
                    <a:bodyPr/>
                    <a:lstStyle/>
                    <a:p>
                      <a:r>
                        <a:rPr sz="1700" b="1">
                          <a:solidFill>
                            <a:srgbClr val="FFFFFF"/>
                          </a:solidFill>
                          <a:latin typeface="Calibri"/>
                          <a:ea typeface="Calibri"/>
                          <a:cs typeface="Calibri"/>
                        </a:rPr>
                        <a:t>Cost</a:t>
                      </a:r>
                    </a:p>
                    <a:p>
                      <a:r>
                        <a:rPr sz="1700" b="1">
                          <a:solidFill>
                            <a:srgbClr val="FFFFFF"/>
                          </a:solidFill>
                          <a:latin typeface="Calibri"/>
                          <a:ea typeface="Calibri"/>
                          <a:cs typeface="Calibri"/>
                        </a:rPr>
                        <a:t>(chosen score)</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a:solidFill>
                        <a:srgbClr val="C9CEF2"/>
                      </a:solidFill>
                      <a:prstDash val="solid"/>
                    </a:lnT>
                    <a:lnB w="7144">
                      <a:solidFill>
                        <a:srgbClr val="C9CEF2"/>
                      </a:solidFill>
                      <a:prstDash val="solid"/>
                    </a:lnB>
                    <a:solidFill>
                      <a:srgbClr val="1B1F3B"/>
                    </a:solidFill>
                  </a:tcPr>
                </a:tc>
                <a:extLst>
                  <a:ext uri="{0D108BD9-81ED-4DB2-BD59-A6C34878D82A}">
                    <a16:rowId xmlns:a16="http://schemas.microsoft.com/office/drawing/2014/main" val="10000"/>
                  </a:ext>
                </a:extLst>
              </a:tr>
              <a:tr h="825500">
                <a:tc>
                  <a:txBody>
                    <a:bodyPr/>
                    <a:lstStyle/>
                    <a:p>
                      <a:r>
                        <a:rPr sz="1700" b="0">
                          <a:solidFill>
                            <a:srgbClr val="1B1F3B"/>
                          </a:solidFill>
                          <a:latin typeface="Calibri"/>
                          <a:ea typeface="Calibri"/>
                          <a:cs typeface="Calibri"/>
                        </a:rPr>
                        <a:t>Distance-only</a:t>
                      </a:r>
                    </a:p>
                  </a:txBody>
                  <a:tcPr anchor="ctr">
                    <a:lnL w="7144">
                      <a:solidFill>
                        <a:srgbClr val="C9CEF2"/>
                      </a:solidFill>
                      <a:prstDash val="soli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FFFFFF"/>
                    </a:solidFill>
                  </a:tcPr>
                </a:tc>
                <a:tc>
                  <a:txBody>
                    <a:bodyPr/>
                    <a:lstStyle/>
                    <a:p>
                      <a:r>
                        <a:rPr sz="1700" b="0">
                          <a:solidFill>
                            <a:srgbClr val="1B1F3B"/>
                          </a:solidFill>
                          <a:latin typeface="Calibri"/>
                          <a:ea typeface="Calibri"/>
                          <a:cs typeface="Calibri"/>
                        </a:rPr>
                        <a:t>6.00</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FFFFFF"/>
                    </a:solidFill>
                  </a:tcPr>
                </a:tc>
                <a:tc>
                  <a:txBody>
                    <a:bodyPr/>
                    <a:lstStyle/>
                    <a:p>
                      <a:r>
                        <a:rPr sz="1700" b="0">
                          <a:solidFill>
                            <a:srgbClr val="1B1F3B"/>
                          </a:solidFill>
                          <a:latin typeface="Calibri"/>
                          <a:ea typeface="Calibri"/>
                          <a:cs typeface="Calibri"/>
                        </a:rPr>
                        <a:t>13.50</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F8D19C"/>
                    </a:solidFill>
                  </a:tcPr>
                </a:tc>
                <a:extLst>
                  <a:ext uri="{0D108BD9-81ED-4DB2-BD59-A6C34878D82A}">
                    <a16:rowId xmlns:a16="http://schemas.microsoft.com/office/drawing/2014/main" val="10001"/>
                  </a:ext>
                </a:extLst>
              </a:tr>
              <a:tr h="825500">
                <a:tc>
                  <a:txBody>
                    <a:bodyPr/>
                    <a:lstStyle/>
                    <a:p>
                      <a:r>
                        <a:rPr sz="1700" b="0">
                          <a:solidFill>
                            <a:srgbClr val="1B1F3B"/>
                          </a:solidFill>
                          <a:latin typeface="Calibri"/>
                          <a:ea typeface="Calibri"/>
                          <a:cs typeface="Calibri"/>
                        </a:rPr>
                        <a:t>Traffic-aware</a:t>
                      </a:r>
                    </a:p>
                  </a:txBody>
                  <a:tcPr anchor="ctr">
                    <a:lnL w="7144">
                      <a:solidFill>
                        <a:srgbClr val="C9CEF2"/>
                      </a:solidFill>
                      <a:prstDash val="soli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DDDFED"/>
                    </a:solidFill>
                  </a:tcPr>
                </a:tc>
                <a:tc>
                  <a:txBody>
                    <a:bodyPr/>
                    <a:lstStyle/>
                    <a:p>
                      <a:r>
                        <a:rPr sz="1700" b="0">
                          <a:solidFill>
                            <a:srgbClr val="1B1F3B"/>
                          </a:solidFill>
                          <a:latin typeface="Calibri"/>
                          <a:ea typeface="Calibri"/>
                          <a:cs typeface="Calibri"/>
                        </a:rPr>
                        <a:t>6.83</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DDDFED"/>
                    </a:solidFill>
                  </a:tcPr>
                </a:tc>
                <a:tc>
                  <a:txBody>
                    <a:bodyPr/>
                    <a:lstStyle/>
                    <a:p>
                      <a:r>
                        <a:rPr sz="1700" b="0">
                          <a:solidFill>
                            <a:srgbClr val="1B1F3B"/>
                          </a:solidFill>
                          <a:latin typeface="Calibri"/>
                          <a:ea typeface="Calibri"/>
                          <a:cs typeface="Calibri"/>
                        </a:rPr>
                        <a:t>6.83</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E0F1ED"/>
                    </a:solidFill>
                  </a:tcPr>
                </a:tc>
                <a:extLst>
                  <a:ext uri="{0D108BD9-81ED-4DB2-BD59-A6C34878D82A}">
                    <a16:rowId xmlns:a16="http://schemas.microsoft.com/office/drawing/2014/main" val="10002"/>
                  </a:ext>
                </a:extLst>
              </a:tr>
            </a:tbl>
          </a:graphicData>
        </a:graphic>
      </p:graphicFrame>
      <p:sp>
        <p:nvSpPr>
          <p:cNvPr id="6" name="Rectangle 5">
            <a:extLst>
              <a:ext uri="{FF2B5EF4-FFF2-40B4-BE49-F238E27FC236}">
                <a16:creationId xmlns:a16="http://schemas.microsoft.com/office/drawing/2014/main" id="{99D5796C-8D9E-43CC-B5FC-1B569F081549}"/>
              </a:ext>
            </a:extLst>
          </p:cNvPr>
          <p:cNvSpPr>
            <a:spLocks noGrp="1"/>
          </p:cNvSpPr>
          <p:nvPr/>
        </p:nvSpPr>
        <p:spPr>
          <a:xfrm>
            <a:off x="609600" y="5143500"/>
            <a:ext cx="10972800" cy="457200"/>
          </a:xfrm>
          <a:prstGeom prst="rect">
            <a:avLst/>
          </a:prstGeom>
          <a:noFill/>
          <a:ln w="0">
            <a:noFill/>
            <a:prstDash val="solid"/>
          </a:ln>
        </p:spPr>
        <p:txBody>
          <a:bodyPr wrap="square" lIns="0" tIns="0" rIns="0" bIns="0" anchor="ctr">
            <a:noAutofit/>
          </a:bodyPr>
          <a:lstStyle>
            <a:defPPr algn="l">
              <a:defRPr sz="1300" b="0">
                <a:solidFill>
                  <a:srgbClr val="2D3A8C"/>
                </a:solidFill>
                <a:latin typeface="Calibri"/>
                <a:ea typeface="Calibri"/>
                <a:cs typeface="Calibri"/>
              </a:defRPr>
            </a:defPPr>
            <a:lvl1pPr algn="l">
              <a:defRPr sz="1300" b="0">
                <a:solidFill>
                  <a:srgbClr val="2D3A8C"/>
                </a:solidFill>
                <a:latin typeface="Calibri"/>
                <a:ea typeface="Calibri"/>
                <a:cs typeface="Calibri"/>
              </a:defRPr>
            </a:lvl1pPr>
            <a:lvl2pPr algn="l">
              <a:defRPr sz="1300" b="0">
                <a:solidFill>
                  <a:srgbClr val="2D3A8C"/>
                </a:solidFill>
                <a:latin typeface="Calibri"/>
                <a:ea typeface="Calibri"/>
                <a:cs typeface="Calibri"/>
              </a:defRPr>
            </a:lvl2pPr>
            <a:lvl3pPr algn="l">
              <a:defRPr sz="1300" b="0">
                <a:solidFill>
                  <a:srgbClr val="2D3A8C"/>
                </a:solidFill>
                <a:latin typeface="Calibri"/>
                <a:ea typeface="Calibri"/>
                <a:cs typeface="Calibri"/>
              </a:defRPr>
            </a:lvl3pPr>
            <a:lvl4pPr algn="l">
              <a:defRPr sz="1300" b="0">
                <a:solidFill>
                  <a:srgbClr val="2D3A8C"/>
                </a:solidFill>
                <a:latin typeface="Calibri"/>
                <a:ea typeface="Calibri"/>
                <a:cs typeface="Calibri"/>
              </a:defRPr>
            </a:lvl4pPr>
            <a:lvl5pPr algn="l">
              <a:defRPr sz="1300" b="0">
                <a:solidFill>
                  <a:srgbClr val="2D3A8C"/>
                </a:solidFill>
                <a:latin typeface="Calibri"/>
                <a:ea typeface="Calibri"/>
                <a:cs typeface="Calibri"/>
              </a:defRPr>
            </a:lvl5pPr>
            <a:lvl6pPr algn="l">
              <a:defRPr sz="1300" b="0">
                <a:solidFill>
                  <a:srgbClr val="2D3A8C"/>
                </a:solidFill>
                <a:latin typeface="Calibri"/>
                <a:ea typeface="Calibri"/>
                <a:cs typeface="Calibri"/>
              </a:defRPr>
            </a:lvl6pPr>
            <a:lvl7pPr algn="l">
              <a:defRPr sz="1300" b="0">
                <a:solidFill>
                  <a:srgbClr val="2D3A8C"/>
                </a:solidFill>
                <a:latin typeface="Calibri"/>
                <a:ea typeface="Calibri"/>
                <a:cs typeface="Calibri"/>
              </a:defRPr>
            </a:lvl7pPr>
            <a:lvl8pPr algn="l">
              <a:defRPr sz="1300" b="0">
                <a:solidFill>
                  <a:srgbClr val="2D3A8C"/>
                </a:solidFill>
                <a:latin typeface="Calibri"/>
                <a:ea typeface="Calibri"/>
                <a:cs typeface="Calibri"/>
              </a:defRPr>
            </a:lvl8pPr>
            <a:lvl9pPr algn="l">
              <a:defRPr sz="1300" b="0">
                <a:solidFill>
                  <a:srgbClr val="2D3A8C"/>
                </a:solidFill>
                <a:latin typeface="Calibri"/>
                <a:ea typeface="Calibri"/>
                <a:cs typeface="Calibri"/>
              </a:defRPr>
            </a:lvl9pPr>
          </a:lstStyle>
          <a:p>
            <a:pPr defTabSz="1219170">
              <a:defRPr sz="1300" b="0">
                <a:solidFill>
                  <a:srgbClr val="2D3A8C"/>
                </a:solidFill>
                <a:latin typeface="Calibri"/>
                <a:ea typeface="Calibri"/>
                <a:cs typeface="Calibri"/>
              </a:defRPr>
            </a:pPr>
            <a:r>
              <a:rPr sz="1733"/>
              <a:t>A route can be longer and still have a lower cost.</a:t>
            </a:r>
          </a:p>
        </p:txBody>
      </p:sp>
      <p:sp>
        <p:nvSpPr>
          <p:cNvPr id="7" name="Rectangle 6">
            <a:extLst>
              <a:ext uri="{FF2B5EF4-FFF2-40B4-BE49-F238E27FC236}">
                <a16:creationId xmlns:a16="http://schemas.microsoft.com/office/drawing/2014/main" id="{20C4DBEA-D735-4D18-BB8E-E46CFE63193E}"/>
              </a:ext>
            </a:extLst>
          </p:cNvPr>
          <p:cNvSpPr>
            <a:spLocks noGrp="1"/>
          </p:cNvSpPr>
          <p:nvPr/>
        </p:nvSpPr>
        <p:spPr>
          <a:xfrm>
            <a:off x="762000" y="1524000"/>
            <a:ext cx="10668000" cy="381000"/>
          </a:xfrm>
          <a:prstGeom prst="rect">
            <a:avLst/>
          </a:prstGeom>
          <a:noFill/>
          <a:ln w="0">
            <a:noFill/>
            <a:prstDash val="solid"/>
          </a:ln>
        </p:spPr>
        <p:txBody>
          <a:bodyPr wrap="square" lIns="0" tIns="0" rIns="0" bIns="0" anchor="ctr">
            <a:noAutofit/>
          </a:bodyPr>
          <a:lstStyle>
            <a:defPPr algn="l">
              <a:defRPr sz="1250" b="0">
                <a:solidFill>
                  <a:srgbClr val="4A4F6A"/>
                </a:solidFill>
                <a:latin typeface="Calibri"/>
                <a:ea typeface="Calibri"/>
                <a:cs typeface="Calibri"/>
              </a:defRPr>
            </a:defPPr>
            <a:lvl1pPr algn="l">
              <a:defRPr sz="1250" b="0">
                <a:solidFill>
                  <a:srgbClr val="4A4F6A"/>
                </a:solidFill>
                <a:latin typeface="Calibri"/>
                <a:ea typeface="Calibri"/>
                <a:cs typeface="Calibri"/>
              </a:defRPr>
            </a:lvl1pPr>
            <a:lvl2pPr algn="l">
              <a:defRPr sz="1250" b="0">
                <a:solidFill>
                  <a:srgbClr val="4A4F6A"/>
                </a:solidFill>
                <a:latin typeface="Calibri"/>
                <a:ea typeface="Calibri"/>
                <a:cs typeface="Calibri"/>
              </a:defRPr>
            </a:lvl2pPr>
            <a:lvl3pPr algn="l">
              <a:defRPr sz="1250" b="0">
                <a:solidFill>
                  <a:srgbClr val="4A4F6A"/>
                </a:solidFill>
                <a:latin typeface="Calibri"/>
                <a:ea typeface="Calibri"/>
                <a:cs typeface="Calibri"/>
              </a:defRPr>
            </a:lvl3pPr>
            <a:lvl4pPr algn="l">
              <a:defRPr sz="1250" b="0">
                <a:solidFill>
                  <a:srgbClr val="4A4F6A"/>
                </a:solidFill>
                <a:latin typeface="Calibri"/>
                <a:ea typeface="Calibri"/>
                <a:cs typeface="Calibri"/>
              </a:defRPr>
            </a:lvl4pPr>
            <a:lvl5pPr algn="l">
              <a:defRPr sz="1250" b="0">
                <a:solidFill>
                  <a:srgbClr val="4A4F6A"/>
                </a:solidFill>
                <a:latin typeface="Calibri"/>
                <a:ea typeface="Calibri"/>
                <a:cs typeface="Calibri"/>
              </a:defRPr>
            </a:lvl5pPr>
            <a:lvl6pPr algn="l">
              <a:defRPr sz="1250" b="0">
                <a:solidFill>
                  <a:srgbClr val="4A4F6A"/>
                </a:solidFill>
                <a:latin typeface="Calibri"/>
                <a:ea typeface="Calibri"/>
                <a:cs typeface="Calibri"/>
              </a:defRPr>
            </a:lvl6pPr>
            <a:lvl7pPr algn="l">
              <a:defRPr sz="1250" b="0">
                <a:solidFill>
                  <a:srgbClr val="4A4F6A"/>
                </a:solidFill>
                <a:latin typeface="Calibri"/>
                <a:ea typeface="Calibri"/>
                <a:cs typeface="Calibri"/>
              </a:defRPr>
            </a:lvl7pPr>
            <a:lvl8pPr algn="l">
              <a:defRPr sz="1250" b="0">
                <a:solidFill>
                  <a:srgbClr val="4A4F6A"/>
                </a:solidFill>
                <a:latin typeface="Calibri"/>
                <a:ea typeface="Calibri"/>
                <a:cs typeface="Calibri"/>
              </a:defRPr>
            </a:lvl8pPr>
            <a:lvl9pPr algn="l">
              <a:defRPr sz="1250" b="0">
                <a:solidFill>
                  <a:srgbClr val="4A4F6A"/>
                </a:solidFill>
                <a:latin typeface="Calibri"/>
                <a:ea typeface="Calibri"/>
                <a:cs typeface="Calibri"/>
              </a:defRPr>
            </a:lvl9pPr>
          </a:lstStyle>
          <a:p>
            <a:pPr defTabSz="1219170">
              <a:defRPr sz="1250" b="0">
                <a:solidFill>
                  <a:srgbClr val="4A4F6A"/>
                </a:solidFill>
                <a:latin typeface="Calibri"/>
                <a:ea typeface="Calibri"/>
                <a:cs typeface="Calibri"/>
              </a:defRPr>
            </a:pPr>
            <a:r>
              <a:rPr sz="1667"/>
              <a:t>Teaching-map results, not measured RUSH scenario results</a:t>
            </a:r>
          </a:p>
        </p:txBody>
      </p:sp>
    </p:spTree>
    <p:extLst>
      <p:ext uri="{BB962C8B-B14F-4D97-AF65-F5344CB8AC3E}">
        <p14:creationId xmlns:p14="http://schemas.microsoft.com/office/powerpoint/2010/main" val="37787046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sz="2400">
              <a:solidFill>
                <a:srgbClr val="FFFFFF"/>
              </a:solidFill>
              <a:latin typeface="Calibri"/>
            </a:endParaRPr>
          </a:p>
        </p:txBody>
      </p:sp>
      <p:sp>
        <p:nvSpPr>
          <p:cNvPr id="2" name="Rectangle 1">
            <a:extLst>
              <a:ext uri="{FF2B5EF4-FFF2-40B4-BE49-F238E27FC236}">
                <a16:creationId xmlns:a16="http://schemas.microsoft.com/office/drawing/2014/main" id="{4B56F1B3-660D-47C5-B144-5DBC6681E39C}"/>
              </a:ext>
            </a:extLst>
          </p:cNvPr>
          <p:cNvSpPr>
            <a:spLocks noGrp="1"/>
          </p:cNvSpPr>
          <p:nvPr/>
        </p:nvSpPr>
        <p:spPr>
          <a:xfrm>
            <a:off x="731520" y="365760"/>
            <a:ext cx="10728960" cy="853440"/>
          </a:xfrm>
          <a:prstGeom prst="rect">
            <a:avLst/>
          </a:prstGeom>
          <a:noFill/>
          <a:ln w="0">
            <a:noFill/>
            <a:prstDash val="solid"/>
          </a:ln>
        </p:spPr>
        <p:txBody>
          <a:bodyPr wrap="square" lIns="0" tIns="0" rIns="0" bIns="0" anchor="ctr">
            <a:noAutofit/>
          </a:bodyPr>
          <a:lstStyle>
            <a:defPPr algn="l">
              <a:defRPr sz="2350" b="1">
                <a:solidFill>
                  <a:srgbClr val="1B1F3B"/>
                </a:solidFill>
                <a:latin typeface="Calibri"/>
                <a:ea typeface="Calibri"/>
                <a:cs typeface="Calibri"/>
              </a:defRPr>
            </a:defPPr>
            <a:lvl1pPr algn="l">
              <a:defRPr sz="2350" b="1">
                <a:solidFill>
                  <a:srgbClr val="1B1F3B"/>
                </a:solidFill>
                <a:latin typeface="Calibri"/>
                <a:ea typeface="Calibri"/>
                <a:cs typeface="Calibri"/>
              </a:defRPr>
            </a:lvl1pPr>
            <a:lvl2pPr algn="l">
              <a:defRPr sz="2350" b="1">
                <a:solidFill>
                  <a:srgbClr val="1B1F3B"/>
                </a:solidFill>
                <a:latin typeface="Calibri"/>
                <a:ea typeface="Calibri"/>
                <a:cs typeface="Calibri"/>
              </a:defRPr>
            </a:lvl2pPr>
            <a:lvl3pPr algn="l">
              <a:defRPr sz="2350" b="1">
                <a:solidFill>
                  <a:srgbClr val="1B1F3B"/>
                </a:solidFill>
                <a:latin typeface="Calibri"/>
                <a:ea typeface="Calibri"/>
                <a:cs typeface="Calibri"/>
              </a:defRPr>
            </a:lvl3pPr>
            <a:lvl4pPr algn="l">
              <a:defRPr sz="2350" b="1">
                <a:solidFill>
                  <a:srgbClr val="1B1F3B"/>
                </a:solidFill>
                <a:latin typeface="Calibri"/>
                <a:ea typeface="Calibri"/>
                <a:cs typeface="Calibri"/>
              </a:defRPr>
            </a:lvl4pPr>
            <a:lvl5pPr algn="l">
              <a:defRPr sz="2350" b="1">
                <a:solidFill>
                  <a:srgbClr val="1B1F3B"/>
                </a:solidFill>
                <a:latin typeface="Calibri"/>
                <a:ea typeface="Calibri"/>
                <a:cs typeface="Calibri"/>
              </a:defRPr>
            </a:lvl5pPr>
            <a:lvl6pPr algn="l">
              <a:defRPr sz="2350" b="1">
                <a:solidFill>
                  <a:srgbClr val="1B1F3B"/>
                </a:solidFill>
                <a:latin typeface="Calibri"/>
                <a:ea typeface="Calibri"/>
                <a:cs typeface="Calibri"/>
              </a:defRPr>
            </a:lvl6pPr>
            <a:lvl7pPr algn="l">
              <a:defRPr sz="2350" b="1">
                <a:solidFill>
                  <a:srgbClr val="1B1F3B"/>
                </a:solidFill>
                <a:latin typeface="Calibri"/>
                <a:ea typeface="Calibri"/>
                <a:cs typeface="Calibri"/>
              </a:defRPr>
            </a:lvl7pPr>
            <a:lvl8pPr algn="l">
              <a:defRPr sz="2350" b="1">
                <a:solidFill>
                  <a:srgbClr val="1B1F3B"/>
                </a:solidFill>
                <a:latin typeface="Calibri"/>
                <a:ea typeface="Calibri"/>
                <a:cs typeface="Calibri"/>
              </a:defRPr>
            </a:lvl8pPr>
            <a:lvl9pPr algn="l">
              <a:defRPr sz="2350" b="1">
                <a:solidFill>
                  <a:srgbClr val="1B1F3B"/>
                </a:solidFill>
                <a:latin typeface="Calibri"/>
                <a:ea typeface="Calibri"/>
                <a:cs typeface="Calibri"/>
              </a:defRPr>
            </a:lvl9pPr>
          </a:lstStyle>
          <a:p>
            <a:pPr defTabSz="1219170">
              <a:defRPr sz="2350" b="1">
                <a:solidFill>
                  <a:srgbClr val="1B1F3B"/>
                </a:solidFill>
                <a:latin typeface="Calibri"/>
                <a:ea typeface="Calibri"/>
                <a:cs typeface="Calibri"/>
              </a:defRPr>
            </a:pPr>
            <a:r>
              <a:rPr sz="3733"/>
              <a:t>What does the detour buy?</a:t>
            </a:r>
          </a:p>
        </p:txBody>
      </p:sp>
      <p:sp>
        <p:nvSpPr>
          <p:cNvPr id="3" name="Rectangle 2">
            <a:extLst>
              <a:ext uri="{FF2B5EF4-FFF2-40B4-BE49-F238E27FC236}">
                <a16:creationId xmlns:a16="http://schemas.microsoft.com/office/drawing/2014/main" id="{78F97F03-B28D-43E6-AAA5-C23E2BC79A72}"/>
              </a:ext>
            </a:extLst>
          </p:cNvPr>
          <p:cNvSpPr>
            <a:spLocks noGrp="1"/>
          </p:cNvSpPr>
          <p:nvPr/>
        </p:nvSpPr>
        <p:spPr>
          <a:xfrm>
            <a:off x="609601" y="6229350"/>
            <a:ext cx="9334500" cy="266700"/>
          </a:xfrm>
          <a:prstGeom prst="rect">
            <a:avLst/>
          </a:prstGeom>
          <a:noFill/>
          <a:ln w="0">
            <a:noFill/>
            <a:prstDash val="solid"/>
          </a:ln>
        </p:spPr>
        <p:txBody>
          <a:bodyPr wrap="square" lIns="0" tIns="0" rIns="0" bIns="0" anchor="ctr">
            <a:noAutofit/>
          </a:bodyPr>
          <a:lstStyle>
            <a:defPPr algn="l">
              <a:defRPr sz="950" b="0">
                <a:solidFill>
                  <a:srgbClr val="4A4F6A"/>
                </a:solidFill>
                <a:latin typeface="Calibri"/>
                <a:ea typeface="Calibri"/>
                <a:cs typeface="Calibri"/>
              </a:defRPr>
            </a:defPPr>
            <a:lvl1pPr algn="l">
              <a:defRPr sz="950" b="0">
                <a:solidFill>
                  <a:srgbClr val="4A4F6A"/>
                </a:solidFill>
                <a:latin typeface="Calibri"/>
                <a:ea typeface="Calibri"/>
                <a:cs typeface="Calibri"/>
              </a:defRPr>
            </a:lvl1pPr>
            <a:lvl2pPr algn="l">
              <a:defRPr sz="950" b="0">
                <a:solidFill>
                  <a:srgbClr val="4A4F6A"/>
                </a:solidFill>
                <a:latin typeface="Calibri"/>
                <a:ea typeface="Calibri"/>
                <a:cs typeface="Calibri"/>
              </a:defRPr>
            </a:lvl2pPr>
            <a:lvl3pPr algn="l">
              <a:defRPr sz="950" b="0">
                <a:solidFill>
                  <a:srgbClr val="4A4F6A"/>
                </a:solidFill>
                <a:latin typeface="Calibri"/>
                <a:ea typeface="Calibri"/>
                <a:cs typeface="Calibri"/>
              </a:defRPr>
            </a:lvl3pPr>
            <a:lvl4pPr algn="l">
              <a:defRPr sz="950" b="0">
                <a:solidFill>
                  <a:srgbClr val="4A4F6A"/>
                </a:solidFill>
                <a:latin typeface="Calibri"/>
                <a:ea typeface="Calibri"/>
                <a:cs typeface="Calibri"/>
              </a:defRPr>
            </a:lvl4pPr>
            <a:lvl5pPr algn="l">
              <a:defRPr sz="950" b="0">
                <a:solidFill>
                  <a:srgbClr val="4A4F6A"/>
                </a:solidFill>
                <a:latin typeface="Calibri"/>
                <a:ea typeface="Calibri"/>
                <a:cs typeface="Calibri"/>
              </a:defRPr>
            </a:lvl5pPr>
            <a:lvl6pPr algn="l">
              <a:defRPr sz="950" b="0">
                <a:solidFill>
                  <a:srgbClr val="4A4F6A"/>
                </a:solidFill>
                <a:latin typeface="Calibri"/>
                <a:ea typeface="Calibri"/>
                <a:cs typeface="Calibri"/>
              </a:defRPr>
            </a:lvl6pPr>
            <a:lvl7pPr algn="l">
              <a:defRPr sz="950" b="0">
                <a:solidFill>
                  <a:srgbClr val="4A4F6A"/>
                </a:solidFill>
                <a:latin typeface="Calibri"/>
                <a:ea typeface="Calibri"/>
                <a:cs typeface="Calibri"/>
              </a:defRPr>
            </a:lvl7pPr>
            <a:lvl8pPr algn="l">
              <a:defRPr sz="950" b="0">
                <a:solidFill>
                  <a:srgbClr val="4A4F6A"/>
                </a:solidFill>
                <a:latin typeface="Calibri"/>
                <a:ea typeface="Calibri"/>
                <a:cs typeface="Calibri"/>
              </a:defRPr>
            </a:lvl8pPr>
            <a:lvl9pPr algn="l">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7  Comparison and scenarios</a:t>
            </a:r>
          </a:p>
        </p:txBody>
      </p:sp>
      <p:sp>
        <p:nvSpPr>
          <p:cNvPr id="4" name="Rectangle 3">
            <a:extLst>
              <a:ext uri="{FF2B5EF4-FFF2-40B4-BE49-F238E27FC236}">
                <a16:creationId xmlns:a16="http://schemas.microsoft.com/office/drawing/2014/main" id="{B374AED8-1459-4775-A7CE-C61D040E5D8E}"/>
              </a:ext>
            </a:extLst>
          </p:cNvPr>
          <p:cNvSpPr>
            <a:spLocks noGrp="1"/>
          </p:cNvSpPr>
          <p:nvPr/>
        </p:nvSpPr>
        <p:spPr>
          <a:xfrm>
            <a:off x="10953750" y="6229350"/>
            <a:ext cx="619125" cy="266700"/>
          </a:xfrm>
          <a:prstGeom prst="rect">
            <a:avLst/>
          </a:prstGeom>
          <a:noFill/>
          <a:ln w="0">
            <a:noFill/>
            <a:prstDash val="solid"/>
          </a:ln>
        </p:spPr>
        <p:txBody>
          <a:bodyPr wrap="square" lIns="0" tIns="0" rIns="0" bIns="0" anchor="ctr">
            <a:noAutofit/>
          </a:bodyPr>
          <a:lstStyle>
            <a:defPPr algn="r">
              <a:defRPr sz="950" b="0">
                <a:solidFill>
                  <a:srgbClr val="4A4F6A"/>
                </a:solidFill>
                <a:latin typeface="Calibri"/>
                <a:ea typeface="Calibri"/>
                <a:cs typeface="Calibri"/>
              </a:defRPr>
            </a:defPPr>
            <a:lvl1pPr algn="r">
              <a:defRPr sz="950" b="0">
                <a:solidFill>
                  <a:srgbClr val="4A4F6A"/>
                </a:solidFill>
                <a:latin typeface="Calibri"/>
                <a:ea typeface="Calibri"/>
                <a:cs typeface="Calibri"/>
              </a:defRPr>
            </a:lvl1pPr>
            <a:lvl2pPr algn="r">
              <a:defRPr sz="950" b="0">
                <a:solidFill>
                  <a:srgbClr val="4A4F6A"/>
                </a:solidFill>
                <a:latin typeface="Calibri"/>
                <a:ea typeface="Calibri"/>
                <a:cs typeface="Calibri"/>
              </a:defRPr>
            </a:lvl2pPr>
            <a:lvl3pPr algn="r">
              <a:defRPr sz="950" b="0">
                <a:solidFill>
                  <a:srgbClr val="4A4F6A"/>
                </a:solidFill>
                <a:latin typeface="Calibri"/>
                <a:ea typeface="Calibri"/>
                <a:cs typeface="Calibri"/>
              </a:defRPr>
            </a:lvl3pPr>
            <a:lvl4pPr algn="r">
              <a:defRPr sz="950" b="0">
                <a:solidFill>
                  <a:srgbClr val="4A4F6A"/>
                </a:solidFill>
                <a:latin typeface="Calibri"/>
                <a:ea typeface="Calibri"/>
                <a:cs typeface="Calibri"/>
              </a:defRPr>
            </a:lvl4pPr>
            <a:lvl5pPr algn="r">
              <a:defRPr sz="950" b="0">
                <a:solidFill>
                  <a:srgbClr val="4A4F6A"/>
                </a:solidFill>
                <a:latin typeface="Calibri"/>
                <a:ea typeface="Calibri"/>
                <a:cs typeface="Calibri"/>
              </a:defRPr>
            </a:lvl5pPr>
            <a:lvl6pPr algn="r">
              <a:defRPr sz="950" b="0">
                <a:solidFill>
                  <a:srgbClr val="4A4F6A"/>
                </a:solidFill>
                <a:latin typeface="Calibri"/>
                <a:ea typeface="Calibri"/>
                <a:cs typeface="Calibri"/>
              </a:defRPr>
            </a:lvl6pPr>
            <a:lvl7pPr algn="r">
              <a:defRPr sz="950" b="0">
                <a:solidFill>
                  <a:srgbClr val="4A4F6A"/>
                </a:solidFill>
                <a:latin typeface="Calibri"/>
                <a:ea typeface="Calibri"/>
                <a:cs typeface="Calibri"/>
              </a:defRPr>
            </a:lvl7pPr>
            <a:lvl8pPr algn="r">
              <a:defRPr sz="950" b="0">
                <a:solidFill>
                  <a:srgbClr val="4A4F6A"/>
                </a:solidFill>
                <a:latin typeface="Calibri"/>
                <a:ea typeface="Calibri"/>
                <a:cs typeface="Calibri"/>
              </a:defRPr>
            </a:lvl8pPr>
            <a:lvl9pPr algn="r">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23</a:t>
            </a:r>
          </a:p>
        </p:txBody>
      </p:sp>
      <p:sp>
        <p:nvSpPr>
          <p:cNvPr id="5" name="Rectangle 4">
            <a:extLst>
              <a:ext uri="{FF2B5EF4-FFF2-40B4-BE49-F238E27FC236}">
                <a16:creationId xmlns:a16="http://schemas.microsoft.com/office/drawing/2014/main" id="{C5EBCECC-5336-45B8-A898-4A94B7590D6E}"/>
              </a:ext>
            </a:extLst>
          </p:cNvPr>
          <p:cNvSpPr>
            <a:spLocks noGrp="1"/>
          </p:cNvSpPr>
          <p:nvPr/>
        </p:nvSpPr>
        <p:spPr>
          <a:xfrm>
            <a:off x="762000" y="1571626"/>
            <a:ext cx="3333749" cy="571500"/>
          </a:xfrm>
          <a:prstGeom prst="rect">
            <a:avLst/>
          </a:prstGeom>
          <a:noFill/>
          <a:ln w="0">
            <a:noFill/>
            <a:prstDash val="solid"/>
          </a:ln>
        </p:spPr>
        <p:txBody>
          <a:bodyPr wrap="square" lIns="0" tIns="0" rIns="0" bIns="0" anchor="ctr">
            <a:noAutofit/>
          </a:bodyPr>
          <a:lstStyle>
            <a:defPPr algn="l">
              <a:defRPr sz="1600" b="1">
                <a:solidFill>
                  <a:srgbClr val="1B1F3B"/>
                </a:solidFill>
                <a:latin typeface="Calibri"/>
                <a:ea typeface="Calibri"/>
                <a:cs typeface="Calibri"/>
              </a:defRPr>
            </a:defPPr>
            <a:lvl1pPr algn="l">
              <a:defRPr sz="1600" b="1">
                <a:solidFill>
                  <a:srgbClr val="1B1F3B"/>
                </a:solidFill>
                <a:latin typeface="Calibri"/>
                <a:ea typeface="Calibri"/>
                <a:cs typeface="Calibri"/>
              </a:defRPr>
            </a:lvl1pPr>
            <a:lvl2pPr algn="l">
              <a:defRPr sz="1600" b="1">
                <a:solidFill>
                  <a:srgbClr val="1B1F3B"/>
                </a:solidFill>
                <a:latin typeface="Calibri"/>
                <a:ea typeface="Calibri"/>
                <a:cs typeface="Calibri"/>
              </a:defRPr>
            </a:lvl2pPr>
            <a:lvl3pPr algn="l">
              <a:defRPr sz="1600" b="1">
                <a:solidFill>
                  <a:srgbClr val="1B1F3B"/>
                </a:solidFill>
                <a:latin typeface="Calibri"/>
                <a:ea typeface="Calibri"/>
                <a:cs typeface="Calibri"/>
              </a:defRPr>
            </a:lvl3pPr>
            <a:lvl4pPr algn="l">
              <a:defRPr sz="1600" b="1">
                <a:solidFill>
                  <a:srgbClr val="1B1F3B"/>
                </a:solidFill>
                <a:latin typeface="Calibri"/>
                <a:ea typeface="Calibri"/>
                <a:cs typeface="Calibri"/>
              </a:defRPr>
            </a:lvl4pPr>
            <a:lvl5pPr algn="l">
              <a:defRPr sz="1600" b="1">
                <a:solidFill>
                  <a:srgbClr val="1B1F3B"/>
                </a:solidFill>
                <a:latin typeface="Calibri"/>
                <a:ea typeface="Calibri"/>
                <a:cs typeface="Calibri"/>
              </a:defRPr>
            </a:lvl5pPr>
            <a:lvl6pPr algn="l">
              <a:defRPr sz="1600" b="1">
                <a:solidFill>
                  <a:srgbClr val="1B1F3B"/>
                </a:solidFill>
                <a:latin typeface="Calibri"/>
                <a:ea typeface="Calibri"/>
                <a:cs typeface="Calibri"/>
              </a:defRPr>
            </a:lvl6pPr>
            <a:lvl7pPr algn="l">
              <a:defRPr sz="1600" b="1">
                <a:solidFill>
                  <a:srgbClr val="1B1F3B"/>
                </a:solidFill>
                <a:latin typeface="Calibri"/>
                <a:ea typeface="Calibri"/>
                <a:cs typeface="Calibri"/>
              </a:defRPr>
            </a:lvl7pPr>
            <a:lvl8pPr algn="l">
              <a:defRPr sz="1600" b="1">
                <a:solidFill>
                  <a:srgbClr val="1B1F3B"/>
                </a:solidFill>
                <a:latin typeface="Calibri"/>
                <a:ea typeface="Calibri"/>
                <a:cs typeface="Calibri"/>
              </a:defRPr>
            </a:lvl8pPr>
            <a:lvl9pPr algn="l">
              <a:defRPr sz="1600" b="1">
                <a:solidFill>
                  <a:srgbClr val="1B1F3B"/>
                </a:solidFill>
                <a:latin typeface="Calibri"/>
                <a:ea typeface="Calibri"/>
                <a:cs typeface="Calibri"/>
              </a:defRPr>
            </a:lvl9pPr>
          </a:lstStyle>
          <a:p>
            <a:pPr defTabSz="1219170">
              <a:defRPr sz="1600" b="1">
                <a:solidFill>
                  <a:srgbClr val="1B1F3B"/>
                </a:solidFill>
                <a:latin typeface="Calibri"/>
                <a:ea typeface="Calibri"/>
                <a:cs typeface="Calibri"/>
              </a:defRPr>
            </a:pPr>
            <a:r>
              <a:rPr sz="2133"/>
              <a:t>Extra distance</a:t>
            </a:r>
          </a:p>
        </p:txBody>
      </p:sp>
      <p:sp>
        <p:nvSpPr>
          <p:cNvPr id="6" name="Rectangle 5">
            <a:extLst>
              <a:ext uri="{FF2B5EF4-FFF2-40B4-BE49-F238E27FC236}">
                <a16:creationId xmlns:a16="http://schemas.microsoft.com/office/drawing/2014/main" id="{505FA74E-4A5B-46F2-868D-B483964FB06E}"/>
              </a:ext>
            </a:extLst>
          </p:cNvPr>
          <p:cNvSpPr>
            <a:spLocks noGrp="1"/>
          </p:cNvSpPr>
          <p:nvPr/>
        </p:nvSpPr>
        <p:spPr>
          <a:xfrm>
            <a:off x="4191000" y="1476375"/>
            <a:ext cx="2286000" cy="762000"/>
          </a:xfrm>
          <a:prstGeom prst="rect">
            <a:avLst/>
          </a:prstGeom>
          <a:noFill/>
          <a:ln w="0">
            <a:noFill/>
            <a:prstDash val="solid"/>
          </a:ln>
        </p:spPr>
        <p:txBody>
          <a:bodyPr wrap="square" lIns="0" tIns="0" rIns="0" bIns="0" anchor="ctr">
            <a:noAutofit/>
          </a:bodyPr>
          <a:lstStyle>
            <a:defPPr algn="l">
              <a:defRPr sz="2400" b="1">
                <a:solidFill>
                  <a:srgbClr val="2D3A8C"/>
                </a:solidFill>
                <a:latin typeface="Calibri"/>
                <a:ea typeface="Calibri"/>
                <a:cs typeface="Calibri"/>
              </a:defRPr>
            </a:defPPr>
            <a:lvl1pPr algn="l">
              <a:defRPr sz="2400" b="1">
                <a:solidFill>
                  <a:srgbClr val="2D3A8C"/>
                </a:solidFill>
                <a:latin typeface="Calibri"/>
                <a:ea typeface="Calibri"/>
                <a:cs typeface="Calibri"/>
              </a:defRPr>
            </a:lvl1pPr>
            <a:lvl2pPr algn="l">
              <a:defRPr sz="2400" b="1">
                <a:solidFill>
                  <a:srgbClr val="2D3A8C"/>
                </a:solidFill>
                <a:latin typeface="Calibri"/>
                <a:ea typeface="Calibri"/>
                <a:cs typeface="Calibri"/>
              </a:defRPr>
            </a:lvl2pPr>
            <a:lvl3pPr algn="l">
              <a:defRPr sz="2400" b="1">
                <a:solidFill>
                  <a:srgbClr val="2D3A8C"/>
                </a:solidFill>
                <a:latin typeface="Calibri"/>
                <a:ea typeface="Calibri"/>
                <a:cs typeface="Calibri"/>
              </a:defRPr>
            </a:lvl3pPr>
            <a:lvl4pPr algn="l">
              <a:defRPr sz="2400" b="1">
                <a:solidFill>
                  <a:srgbClr val="2D3A8C"/>
                </a:solidFill>
                <a:latin typeface="Calibri"/>
                <a:ea typeface="Calibri"/>
                <a:cs typeface="Calibri"/>
              </a:defRPr>
            </a:lvl4pPr>
            <a:lvl5pPr algn="l">
              <a:defRPr sz="2400" b="1">
                <a:solidFill>
                  <a:srgbClr val="2D3A8C"/>
                </a:solidFill>
                <a:latin typeface="Calibri"/>
                <a:ea typeface="Calibri"/>
                <a:cs typeface="Calibri"/>
              </a:defRPr>
            </a:lvl5pPr>
            <a:lvl6pPr algn="l">
              <a:defRPr sz="2400" b="1">
                <a:solidFill>
                  <a:srgbClr val="2D3A8C"/>
                </a:solidFill>
                <a:latin typeface="Calibri"/>
                <a:ea typeface="Calibri"/>
                <a:cs typeface="Calibri"/>
              </a:defRPr>
            </a:lvl6pPr>
            <a:lvl7pPr algn="l">
              <a:defRPr sz="2400" b="1">
                <a:solidFill>
                  <a:srgbClr val="2D3A8C"/>
                </a:solidFill>
                <a:latin typeface="Calibri"/>
                <a:ea typeface="Calibri"/>
                <a:cs typeface="Calibri"/>
              </a:defRPr>
            </a:lvl7pPr>
            <a:lvl8pPr algn="l">
              <a:defRPr sz="2400" b="1">
                <a:solidFill>
                  <a:srgbClr val="2D3A8C"/>
                </a:solidFill>
                <a:latin typeface="Calibri"/>
                <a:ea typeface="Calibri"/>
                <a:cs typeface="Calibri"/>
              </a:defRPr>
            </a:lvl8pPr>
            <a:lvl9pPr algn="l">
              <a:defRPr sz="2400" b="1">
                <a:solidFill>
                  <a:srgbClr val="2D3A8C"/>
                </a:solidFill>
                <a:latin typeface="Calibri"/>
                <a:ea typeface="Calibri"/>
                <a:cs typeface="Calibri"/>
              </a:defRPr>
            </a:lvl9pPr>
          </a:lstStyle>
          <a:p>
            <a:pPr defTabSz="1219170">
              <a:defRPr sz="2400" b="1">
                <a:solidFill>
                  <a:srgbClr val="2D3A8C"/>
                </a:solidFill>
                <a:latin typeface="Calibri"/>
                <a:ea typeface="Calibri"/>
                <a:cs typeface="Calibri"/>
              </a:defRPr>
            </a:pPr>
            <a:r>
              <a:rPr sz="3200"/>
              <a:t>+0.83</a:t>
            </a:r>
          </a:p>
        </p:txBody>
      </p:sp>
      <p:sp>
        <p:nvSpPr>
          <p:cNvPr id="7" name="Rectangle 6">
            <a:extLst>
              <a:ext uri="{FF2B5EF4-FFF2-40B4-BE49-F238E27FC236}">
                <a16:creationId xmlns:a16="http://schemas.microsoft.com/office/drawing/2014/main" id="{C2235942-F142-47AB-961D-71BAE8F39F92}"/>
              </a:ext>
            </a:extLst>
          </p:cNvPr>
          <p:cNvSpPr>
            <a:spLocks noGrp="1"/>
          </p:cNvSpPr>
          <p:nvPr/>
        </p:nvSpPr>
        <p:spPr>
          <a:xfrm>
            <a:off x="6667500" y="1571626"/>
            <a:ext cx="4857749" cy="571500"/>
          </a:xfrm>
          <a:prstGeom prst="rect">
            <a:avLst/>
          </a:prstGeom>
          <a:noFill/>
          <a:ln w="0">
            <a:noFill/>
            <a:prstDash val="solid"/>
          </a:ln>
        </p:spPr>
        <p:txBody>
          <a:bodyPr wrap="square" lIns="0" tIns="0" rIns="0" bIns="0" anchor="ctr">
            <a:noAutofit/>
          </a:bodyPr>
          <a:lstStyle>
            <a:defPPr algn="l">
              <a:defRPr sz="1500" b="1">
                <a:solidFill>
                  <a:srgbClr val="2D3A8C"/>
                </a:solidFill>
                <a:latin typeface="Calibri"/>
                <a:ea typeface="Calibri"/>
                <a:cs typeface="Calibri"/>
              </a:defRPr>
            </a:defPPr>
            <a:lvl1pPr algn="l">
              <a:defRPr sz="1500" b="1">
                <a:solidFill>
                  <a:srgbClr val="2D3A8C"/>
                </a:solidFill>
                <a:latin typeface="Calibri"/>
                <a:ea typeface="Calibri"/>
                <a:cs typeface="Calibri"/>
              </a:defRPr>
            </a:lvl1pPr>
            <a:lvl2pPr algn="l">
              <a:defRPr sz="1500" b="1">
                <a:solidFill>
                  <a:srgbClr val="2D3A8C"/>
                </a:solidFill>
                <a:latin typeface="Calibri"/>
                <a:ea typeface="Calibri"/>
                <a:cs typeface="Calibri"/>
              </a:defRPr>
            </a:lvl2pPr>
            <a:lvl3pPr algn="l">
              <a:defRPr sz="1500" b="1">
                <a:solidFill>
                  <a:srgbClr val="2D3A8C"/>
                </a:solidFill>
                <a:latin typeface="Calibri"/>
                <a:ea typeface="Calibri"/>
                <a:cs typeface="Calibri"/>
              </a:defRPr>
            </a:lvl3pPr>
            <a:lvl4pPr algn="l">
              <a:defRPr sz="1500" b="1">
                <a:solidFill>
                  <a:srgbClr val="2D3A8C"/>
                </a:solidFill>
                <a:latin typeface="Calibri"/>
                <a:ea typeface="Calibri"/>
                <a:cs typeface="Calibri"/>
              </a:defRPr>
            </a:lvl4pPr>
            <a:lvl5pPr algn="l">
              <a:defRPr sz="1500" b="1">
                <a:solidFill>
                  <a:srgbClr val="2D3A8C"/>
                </a:solidFill>
                <a:latin typeface="Calibri"/>
                <a:ea typeface="Calibri"/>
                <a:cs typeface="Calibri"/>
              </a:defRPr>
            </a:lvl5pPr>
            <a:lvl6pPr algn="l">
              <a:defRPr sz="1500" b="1">
                <a:solidFill>
                  <a:srgbClr val="2D3A8C"/>
                </a:solidFill>
                <a:latin typeface="Calibri"/>
                <a:ea typeface="Calibri"/>
                <a:cs typeface="Calibri"/>
              </a:defRPr>
            </a:lvl6pPr>
            <a:lvl7pPr algn="l">
              <a:defRPr sz="1500" b="1">
                <a:solidFill>
                  <a:srgbClr val="2D3A8C"/>
                </a:solidFill>
                <a:latin typeface="Calibri"/>
                <a:ea typeface="Calibri"/>
                <a:cs typeface="Calibri"/>
              </a:defRPr>
            </a:lvl7pPr>
            <a:lvl8pPr algn="l">
              <a:defRPr sz="1500" b="1">
                <a:solidFill>
                  <a:srgbClr val="2D3A8C"/>
                </a:solidFill>
                <a:latin typeface="Calibri"/>
                <a:ea typeface="Calibri"/>
                <a:cs typeface="Calibri"/>
              </a:defRPr>
            </a:lvl8pPr>
            <a:lvl9pPr algn="l">
              <a:defRPr sz="1500" b="1">
                <a:solidFill>
                  <a:srgbClr val="2D3A8C"/>
                </a:solidFill>
                <a:latin typeface="Calibri"/>
                <a:ea typeface="Calibri"/>
                <a:cs typeface="Calibri"/>
              </a:defRPr>
            </a:lvl9pPr>
          </a:lstStyle>
          <a:p>
            <a:pPr defTabSz="1219170">
              <a:defRPr sz="1500" b="1">
                <a:solidFill>
                  <a:srgbClr val="2D3A8C"/>
                </a:solidFill>
                <a:latin typeface="Calibri"/>
                <a:ea typeface="Calibri"/>
                <a:cs typeface="Calibri"/>
              </a:defRPr>
            </a:pPr>
            <a:r>
              <a:rPr sz="2000"/>
              <a:t>0.83 ÷ 6.00 × 100 ≈ 13.8%</a:t>
            </a:r>
          </a:p>
        </p:txBody>
      </p:sp>
      <p:sp>
        <p:nvSpPr>
          <p:cNvPr id="8" name="Rectangle 7">
            <a:extLst>
              <a:ext uri="{FF2B5EF4-FFF2-40B4-BE49-F238E27FC236}">
                <a16:creationId xmlns:a16="http://schemas.microsoft.com/office/drawing/2014/main" id="{28211406-2A5D-4D27-8399-E463840A3354}"/>
              </a:ext>
            </a:extLst>
          </p:cNvPr>
          <p:cNvSpPr>
            <a:spLocks noGrp="1"/>
          </p:cNvSpPr>
          <p:nvPr/>
        </p:nvSpPr>
        <p:spPr>
          <a:xfrm>
            <a:off x="762000" y="2619375"/>
            <a:ext cx="3333749" cy="571500"/>
          </a:xfrm>
          <a:prstGeom prst="rect">
            <a:avLst/>
          </a:prstGeom>
          <a:noFill/>
          <a:ln w="0">
            <a:noFill/>
            <a:prstDash val="solid"/>
          </a:ln>
        </p:spPr>
        <p:txBody>
          <a:bodyPr wrap="square" lIns="0" tIns="0" rIns="0" bIns="0" anchor="ctr">
            <a:noAutofit/>
          </a:bodyPr>
          <a:lstStyle>
            <a:defPPr algn="l">
              <a:defRPr sz="1600" b="1">
                <a:solidFill>
                  <a:srgbClr val="1B1F3B"/>
                </a:solidFill>
                <a:latin typeface="Calibri"/>
                <a:ea typeface="Calibri"/>
                <a:cs typeface="Calibri"/>
              </a:defRPr>
            </a:defPPr>
            <a:lvl1pPr algn="l">
              <a:defRPr sz="1600" b="1">
                <a:solidFill>
                  <a:srgbClr val="1B1F3B"/>
                </a:solidFill>
                <a:latin typeface="Calibri"/>
                <a:ea typeface="Calibri"/>
                <a:cs typeface="Calibri"/>
              </a:defRPr>
            </a:lvl1pPr>
            <a:lvl2pPr algn="l">
              <a:defRPr sz="1600" b="1">
                <a:solidFill>
                  <a:srgbClr val="1B1F3B"/>
                </a:solidFill>
                <a:latin typeface="Calibri"/>
                <a:ea typeface="Calibri"/>
                <a:cs typeface="Calibri"/>
              </a:defRPr>
            </a:lvl2pPr>
            <a:lvl3pPr algn="l">
              <a:defRPr sz="1600" b="1">
                <a:solidFill>
                  <a:srgbClr val="1B1F3B"/>
                </a:solidFill>
                <a:latin typeface="Calibri"/>
                <a:ea typeface="Calibri"/>
                <a:cs typeface="Calibri"/>
              </a:defRPr>
            </a:lvl3pPr>
            <a:lvl4pPr algn="l">
              <a:defRPr sz="1600" b="1">
                <a:solidFill>
                  <a:srgbClr val="1B1F3B"/>
                </a:solidFill>
                <a:latin typeface="Calibri"/>
                <a:ea typeface="Calibri"/>
                <a:cs typeface="Calibri"/>
              </a:defRPr>
            </a:lvl4pPr>
            <a:lvl5pPr algn="l">
              <a:defRPr sz="1600" b="1">
                <a:solidFill>
                  <a:srgbClr val="1B1F3B"/>
                </a:solidFill>
                <a:latin typeface="Calibri"/>
                <a:ea typeface="Calibri"/>
                <a:cs typeface="Calibri"/>
              </a:defRPr>
            </a:lvl5pPr>
            <a:lvl6pPr algn="l">
              <a:defRPr sz="1600" b="1">
                <a:solidFill>
                  <a:srgbClr val="1B1F3B"/>
                </a:solidFill>
                <a:latin typeface="Calibri"/>
                <a:ea typeface="Calibri"/>
                <a:cs typeface="Calibri"/>
              </a:defRPr>
            </a:lvl6pPr>
            <a:lvl7pPr algn="l">
              <a:defRPr sz="1600" b="1">
                <a:solidFill>
                  <a:srgbClr val="1B1F3B"/>
                </a:solidFill>
                <a:latin typeface="Calibri"/>
                <a:ea typeface="Calibri"/>
                <a:cs typeface="Calibri"/>
              </a:defRPr>
            </a:lvl7pPr>
            <a:lvl8pPr algn="l">
              <a:defRPr sz="1600" b="1">
                <a:solidFill>
                  <a:srgbClr val="1B1F3B"/>
                </a:solidFill>
                <a:latin typeface="Calibri"/>
                <a:ea typeface="Calibri"/>
                <a:cs typeface="Calibri"/>
              </a:defRPr>
            </a:lvl8pPr>
            <a:lvl9pPr algn="l">
              <a:defRPr sz="1600" b="1">
                <a:solidFill>
                  <a:srgbClr val="1B1F3B"/>
                </a:solidFill>
                <a:latin typeface="Calibri"/>
                <a:ea typeface="Calibri"/>
                <a:cs typeface="Calibri"/>
              </a:defRPr>
            </a:lvl9pPr>
          </a:lstStyle>
          <a:p>
            <a:pPr defTabSz="1219170">
              <a:defRPr sz="1600" b="1">
                <a:solidFill>
                  <a:srgbClr val="1B1F3B"/>
                </a:solidFill>
                <a:latin typeface="Calibri"/>
                <a:ea typeface="Calibri"/>
                <a:cs typeface="Calibri"/>
              </a:defRPr>
            </a:pPr>
            <a:r>
              <a:rPr sz="2133"/>
              <a:t>Cost saved</a:t>
            </a:r>
          </a:p>
        </p:txBody>
      </p:sp>
      <p:sp>
        <p:nvSpPr>
          <p:cNvPr id="9" name="Rectangle 8">
            <a:extLst>
              <a:ext uri="{FF2B5EF4-FFF2-40B4-BE49-F238E27FC236}">
                <a16:creationId xmlns:a16="http://schemas.microsoft.com/office/drawing/2014/main" id="{EE10964A-40D4-4266-B453-DB5FE9E890B6}"/>
              </a:ext>
            </a:extLst>
          </p:cNvPr>
          <p:cNvSpPr>
            <a:spLocks noGrp="1"/>
          </p:cNvSpPr>
          <p:nvPr/>
        </p:nvSpPr>
        <p:spPr>
          <a:xfrm>
            <a:off x="4191000" y="2524125"/>
            <a:ext cx="2286000" cy="762000"/>
          </a:xfrm>
          <a:prstGeom prst="rect">
            <a:avLst/>
          </a:prstGeom>
          <a:noFill/>
          <a:ln w="0">
            <a:noFill/>
            <a:prstDash val="solid"/>
          </a:ln>
        </p:spPr>
        <p:txBody>
          <a:bodyPr wrap="square" lIns="0" tIns="0" rIns="0" bIns="0" anchor="ctr">
            <a:noAutofit/>
          </a:bodyPr>
          <a:lstStyle>
            <a:defPPr algn="l">
              <a:defRPr sz="2400" b="1">
                <a:solidFill>
                  <a:srgbClr val="2D3A8C"/>
                </a:solidFill>
                <a:latin typeface="Calibri"/>
                <a:ea typeface="Calibri"/>
                <a:cs typeface="Calibri"/>
              </a:defRPr>
            </a:defPPr>
            <a:lvl1pPr algn="l">
              <a:defRPr sz="2400" b="1">
                <a:solidFill>
                  <a:srgbClr val="2D3A8C"/>
                </a:solidFill>
                <a:latin typeface="Calibri"/>
                <a:ea typeface="Calibri"/>
                <a:cs typeface="Calibri"/>
              </a:defRPr>
            </a:lvl1pPr>
            <a:lvl2pPr algn="l">
              <a:defRPr sz="2400" b="1">
                <a:solidFill>
                  <a:srgbClr val="2D3A8C"/>
                </a:solidFill>
                <a:latin typeface="Calibri"/>
                <a:ea typeface="Calibri"/>
                <a:cs typeface="Calibri"/>
              </a:defRPr>
            </a:lvl2pPr>
            <a:lvl3pPr algn="l">
              <a:defRPr sz="2400" b="1">
                <a:solidFill>
                  <a:srgbClr val="2D3A8C"/>
                </a:solidFill>
                <a:latin typeface="Calibri"/>
                <a:ea typeface="Calibri"/>
                <a:cs typeface="Calibri"/>
              </a:defRPr>
            </a:lvl3pPr>
            <a:lvl4pPr algn="l">
              <a:defRPr sz="2400" b="1">
                <a:solidFill>
                  <a:srgbClr val="2D3A8C"/>
                </a:solidFill>
                <a:latin typeface="Calibri"/>
                <a:ea typeface="Calibri"/>
                <a:cs typeface="Calibri"/>
              </a:defRPr>
            </a:lvl4pPr>
            <a:lvl5pPr algn="l">
              <a:defRPr sz="2400" b="1">
                <a:solidFill>
                  <a:srgbClr val="2D3A8C"/>
                </a:solidFill>
                <a:latin typeface="Calibri"/>
                <a:ea typeface="Calibri"/>
                <a:cs typeface="Calibri"/>
              </a:defRPr>
            </a:lvl5pPr>
            <a:lvl6pPr algn="l">
              <a:defRPr sz="2400" b="1">
                <a:solidFill>
                  <a:srgbClr val="2D3A8C"/>
                </a:solidFill>
                <a:latin typeface="Calibri"/>
                <a:ea typeface="Calibri"/>
                <a:cs typeface="Calibri"/>
              </a:defRPr>
            </a:lvl6pPr>
            <a:lvl7pPr algn="l">
              <a:defRPr sz="2400" b="1">
                <a:solidFill>
                  <a:srgbClr val="2D3A8C"/>
                </a:solidFill>
                <a:latin typeface="Calibri"/>
                <a:ea typeface="Calibri"/>
                <a:cs typeface="Calibri"/>
              </a:defRPr>
            </a:lvl7pPr>
            <a:lvl8pPr algn="l">
              <a:defRPr sz="2400" b="1">
                <a:solidFill>
                  <a:srgbClr val="2D3A8C"/>
                </a:solidFill>
                <a:latin typeface="Calibri"/>
                <a:ea typeface="Calibri"/>
                <a:cs typeface="Calibri"/>
              </a:defRPr>
            </a:lvl8pPr>
            <a:lvl9pPr algn="l">
              <a:defRPr sz="2400" b="1">
                <a:solidFill>
                  <a:srgbClr val="2D3A8C"/>
                </a:solidFill>
                <a:latin typeface="Calibri"/>
                <a:ea typeface="Calibri"/>
                <a:cs typeface="Calibri"/>
              </a:defRPr>
            </a:lvl9pPr>
          </a:lstStyle>
          <a:p>
            <a:pPr defTabSz="1219170">
              <a:defRPr sz="2400" b="1">
                <a:solidFill>
                  <a:srgbClr val="2D3A8C"/>
                </a:solidFill>
                <a:latin typeface="Calibri"/>
                <a:ea typeface="Calibri"/>
                <a:cs typeface="Calibri"/>
              </a:defRPr>
            </a:pPr>
            <a:r>
              <a:rPr sz="3200"/>
              <a:t>6.67</a:t>
            </a:r>
          </a:p>
        </p:txBody>
      </p:sp>
      <p:sp>
        <p:nvSpPr>
          <p:cNvPr id="10" name="Rectangle 9">
            <a:extLst>
              <a:ext uri="{FF2B5EF4-FFF2-40B4-BE49-F238E27FC236}">
                <a16:creationId xmlns:a16="http://schemas.microsoft.com/office/drawing/2014/main" id="{AE7AFC6C-B017-4768-8B77-030B9345B161}"/>
              </a:ext>
            </a:extLst>
          </p:cNvPr>
          <p:cNvSpPr>
            <a:spLocks noGrp="1"/>
          </p:cNvSpPr>
          <p:nvPr/>
        </p:nvSpPr>
        <p:spPr>
          <a:xfrm>
            <a:off x="6667500" y="2619375"/>
            <a:ext cx="4857749" cy="571500"/>
          </a:xfrm>
          <a:prstGeom prst="rect">
            <a:avLst/>
          </a:prstGeom>
          <a:noFill/>
          <a:ln w="0">
            <a:noFill/>
            <a:prstDash val="solid"/>
          </a:ln>
        </p:spPr>
        <p:txBody>
          <a:bodyPr wrap="square" lIns="0" tIns="0" rIns="0" bIns="0" anchor="ctr">
            <a:noAutofit/>
          </a:bodyPr>
          <a:lstStyle>
            <a:defPPr algn="l">
              <a:defRPr sz="1500" b="1">
                <a:solidFill>
                  <a:srgbClr val="2D3A8C"/>
                </a:solidFill>
                <a:latin typeface="Calibri"/>
                <a:ea typeface="Calibri"/>
                <a:cs typeface="Calibri"/>
              </a:defRPr>
            </a:defPPr>
            <a:lvl1pPr algn="l">
              <a:defRPr sz="1500" b="1">
                <a:solidFill>
                  <a:srgbClr val="2D3A8C"/>
                </a:solidFill>
                <a:latin typeface="Calibri"/>
                <a:ea typeface="Calibri"/>
                <a:cs typeface="Calibri"/>
              </a:defRPr>
            </a:lvl1pPr>
            <a:lvl2pPr algn="l">
              <a:defRPr sz="1500" b="1">
                <a:solidFill>
                  <a:srgbClr val="2D3A8C"/>
                </a:solidFill>
                <a:latin typeface="Calibri"/>
                <a:ea typeface="Calibri"/>
                <a:cs typeface="Calibri"/>
              </a:defRPr>
            </a:lvl2pPr>
            <a:lvl3pPr algn="l">
              <a:defRPr sz="1500" b="1">
                <a:solidFill>
                  <a:srgbClr val="2D3A8C"/>
                </a:solidFill>
                <a:latin typeface="Calibri"/>
                <a:ea typeface="Calibri"/>
                <a:cs typeface="Calibri"/>
              </a:defRPr>
            </a:lvl3pPr>
            <a:lvl4pPr algn="l">
              <a:defRPr sz="1500" b="1">
                <a:solidFill>
                  <a:srgbClr val="2D3A8C"/>
                </a:solidFill>
                <a:latin typeface="Calibri"/>
                <a:ea typeface="Calibri"/>
                <a:cs typeface="Calibri"/>
              </a:defRPr>
            </a:lvl4pPr>
            <a:lvl5pPr algn="l">
              <a:defRPr sz="1500" b="1">
                <a:solidFill>
                  <a:srgbClr val="2D3A8C"/>
                </a:solidFill>
                <a:latin typeface="Calibri"/>
                <a:ea typeface="Calibri"/>
                <a:cs typeface="Calibri"/>
              </a:defRPr>
            </a:lvl5pPr>
            <a:lvl6pPr algn="l">
              <a:defRPr sz="1500" b="1">
                <a:solidFill>
                  <a:srgbClr val="2D3A8C"/>
                </a:solidFill>
                <a:latin typeface="Calibri"/>
                <a:ea typeface="Calibri"/>
                <a:cs typeface="Calibri"/>
              </a:defRPr>
            </a:lvl6pPr>
            <a:lvl7pPr algn="l">
              <a:defRPr sz="1500" b="1">
                <a:solidFill>
                  <a:srgbClr val="2D3A8C"/>
                </a:solidFill>
                <a:latin typeface="Calibri"/>
                <a:ea typeface="Calibri"/>
                <a:cs typeface="Calibri"/>
              </a:defRPr>
            </a:lvl7pPr>
            <a:lvl8pPr algn="l">
              <a:defRPr sz="1500" b="1">
                <a:solidFill>
                  <a:srgbClr val="2D3A8C"/>
                </a:solidFill>
                <a:latin typeface="Calibri"/>
                <a:ea typeface="Calibri"/>
                <a:cs typeface="Calibri"/>
              </a:defRPr>
            </a:lvl8pPr>
            <a:lvl9pPr algn="l">
              <a:defRPr sz="1500" b="1">
                <a:solidFill>
                  <a:srgbClr val="2D3A8C"/>
                </a:solidFill>
                <a:latin typeface="Calibri"/>
                <a:ea typeface="Calibri"/>
                <a:cs typeface="Calibri"/>
              </a:defRPr>
            </a:lvl9pPr>
          </a:lstStyle>
          <a:p>
            <a:pPr defTabSz="1219170">
              <a:defRPr sz="1500" b="1">
                <a:solidFill>
                  <a:srgbClr val="2D3A8C"/>
                </a:solidFill>
                <a:latin typeface="Calibri"/>
                <a:ea typeface="Calibri"/>
                <a:cs typeface="Calibri"/>
              </a:defRPr>
            </a:pPr>
            <a:r>
              <a:rPr sz="2000"/>
              <a:t>6.67 ÷ 13.50 × 100 ≈ 49.4%</a:t>
            </a:r>
          </a:p>
        </p:txBody>
      </p:sp>
      <p:sp>
        <p:nvSpPr>
          <p:cNvPr id="11" name="Rectangle 10">
            <a:extLst>
              <a:ext uri="{FF2B5EF4-FFF2-40B4-BE49-F238E27FC236}">
                <a16:creationId xmlns:a16="http://schemas.microsoft.com/office/drawing/2014/main" id="{DA023975-6B4E-476F-B576-57C94EB34951}"/>
              </a:ext>
            </a:extLst>
          </p:cNvPr>
          <p:cNvSpPr>
            <a:spLocks noGrp="1"/>
          </p:cNvSpPr>
          <p:nvPr/>
        </p:nvSpPr>
        <p:spPr>
          <a:xfrm>
            <a:off x="762000" y="3714749"/>
            <a:ext cx="10763251" cy="476251"/>
          </a:xfrm>
          <a:prstGeom prst="rect">
            <a:avLst/>
          </a:prstGeom>
          <a:noFill/>
          <a:ln w="0">
            <a:noFill/>
            <a:prstDash val="solid"/>
          </a:ln>
        </p:spPr>
        <p:txBody>
          <a:bodyPr wrap="square" lIns="0" tIns="0" rIns="0" bIns="0" anchor="ctr">
            <a:noAutofit/>
          </a:bodyPr>
          <a:lstStyle>
            <a:defPPr algn="l">
              <a:defRPr sz="1650" b="1">
                <a:solidFill>
                  <a:srgbClr val="1B1F3B"/>
                </a:solidFill>
                <a:latin typeface="Calibri"/>
                <a:ea typeface="Calibri"/>
                <a:cs typeface="Calibri"/>
              </a:defRPr>
            </a:defPPr>
            <a:lvl1pPr algn="l">
              <a:defRPr sz="1650" b="1">
                <a:solidFill>
                  <a:srgbClr val="1B1F3B"/>
                </a:solidFill>
                <a:latin typeface="Calibri"/>
                <a:ea typeface="Calibri"/>
                <a:cs typeface="Calibri"/>
              </a:defRPr>
            </a:lvl1pPr>
            <a:lvl2pPr algn="l">
              <a:defRPr sz="1650" b="1">
                <a:solidFill>
                  <a:srgbClr val="1B1F3B"/>
                </a:solidFill>
                <a:latin typeface="Calibri"/>
                <a:ea typeface="Calibri"/>
                <a:cs typeface="Calibri"/>
              </a:defRPr>
            </a:lvl2pPr>
            <a:lvl3pPr algn="l">
              <a:defRPr sz="1650" b="1">
                <a:solidFill>
                  <a:srgbClr val="1B1F3B"/>
                </a:solidFill>
                <a:latin typeface="Calibri"/>
                <a:ea typeface="Calibri"/>
                <a:cs typeface="Calibri"/>
              </a:defRPr>
            </a:lvl3pPr>
            <a:lvl4pPr algn="l">
              <a:defRPr sz="1650" b="1">
                <a:solidFill>
                  <a:srgbClr val="1B1F3B"/>
                </a:solidFill>
                <a:latin typeface="Calibri"/>
                <a:ea typeface="Calibri"/>
                <a:cs typeface="Calibri"/>
              </a:defRPr>
            </a:lvl4pPr>
            <a:lvl5pPr algn="l">
              <a:defRPr sz="1650" b="1">
                <a:solidFill>
                  <a:srgbClr val="1B1F3B"/>
                </a:solidFill>
                <a:latin typeface="Calibri"/>
                <a:ea typeface="Calibri"/>
                <a:cs typeface="Calibri"/>
              </a:defRPr>
            </a:lvl5pPr>
            <a:lvl6pPr algn="l">
              <a:defRPr sz="1650" b="1">
                <a:solidFill>
                  <a:srgbClr val="1B1F3B"/>
                </a:solidFill>
                <a:latin typeface="Calibri"/>
                <a:ea typeface="Calibri"/>
                <a:cs typeface="Calibri"/>
              </a:defRPr>
            </a:lvl6pPr>
            <a:lvl7pPr algn="l">
              <a:defRPr sz="1650" b="1">
                <a:solidFill>
                  <a:srgbClr val="1B1F3B"/>
                </a:solidFill>
                <a:latin typeface="Calibri"/>
                <a:ea typeface="Calibri"/>
                <a:cs typeface="Calibri"/>
              </a:defRPr>
            </a:lvl7pPr>
            <a:lvl8pPr algn="l">
              <a:defRPr sz="1650" b="1">
                <a:solidFill>
                  <a:srgbClr val="1B1F3B"/>
                </a:solidFill>
                <a:latin typeface="Calibri"/>
                <a:ea typeface="Calibri"/>
                <a:cs typeface="Calibri"/>
              </a:defRPr>
            </a:lvl8pPr>
            <a:lvl9pPr algn="l">
              <a:defRPr sz="1650" b="1">
                <a:solidFill>
                  <a:srgbClr val="1B1F3B"/>
                </a:solidFill>
                <a:latin typeface="Calibri"/>
                <a:ea typeface="Calibri"/>
                <a:cs typeface="Calibri"/>
              </a:defRPr>
            </a:lvl9pPr>
          </a:lstStyle>
          <a:p>
            <a:pPr defTabSz="1219170">
              <a:defRPr sz="1650" b="1">
                <a:solidFill>
                  <a:srgbClr val="1B1F3B"/>
                </a:solidFill>
                <a:latin typeface="Calibri"/>
                <a:ea typeface="Calibri"/>
                <a:cs typeface="Calibri"/>
              </a:defRPr>
            </a:pPr>
            <a:r>
              <a:rPr sz="2200"/>
              <a:t>Cost saved per extra distance</a:t>
            </a:r>
          </a:p>
        </p:txBody>
      </p:sp>
      <p:sp>
        <p:nvSpPr>
          <p:cNvPr id="12" name="Rectangle 11">
            <a:extLst>
              <a:ext uri="{FF2B5EF4-FFF2-40B4-BE49-F238E27FC236}">
                <a16:creationId xmlns:a16="http://schemas.microsoft.com/office/drawing/2014/main" id="{282306C9-CDF2-44AE-9E15-108F12B24DBB}"/>
              </a:ext>
            </a:extLst>
          </p:cNvPr>
          <p:cNvSpPr>
            <a:spLocks noGrp="1"/>
          </p:cNvSpPr>
          <p:nvPr/>
        </p:nvSpPr>
        <p:spPr>
          <a:xfrm>
            <a:off x="762000" y="4333875"/>
            <a:ext cx="10763251" cy="619125"/>
          </a:xfrm>
          <a:prstGeom prst="rect">
            <a:avLst/>
          </a:prstGeom>
          <a:noFill/>
          <a:ln w="0">
            <a:noFill/>
            <a:prstDash val="solid"/>
          </a:ln>
        </p:spPr>
        <p:txBody>
          <a:bodyPr wrap="square" lIns="0" tIns="0" rIns="0" bIns="0" anchor="ctr">
            <a:noAutofit/>
          </a:bodyPr>
          <a:lstStyle>
            <a:defPPr algn="l">
              <a:defRPr sz="1800" b="1">
                <a:solidFill>
                  <a:srgbClr val="2D3A8C"/>
                </a:solidFill>
                <a:latin typeface="Calibri"/>
                <a:ea typeface="Calibri"/>
                <a:cs typeface="Calibri"/>
              </a:defRPr>
            </a:defPPr>
            <a:lvl1pPr algn="l">
              <a:defRPr sz="1800" b="1">
                <a:solidFill>
                  <a:srgbClr val="2D3A8C"/>
                </a:solidFill>
                <a:latin typeface="Calibri"/>
                <a:ea typeface="Calibri"/>
                <a:cs typeface="Calibri"/>
              </a:defRPr>
            </a:lvl1pPr>
            <a:lvl2pPr algn="l">
              <a:defRPr sz="1800" b="1">
                <a:solidFill>
                  <a:srgbClr val="2D3A8C"/>
                </a:solidFill>
                <a:latin typeface="Calibri"/>
                <a:ea typeface="Calibri"/>
                <a:cs typeface="Calibri"/>
              </a:defRPr>
            </a:lvl2pPr>
            <a:lvl3pPr algn="l">
              <a:defRPr sz="1800" b="1">
                <a:solidFill>
                  <a:srgbClr val="2D3A8C"/>
                </a:solidFill>
                <a:latin typeface="Calibri"/>
                <a:ea typeface="Calibri"/>
                <a:cs typeface="Calibri"/>
              </a:defRPr>
            </a:lvl3pPr>
            <a:lvl4pPr algn="l">
              <a:defRPr sz="1800" b="1">
                <a:solidFill>
                  <a:srgbClr val="2D3A8C"/>
                </a:solidFill>
                <a:latin typeface="Calibri"/>
                <a:ea typeface="Calibri"/>
                <a:cs typeface="Calibri"/>
              </a:defRPr>
            </a:lvl4pPr>
            <a:lvl5pPr algn="l">
              <a:defRPr sz="1800" b="1">
                <a:solidFill>
                  <a:srgbClr val="2D3A8C"/>
                </a:solidFill>
                <a:latin typeface="Calibri"/>
                <a:ea typeface="Calibri"/>
                <a:cs typeface="Calibri"/>
              </a:defRPr>
            </a:lvl5pPr>
            <a:lvl6pPr algn="l">
              <a:defRPr sz="1800" b="1">
                <a:solidFill>
                  <a:srgbClr val="2D3A8C"/>
                </a:solidFill>
                <a:latin typeface="Calibri"/>
                <a:ea typeface="Calibri"/>
                <a:cs typeface="Calibri"/>
              </a:defRPr>
            </a:lvl6pPr>
            <a:lvl7pPr algn="l">
              <a:defRPr sz="1800" b="1">
                <a:solidFill>
                  <a:srgbClr val="2D3A8C"/>
                </a:solidFill>
                <a:latin typeface="Calibri"/>
                <a:ea typeface="Calibri"/>
                <a:cs typeface="Calibri"/>
              </a:defRPr>
            </a:lvl7pPr>
            <a:lvl8pPr algn="l">
              <a:defRPr sz="1800" b="1">
                <a:solidFill>
                  <a:srgbClr val="2D3A8C"/>
                </a:solidFill>
                <a:latin typeface="Calibri"/>
                <a:ea typeface="Calibri"/>
                <a:cs typeface="Calibri"/>
              </a:defRPr>
            </a:lvl8pPr>
            <a:lvl9pPr algn="l">
              <a:defRPr sz="1800" b="1">
                <a:solidFill>
                  <a:srgbClr val="2D3A8C"/>
                </a:solidFill>
                <a:latin typeface="Calibri"/>
                <a:ea typeface="Calibri"/>
                <a:cs typeface="Calibri"/>
              </a:defRPr>
            </a:lvl9pPr>
          </a:lstStyle>
          <a:p>
            <a:pPr defTabSz="1219170">
              <a:defRPr sz="1800" b="1">
                <a:solidFill>
                  <a:srgbClr val="2D3A8C"/>
                </a:solidFill>
                <a:latin typeface="Calibri"/>
                <a:ea typeface="Calibri"/>
                <a:cs typeface="Calibri"/>
              </a:defRPr>
            </a:pPr>
            <a:r>
              <a:rPr sz="2400"/>
              <a:t>(13.50 − 6.8284) ÷ (6.8284 − 6.00) ≈ 8.05</a:t>
            </a:r>
          </a:p>
        </p:txBody>
      </p:sp>
      <p:sp>
        <p:nvSpPr>
          <p:cNvPr id="13" name="Rectangle 12">
            <a:extLst>
              <a:ext uri="{FF2B5EF4-FFF2-40B4-BE49-F238E27FC236}">
                <a16:creationId xmlns:a16="http://schemas.microsoft.com/office/drawing/2014/main" id="{EAE796F8-6CB8-4792-B518-A6546FC1EADF}"/>
              </a:ext>
            </a:extLst>
          </p:cNvPr>
          <p:cNvSpPr>
            <a:spLocks noGrp="1"/>
          </p:cNvSpPr>
          <p:nvPr/>
        </p:nvSpPr>
        <p:spPr>
          <a:xfrm>
            <a:off x="762000" y="5029201"/>
            <a:ext cx="10763251" cy="428625"/>
          </a:xfrm>
          <a:prstGeom prst="rect">
            <a:avLst/>
          </a:prstGeom>
          <a:noFill/>
          <a:ln w="0">
            <a:noFill/>
            <a:prstDash val="solid"/>
          </a:ln>
        </p:spPr>
        <p:txBody>
          <a:bodyPr wrap="square" lIns="0" tIns="0" rIns="0" bIns="0" anchor="ctr">
            <a:noAutofit/>
          </a:bodyPr>
          <a:lstStyle>
            <a:defPPr algn="l">
              <a:defRPr sz="1300" b="0">
                <a:solidFill>
                  <a:srgbClr val="4A4F6A"/>
                </a:solidFill>
                <a:latin typeface="Calibri"/>
                <a:ea typeface="Calibri"/>
                <a:cs typeface="Calibri"/>
              </a:defRPr>
            </a:defPPr>
            <a:lvl1pPr algn="l">
              <a:defRPr sz="1300" b="0">
                <a:solidFill>
                  <a:srgbClr val="4A4F6A"/>
                </a:solidFill>
                <a:latin typeface="Calibri"/>
                <a:ea typeface="Calibri"/>
                <a:cs typeface="Calibri"/>
              </a:defRPr>
            </a:lvl1pPr>
            <a:lvl2pPr algn="l">
              <a:defRPr sz="1300" b="0">
                <a:solidFill>
                  <a:srgbClr val="4A4F6A"/>
                </a:solidFill>
                <a:latin typeface="Calibri"/>
                <a:ea typeface="Calibri"/>
                <a:cs typeface="Calibri"/>
              </a:defRPr>
            </a:lvl2pPr>
            <a:lvl3pPr algn="l">
              <a:defRPr sz="1300" b="0">
                <a:solidFill>
                  <a:srgbClr val="4A4F6A"/>
                </a:solidFill>
                <a:latin typeface="Calibri"/>
                <a:ea typeface="Calibri"/>
                <a:cs typeface="Calibri"/>
              </a:defRPr>
            </a:lvl3pPr>
            <a:lvl4pPr algn="l">
              <a:defRPr sz="1300" b="0">
                <a:solidFill>
                  <a:srgbClr val="4A4F6A"/>
                </a:solidFill>
                <a:latin typeface="Calibri"/>
                <a:ea typeface="Calibri"/>
                <a:cs typeface="Calibri"/>
              </a:defRPr>
            </a:lvl4pPr>
            <a:lvl5pPr algn="l">
              <a:defRPr sz="1300" b="0">
                <a:solidFill>
                  <a:srgbClr val="4A4F6A"/>
                </a:solidFill>
                <a:latin typeface="Calibri"/>
                <a:ea typeface="Calibri"/>
                <a:cs typeface="Calibri"/>
              </a:defRPr>
            </a:lvl5pPr>
            <a:lvl6pPr algn="l">
              <a:defRPr sz="1300" b="0">
                <a:solidFill>
                  <a:srgbClr val="4A4F6A"/>
                </a:solidFill>
                <a:latin typeface="Calibri"/>
                <a:ea typeface="Calibri"/>
                <a:cs typeface="Calibri"/>
              </a:defRPr>
            </a:lvl6pPr>
            <a:lvl7pPr algn="l">
              <a:defRPr sz="1300" b="0">
                <a:solidFill>
                  <a:srgbClr val="4A4F6A"/>
                </a:solidFill>
                <a:latin typeface="Calibri"/>
                <a:ea typeface="Calibri"/>
                <a:cs typeface="Calibri"/>
              </a:defRPr>
            </a:lvl7pPr>
            <a:lvl8pPr algn="l">
              <a:defRPr sz="1300" b="0">
                <a:solidFill>
                  <a:srgbClr val="4A4F6A"/>
                </a:solidFill>
                <a:latin typeface="Calibri"/>
                <a:ea typeface="Calibri"/>
                <a:cs typeface="Calibri"/>
              </a:defRPr>
            </a:lvl8pPr>
            <a:lvl9pPr algn="l">
              <a:defRPr sz="1300" b="0">
                <a:solidFill>
                  <a:srgbClr val="4A4F6A"/>
                </a:solidFill>
                <a:latin typeface="Calibri"/>
                <a:ea typeface="Calibri"/>
                <a:cs typeface="Calibri"/>
              </a:defRPr>
            </a:lvl9pPr>
          </a:lstStyle>
          <a:p>
            <a:pPr defTabSz="1219170">
              <a:defRPr sz="1300" b="0">
                <a:solidFill>
                  <a:srgbClr val="4A4F6A"/>
                </a:solidFill>
                <a:latin typeface="Calibri"/>
                <a:ea typeface="Calibri"/>
                <a:cs typeface="Calibri"/>
              </a:defRPr>
            </a:pPr>
            <a:r>
              <a:rPr sz="1733"/>
              <a:t>Score units saved per extra grid unit. Calculations use unrounded values.</a:t>
            </a:r>
          </a:p>
        </p:txBody>
      </p:sp>
      <p:sp>
        <p:nvSpPr>
          <p:cNvPr id="14" name="Rectangle 13">
            <a:extLst>
              <a:ext uri="{FF2B5EF4-FFF2-40B4-BE49-F238E27FC236}">
                <a16:creationId xmlns:a16="http://schemas.microsoft.com/office/drawing/2014/main" id="{F189C317-2DD4-4F9C-B0EF-6BFA7B749360}"/>
              </a:ext>
            </a:extLst>
          </p:cNvPr>
          <p:cNvSpPr>
            <a:spLocks noGrp="1"/>
          </p:cNvSpPr>
          <p:nvPr/>
        </p:nvSpPr>
        <p:spPr>
          <a:xfrm>
            <a:off x="762000" y="5638800"/>
            <a:ext cx="10763251" cy="381000"/>
          </a:xfrm>
          <a:prstGeom prst="rect">
            <a:avLst/>
          </a:prstGeom>
          <a:noFill/>
          <a:ln w="0">
            <a:noFill/>
            <a:prstDash val="solid"/>
          </a:ln>
        </p:spPr>
        <p:txBody>
          <a:bodyPr wrap="square" lIns="0" tIns="0" rIns="0" bIns="0" anchor="ctr">
            <a:noAutofit/>
          </a:bodyPr>
          <a:lstStyle>
            <a:defPPr algn="l">
              <a:defRPr sz="1300" b="0">
                <a:solidFill>
                  <a:srgbClr val="4A4F6A"/>
                </a:solidFill>
                <a:latin typeface="Calibri"/>
                <a:ea typeface="Calibri"/>
                <a:cs typeface="Calibri"/>
              </a:defRPr>
            </a:defPPr>
            <a:lvl1pPr algn="l">
              <a:defRPr sz="1300" b="0">
                <a:solidFill>
                  <a:srgbClr val="4A4F6A"/>
                </a:solidFill>
                <a:latin typeface="Calibri"/>
                <a:ea typeface="Calibri"/>
                <a:cs typeface="Calibri"/>
              </a:defRPr>
            </a:lvl1pPr>
            <a:lvl2pPr algn="l">
              <a:defRPr sz="1300" b="0">
                <a:solidFill>
                  <a:srgbClr val="4A4F6A"/>
                </a:solidFill>
                <a:latin typeface="Calibri"/>
                <a:ea typeface="Calibri"/>
                <a:cs typeface="Calibri"/>
              </a:defRPr>
            </a:lvl2pPr>
            <a:lvl3pPr algn="l">
              <a:defRPr sz="1300" b="0">
                <a:solidFill>
                  <a:srgbClr val="4A4F6A"/>
                </a:solidFill>
                <a:latin typeface="Calibri"/>
                <a:ea typeface="Calibri"/>
                <a:cs typeface="Calibri"/>
              </a:defRPr>
            </a:lvl3pPr>
            <a:lvl4pPr algn="l">
              <a:defRPr sz="1300" b="0">
                <a:solidFill>
                  <a:srgbClr val="4A4F6A"/>
                </a:solidFill>
                <a:latin typeface="Calibri"/>
                <a:ea typeface="Calibri"/>
                <a:cs typeface="Calibri"/>
              </a:defRPr>
            </a:lvl4pPr>
            <a:lvl5pPr algn="l">
              <a:defRPr sz="1300" b="0">
                <a:solidFill>
                  <a:srgbClr val="4A4F6A"/>
                </a:solidFill>
                <a:latin typeface="Calibri"/>
                <a:ea typeface="Calibri"/>
                <a:cs typeface="Calibri"/>
              </a:defRPr>
            </a:lvl5pPr>
            <a:lvl6pPr algn="l">
              <a:defRPr sz="1300" b="0">
                <a:solidFill>
                  <a:srgbClr val="4A4F6A"/>
                </a:solidFill>
                <a:latin typeface="Calibri"/>
                <a:ea typeface="Calibri"/>
                <a:cs typeface="Calibri"/>
              </a:defRPr>
            </a:lvl6pPr>
            <a:lvl7pPr algn="l">
              <a:defRPr sz="1300" b="0">
                <a:solidFill>
                  <a:srgbClr val="4A4F6A"/>
                </a:solidFill>
                <a:latin typeface="Calibri"/>
                <a:ea typeface="Calibri"/>
                <a:cs typeface="Calibri"/>
              </a:defRPr>
            </a:lvl7pPr>
            <a:lvl8pPr algn="l">
              <a:defRPr sz="1300" b="0">
                <a:solidFill>
                  <a:srgbClr val="4A4F6A"/>
                </a:solidFill>
                <a:latin typeface="Calibri"/>
                <a:ea typeface="Calibri"/>
                <a:cs typeface="Calibri"/>
              </a:defRPr>
            </a:lvl8pPr>
            <a:lvl9pPr algn="l">
              <a:defRPr sz="1300" b="0">
                <a:solidFill>
                  <a:srgbClr val="4A4F6A"/>
                </a:solidFill>
                <a:latin typeface="Calibri"/>
                <a:ea typeface="Calibri"/>
                <a:cs typeface="Calibri"/>
              </a:defRPr>
            </a:lvl9pPr>
          </a:lstStyle>
          <a:p>
            <a:pPr defTabSz="1219170">
              <a:defRPr sz="1300" b="0">
                <a:solidFill>
                  <a:srgbClr val="4A4F6A"/>
                </a:solidFill>
                <a:latin typeface="Calibri"/>
                <a:ea typeface="Calibri"/>
                <a:cs typeface="Calibri"/>
              </a:defRPr>
            </a:pPr>
            <a:r>
              <a:rPr sz="1733"/>
              <a:t>No extra distance? Report the changes without dividing by zero.</a:t>
            </a:r>
          </a:p>
        </p:txBody>
      </p:sp>
    </p:spTree>
    <p:extLst>
      <p:ext uri="{BB962C8B-B14F-4D97-AF65-F5344CB8AC3E}">
        <p14:creationId xmlns:p14="http://schemas.microsoft.com/office/powerpoint/2010/main" val="350204759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 name="Rectangle 85"/>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sz="2400">
              <a:solidFill>
                <a:srgbClr val="FFFFFF"/>
              </a:solidFill>
              <a:latin typeface="Calibri"/>
            </a:endParaRPr>
          </a:p>
        </p:txBody>
      </p:sp>
      <p:sp>
        <p:nvSpPr>
          <p:cNvPr id="2" name="Rectangle 1">
            <a:extLst>
              <a:ext uri="{FF2B5EF4-FFF2-40B4-BE49-F238E27FC236}">
                <a16:creationId xmlns:a16="http://schemas.microsoft.com/office/drawing/2014/main" id="{F9EC987D-BC15-4DE7-AD7E-CE1A1389517C}"/>
              </a:ext>
            </a:extLst>
          </p:cNvPr>
          <p:cNvSpPr>
            <a:spLocks noGrp="1"/>
          </p:cNvSpPr>
          <p:nvPr/>
        </p:nvSpPr>
        <p:spPr>
          <a:xfrm>
            <a:off x="731520" y="365760"/>
            <a:ext cx="10728960" cy="853440"/>
          </a:xfrm>
          <a:prstGeom prst="rect">
            <a:avLst/>
          </a:prstGeom>
          <a:noFill/>
          <a:ln w="0">
            <a:noFill/>
            <a:prstDash val="solid"/>
          </a:ln>
        </p:spPr>
        <p:txBody>
          <a:bodyPr wrap="square" lIns="0" tIns="0" rIns="0" bIns="0" anchor="ctr">
            <a:noAutofit/>
          </a:bodyPr>
          <a:lstStyle>
            <a:defPPr algn="l">
              <a:defRPr sz="2350" b="1">
                <a:solidFill>
                  <a:srgbClr val="1B1F3B"/>
                </a:solidFill>
                <a:latin typeface="Calibri"/>
                <a:ea typeface="Calibri"/>
                <a:cs typeface="Calibri"/>
              </a:defRPr>
            </a:defPPr>
            <a:lvl1pPr algn="l">
              <a:defRPr sz="2350" b="1">
                <a:solidFill>
                  <a:srgbClr val="1B1F3B"/>
                </a:solidFill>
                <a:latin typeface="Calibri"/>
                <a:ea typeface="Calibri"/>
                <a:cs typeface="Calibri"/>
              </a:defRPr>
            </a:lvl1pPr>
            <a:lvl2pPr algn="l">
              <a:defRPr sz="2350" b="1">
                <a:solidFill>
                  <a:srgbClr val="1B1F3B"/>
                </a:solidFill>
                <a:latin typeface="Calibri"/>
                <a:ea typeface="Calibri"/>
                <a:cs typeface="Calibri"/>
              </a:defRPr>
            </a:lvl2pPr>
            <a:lvl3pPr algn="l">
              <a:defRPr sz="2350" b="1">
                <a:solidFill>
                  <a:srgbClr val="1B1F3B"/>
                </a:solidFill>
                <a:latin typeface="Calibri"/>
                <a:ea typeface="Calibri"/>
                <a:cs typeface="Calibri"/>
              </a:defRPr>
            </a:lvl3pPr>
            <a:lvl4pPr algn="l">
              <a:defRPr sz="2350" b="1">
                <a:solidFill>
                  <a:srgbClr val="1B1F3B"/>
                </a:solidFill>
                <a:latin typeface="Calibri"/>
                <a:ea typeface="Calibri"/>
                <a:cs typeface="Calibri"/>
              </a:defRPr>
            </a:lvl4pPr>
            <a:lvl5pPr algn="l">
              <a:defRPr sz="2350" b="1">
                <a:solidFill>
                  <a:srgbClr val="1B1F3B"/>
                </a:solidFill>
                <a:latin typeface="Calibri"/>
                <a:ea typeface="Calibri"/>
                <a:cs typeface="Calibri"/>
              </a:defRPr>
            </a:lvl5pPr>
            <a:lvl6pPr algn="l">
              <a:defRPr sz="2350" b="1">
                <a:solidFill>
                  <a:srgbClr val="1B1F3B"/>
                </a:solidFill>
                <a:latin typeface="Calibri"/>
                <a:ea typeface="Calibri"/>
                <a:cs typeface="Calibri"/>
              </a:defRPr>
            </a:lvl6pPr>
            <a:lvl7pPr algn="l">
              <a:defRPr sz="2350" b="1">
                <a:solidFill>
                  <a:srgbClr val="1B1F3B"/>
                </a:solidFill>
                <a:latin typeface="Calibri"/>
                <a:ea typeface="Calibri"/>
                <a:cs typeface="Calibri"/>
              </a:defRPr>
            </a:lvl7pPr>
            <a:lvl8pPr algn="l">
              <a:defRPr sz="2350" b="1">
                <a:solidFill>
                  <a:srgbClr val="1B1F3B"/>
                </a:solidFill>
                <a:latin typeface="Calibri"/>
                <a:ea typeface="Calibri"/>
                <a:cs typeface="Calibri"/>
              </a:defRPr>
            </a:lvl8pPr>
            <a:lvl9pPr algn="l">
              <a:defRPr sz="2350" b="1">
                <a:solidFill>
                  <a:srgbClr val="1B1F3B"/>
                </a:solidFill>
                <a:latin typeface="Calibri"/>
                <a:ea typeface="Calibri"/>
                <a:cs typeface="Calibri"/>
              </a:defRPr>
            </a:lvl9pPr>
          </a:lstStyle>
          <a:p>
            <a:pPr defTabSz="1219170">
              <a:defRPr sz="2350" b="1">
                <a:solidFill>
                  <a:srgbClr val="1B1F3B"/>
                </a:solidFill>
                <a:latin typeface="Calibri"/>
                <a:ea typeface="Calibri"/>
                <a:cs typeface="Calibri"/>
              </a:defRPr>
            </a:pPr>
            <a:r>
              <a:rPr sz="3200"/>
              <a:t>RUSH-1 asks whether the detour is worth it</a:t>
            </a:r>
          </a:p>
        </p:txBody>
      </p:sp>
      <p:sp>
        <p:nvSpPr>
          <p:cNvPr id="3" name="Rectangle 2">
            <a:extLst>
              <a:ext uri="{FF2B5EF4-FFF2-40B4-BE49-F238E27FC236}">
                <a16:creationId xmlns:a16="http://schemas.microsoft.com/office/drawing/2014/main" id="{637E291F-ADEA-46F5-8D37-F35FC4E262F2}"/>
              </a:ext>
            </a:extLst>
          </p:cNvPr>
          <p:cNvSpPr>
            <a:spLocks noGrp="1"/>
          </p:cNvSpPr>
          <p:nvPr/>
        </p:nvSpPr>
        <p:spPr>
          <a:xfrm>
            <a:off x="609601" y="6229350"/>
            <a:ext cx="9334500" cy="266700"/>
          </a:xfrm>
          <a:prstGeom prst="rect">
            <a:avLst/>
          </a:prstGeom>
          <a:noFill/>
          <a:ln w="0">
            <a:noFill/>
            <a:prstDash val="solid"/>
          </a:ln>
        </p:spPr>
        <p:txBody>
          <a:bodyPr wrap="square" lIns="0" tIns="0" rIns="0" bIns="0" anchor="ctr">
            <a:noAutofit/>
          </a:bodyPr>
          <a:lstStyle>
            <a:defPPr algn="l">
              <a:defRPr sz="950" b="0">
                <a:solidFill>
                  <a:srgbClr val="4A4F6A"/>
                </a:solidFill>
                <a:latin typeface="Calibri"/>
                <a:ea typeface="Calibri"/>
                <a:cs typeface="Calibri"/>
              </a:defRPr>
            </a:defPPr>
            <a:lvl1pPr algn="l">
              <a:defRPr sz="950" b="0">
                <a:solidFill>
                  <a:srgbClr val="4A4F6A"/>
                </a:solidFill>
                <a:latin typeface="Calibri"/>
                <a:ea typeface="Calibri"/>
                <a:cs typeface="Calibri"/>
              </a:defRPr>
            </a:lvl1pPr>
            <a:lvl2pPr algn="l">
              <a:defRPr sz="950" b="0">
                <a:solidFill>
                  <a:srgbClr val="4A4F6A"/>
                </a:solidFill>
                <a:latin typeface="Calibri"/>
                <a:ea typeface="Calibri"/>
                <a:cs typeface="Calibri"/>
              </a:defRPr>
            </a:lvl2pPr>
            <a:lvl3pPr algn="l">
              <a:defRPr sz="950" b="0">
                <a:solidFill>
                  <a:srgbClr val="4A4F6A"/>
                </a:solidFill>
                <a:latin typeface="Calibri"/>
                <a:ea typeface="Calibri"/>
                <a:cs typeface="Calibri"/>
              </a:defRPr>
            </a:lvl3pPr>
            <a:lvl4pPr algn="l">
              <a:defRPr sz="950" b="0">
                <a:solidFill>
                  <a:srgbClr val="4A4F6A"/>
                </a:solidFill>
                <a:latin typeface="Calibri"/>
                <a:ea typeface="Calibri"/>
                <a:cs typeface="Calibri"/>
              </a:defRPr>
            </a:lvl4pPr>
            <a:lvl5pPr algn="l">
              <a:defRPr sz="950" b="0">
                <a:solidFill>
                  <a:srgbClr val="4A4F6A"/>
                </a:solidFill>
                <a:latin typeface="Calibri"/>
                <a:ea typeface="Calibri"/>
                <a:cs typeface="Calibri"/>
              </a:defRPr>
            </a:lvl5pPr>
            <a:lvl6pPr algn="l">
              <a:defRPr sz="950" b="0">
                <a:solidFill>
                  <a:srgbClr val="4A4F6A"/>
                </a:solidFill>
                <a:latin typeface="Calibri"/>
                <a:ea typeface="Calibri"/>
                <a:cs typeface="Calibri"/>
              </a:defRPr>
            </a:lvl6pPr>
            <a:lvl7pPr algn="l">
              <a:defRPr sz="950" b="0">
                <a:solidFill>
                  <a:srgbClr val="4A4F6A"/>
                </a:solidFill>
                <a:latin typeface="Calibri"/>
                <a:ea typeface="Calibri"/>
                <a:cs typeface="Calibri"/>
              </a:defRPr>
            </a:lvl7pPr>
            <a:lvl8pPr algn="l">
              <a:defRPr sz="950" b="0">
                <a:solidFill>
                  <a:srgbClr val="4A4F6A"/>
                </a:solidFill>
                <a:latin typeface="Calibri"/>
                <a:ea typeface="Calibri"/>
                <a:cs typeface="Calibri"/>
              </a:defRPr>
            </a:lvl8pPr>
            <a:lvl9pPr algn="l">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7  Comparison and scenarios</a:t>
            </a:r>
          </a:p>
        </p:txBody>
      </p:sp>
      <p:sp>
        <p:nvSpPr>
          <p:cNvPr id="4" name="Rectangle 3">
            <a:extLst>
              <a:ext uri="{FF2B5EF4-FFF2-40B4-BE49-F238E27FC236}">
                <a16:creationId xmlns:a16="http://schemas.microsoft.com/office/drawing/2014/main" id="{5D79BA4B-3D0D-4AB5-B1D1-51BD789C107B}"/>
              </a:ext>
            </a:extLst>
          </p:cNvPr>
          <p:cNvSpPr>
            <a:spLocks noGrp="1"/>
          </p:cNvSpPr>
          <p:nvPr/>
        </p:nvSpPr>
        <p:spPr>
          <a:xfrm>
            <a:off x="10953750" y="6229350"/>
            <a:ext cx="619125" cy="266700"/>
          </a:xfrm>
          <a:prstGeom prst="rect">
            <a:avLst/>
          </a:prstGeom>
          <a:noFill/>
          <a:ln w="0">
            <a:noFill/>
            <a:prstDash val="solid"/>
          </a:ln>
        </p:spPr>
        <p:txBody>
          <a:bodyPr wrap="square" lIns="0" tIns="0" rIns="0" bIns="0" anchor="ctr">
            <a:noAutofit/>
          </a:bodyPr>
          <a:lstStyle>
            <a:defPPr algn="r">
              <a:defRPr sz="950" b="0">
                <a:solidFill>
                  <a:srgbClr val="4A4F6A"/>
                </a:solidFill>
                <a:latin typeface="Calibri"/>
                <a:ea typeface="Calibri"/>
                <a:cs typeface="Calibri"/>
              </a:defRPr>
            </a:defPPr>
            <a:lvl1pPr algn="r">
              <a:defRPr sz="950" b="0">
                <a:solidFill>
                  <a:srgbClr val="4A4F6A"/>
                </a:solidFill>
                <a:latin typeface="Calibri"/>
                <a:ea typeface="Calibri"/>
                <a:cs typeface="Calibri"/>
              </a:defRPr>
            </a:lvl1pPr>
            <a:lvl2pPr algn="r">
              <a:defRPr sz="950" b="0">
                <a:solidFill>
                  <a:srgbClr val="4A4F6A"/>
                </a:solidFill>
                <a:latin typeface="Calibri"/>
                <a:ea typeface="Calibri"/>
                <a:cs typeface="Calibri"/>
              </a:defRPr>
            </a:lvl2pPr>
            <a:lvl3pPr algn="r">
              <a:defRPr sz="950" b="0">
                <a:solidFill>
                  <a:srgbClr val="4A4F6A"/>
                </a:solidFill>
                <a:latin typeface="Calibri"/>
                <a:ea typeface="Calibri"/>
                <a:cs typeface="Calibri"/>
              </a:defRPr>
            </a:lvl3pPr>
            <a:lvl4pPr algn="r">
              <a:defRPr sz="950" b="0">
                <a:solidFill>
                  <a:srgbClr val="4A4F6A"/>
                </a:solidFill>
                <a:latin typeface="Calibri"/>
                <a:ea typeface="Calibri"/>
                <a:cs typeface="Calibri"/>
              </a:defRPr>
            </a:lvl4pPr>
            <a:lvl5pPr algn="r">
              <a:defRPr sz="950" b="0">
                <a:solidFill>
                  <a:srgbClr val="4A4F6A"/>
                </a:solidFill>
                <a:latin typeface="Calibri"/>
                <a:ea typeface="Calibri"/>
                <a:cs typeface="Calibri"/>
              </a:defRPr>
            </a:lvl5pPr>
            <a:lvl6pPr algn="r">
              <a:defRPr sz="950" b="0">
                <a:solidFill>
                  <a:srgbClr val="4A4F6A"/>
                </a:solidFill>
                <a:latin typeface="Calibri"/>
                <a:ea typeface="Calibri"/>
                <a:cs typeface="Calibri"/>
              </a:defRPr>
            </a:lvl6pPr>
            <a:lvl7pPr algn="r">
              <a:defRPr sz="950" b="0">
                <a:solidFill>
                  <a:srgbClr val="4A4F6A"/>
                </a:solidFill>
                <a:latin typeface="Calibri"/>
                <a:ea typeface="Calibri"/>
                <a:cs typeface="Calibri"/>
              </a:defRPr>
            </a:lvl7pPr>
            <a:lvl8pPr algn="r">
              <a:defRPr sz="950" b="0">
                <a:solidFill>
                  <a:srgbClr val="4A4F6A"/>
                </a:solidFill>
                <a:latin typeface="Calibri"/>
                <a:ea typeface="Calibri"/>
                <a:cs typeface="Calibri"/>
              </a:defRPr>
            </a:lvl8pPr>
            <a:lvl9pPr algn="r">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24</a:t>
            </a:r>
          </a:p>
        </p:txBody>
      </p:sp>
      <p:sp>
        <p:nvSpPr>
          <p:cNvPr id="5" name="Rectangle 4">
            <a:extLst>
              <a:ext uri="{FF2B5EF4-FFF2-40B4-BE49-F238E27FC236}">
                <a16:creationId xmlns:a16="http://schemas.microsoft.com/office/drawing/2014/main" id="{73819E5E-A69A-4EBE-B0A0-BE63A2F54CFB}"/>
              </a:ext>
            </a:extLst>
          </p:cNvPr>
          <p:cNvSpPr>
            <a:spLocks noGrp="1"/>
          </p:cNvSpPr>
          <p:nvPr/>
        </p:nvSpPr>
        <p:spPr>
          <a:xfrm>
            <a:off x="762000" y="1809750"/>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6" name="Rectangle 5">
            <a:extLst>
              <a:ext uri="{FF2B5EF4-FFF2-40B4-BE49-F238E27FC236}">
                <a16:creationId xmlns:a16="http://schemas.microsoft.com/office/drawing/2014/main" id="{79618BD4-3403-49DB-A725-55A08F4E0CBA}"/>
              </a:ext>
            </a:extLst>
          </p:cNvPr>
          <p:cNvSpPr>
            <a:spLocks noGrp="1"/>
          </p:cNvSpPr>
          <p:nvPr/>
        </p:nvSpPr>
        <p:spPr>
          <a:xfrm>
            <a:off x="1381126" y="1809750"/>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7" name="Rectangle 6">
            <a:extLst>
              <a:ext uri="{FF2B5EF4-FFF2-40B4-BE49-F238E27FC236}">
                <a16:creationId xmlns:a16="http://schemas.microsoft.com/office/drawing/2014/main" id="{D8F0E41F-7F92-43D5-A4DC-E45F1ED31CCB}"/>
              </a:ext>
            </a:extLst>
          </p:cNvPr>
          <p:cNvSpPr>
            <a:spLocks noGrp="1"/>
          </p:cNvSpPr>
          <p:nvPr/>
        </p:nvSpPr>
        <p:spPr>
          <a:xfrm>
            <a:off x="2000251" y="1809750"/>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8" name="Rectangle 7">
            <a:extLst>
              <a:ext uri="{FF2B5EF4-FFF2-40B4-BE49-F238E27FC236}">
                <a16:creationId xmlns:a16="http://schemas.microsoft.com/office/drawing/2014/main" id="{85A2DD67-5890-4F4A-A31F-9FDA2450C7D7}"/>
              </a:ext>
            </a:extLst>
          </p:cNvPr>
          <p:cNvSpPr>
            <a:spLocks noGrp="1"/>
          </p:cNvSpPr>
          <p:nvPr/>
        </p:nvSpPr>
        <p:spPr>
          <a:xfrm>
            <a:off x="2619375" y="1809750"/>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9" name="Rectangle 8">
            <a:extLst>
              <a:ext uri="{FF2B5EF4-FFF2-40B4-BE49-F238E27FC236}">
                <a16:creationId xmlns:a16="http://schemas.microsoft.com/office/drawing/2014/main" id="{E794567C-1AC8-45BE-9BF5-2FC0B982954A}"/>
              </a:ext>
            </a:extLst>
          </p:cNvPr>
          <p:cNvSpPr>
            <a:spLocks noGrp="1"/>
          </p:cNvSpPr>
          <p:nvPr/>
        </p:nvSpPr>
        <p:spPr>
          <a:xfrm>
            <a:off x="3238500" y="1809750"/>
            <a:ext cx="590549" cy="590549"/>
          </a:xfrm>
          <a:prstGeom prst="rect">
            <a:avLst/>
          </a:prstGeom>
          <a:solidFill>
            <a:srgbClr val="FBE5E5"/>
          </a:solidFill>
          <a:ln w="7144">
            <a:solidFill>
              <a:srgbClr val="FFFFFF"/>
            </a:solidFill>
            <a:prstDash val="solid"/>
          </a:ln>
        </p:spPr>
        <p:txBody>
          <a:bodyPr/>
          <a:lstStyle/>
          <a:p>
            <a:pPr defTabSz="1219170"/>
            <a:endParaRPr sz="2400">
              <a:solidFill>
                <a:srgbClr val="1B1F3B"/>
              </a:solidFill>
              <a:latin typeface="Calibri"/>
            </a:endParaRPr>
          </a:p>
        </p:txBody>
      </p:sp>
      <p:sp>
        <p:nvSpPr>
          <p:cNvPr id="10" name="Rectangle 9">
            <a:extLst>
              <a:ext uri="{FF2B5EF4-FFF2-40B4-BE49-F238E27FC236}">
                <a16:creationId xmlns:a16="http://schemas.microsoft.com/office/drawing/2014/main" id="{2C9D8D63-9C30-4C67-A540-EDF8686F7D27}"/>
              </a:ext>
            </a:extLst>
          </p:cNvPr>
          <p:cNvSpPr>
            <a:spLocks noGrp="1"/>
          </p:cNvSpPr>
          <p:nvPr/>
        </p:nvSpPr>
        <p:spPr>
          <a:xfrm>
            <a:off x="3238500" y="1809750"/>
            <a:ext cx="590549" cy="590549"/>
          </a:xfrm>
          <a:prstGeom prst="rect">
            <a:avLst/>
          </a:prstGeom>
          <a:noFill/>
          <a:ln w="0">
            <a:noFill/>
            <a:prstDash val="solid"/>
          </a:ln>
        </p:spPr>
        <p:txBody>
          <a:bodyPr wrap="square" lIns="0" tIns="0" rIns="0" bIns="0" anchor="ctr">
            <a:noAutofit/>
          </a:bodyPr>
          <a:lstStyle>
            <a:defPPr algn="ctr">
              <a:defRPr sz="1850" b="1">
                <a:solidFill>
                  <a:srgbClr val="E55B5B"/>
                </a:solidFill>
                <a:latin typeface="Calibri"/>
                <a:ea typeface="Calibri"/>
                <a:cs typeface="Calibri"/>
              </a:defRPr>
            </a:defPPr>
            <a:lvl1pPr algn="ctr">
              <a:defRPr sz="1850" b="1">
                <a:solidFill>
                  <a:srgbClr val="E55B5B"/>
                </a:solidFill>
                <a:latin typeface="Calibri"/>
                <a:ea typeface="Calibri"/>
                <a:cs typeface="Calibri"/>
              </a:defRPr>
            </a:lvl1pPr>
            <a:lvl2pPr algn="ctr">
              <a:defRPr sz="1850" b="1">
                <a:solidFill>
                  <a:srgbClr val="E55B5B"/>
                </a:solidFill>
                <a:latin typeface="Calibri"/>
                <a:ea typeface="Calibri"/>
                <a:cs typeface="Calibri"/>
              </a:defRPr>
            </a:lvl2pPr>
            <a:lvl3pPr algn="ctr">
              <a:defRPr sz="1850" b="1">
                <a:solidFill>
                  <a:srgbClr val="E55B5B"/>
                </a:solidFill>
                <a:latin typeface="Calibri"/>
                <a:ea typeface="Calibri"/>
                <a:cs typeface="Calibri"/>
              </a:defRPr>
            </a:lvl3pPr>
            <a:lvl4pPr algn="ctr">
              <a:defRPr sz="1850" b="1">
                <a:solidFill>
                  <a:srgbClr val="E55B5B"/>
                </a:solidFill>
                <a:latin typeface="Calibri"/>
                <a:ea typeface="Calibri"/>
                <a:cs typeface="Calibri"/>
              </a:defRPr>
            </a:lvl4pPr>
            <a:lvl5pPr algn="ctr">
              <a:defRPr sz="1850" b="1">
                <a:solidFill>
                  <a:srgbClr val="E55B5B"/>
                </a:solidFill>
                <a:latin typeface="Calibri"/>
                <a:ea typeface="Calibri"/>
                <a:cs typeface="Calibri"/>
              </a:defRPr>
            </a:lvl5pPr>
            <a:lvl6pPr algn="ctr">
              <a:defRPr sz="1850" b="1">
                <a:solidFill>
                  <a:srgbClr val="E55B5B"/>
                </a:solidFill>
                <a:latin typeface="Calibri"/>
                <a:ea typeface="Calibri"/>
                <a:cs typeface="Calibri"/>
              </a:defRPr>
            </a:lvl6pPr>
            <a:lvl7pPr algn="ctr">
              <a:defRPr sz="1850" b="1">
                <a:solidFill>
                  <a:srgbClr val="E55B5B"/>
                </a:solidFill>
                <a:latin typeface="Calibri"/>
                <a:ea typeface="Calibri"/>
                <a:cs typeface="Calibri"/>
              </a:defRPr>
            </a:lvl7pPr>
            <a:lvl8pPr algn="ctr">
              <a:defRPr sz="1850" b="1">
                <a:solidFill>
                  <a:srgbClr val="E55B5B"/>
                </a:solidFill>
                <a:latin typeface="Calibri"/>
                <a:ea typeface="Calibri"/>
                <a:cs typeface="Calibri"/>
              </a:defRPr>
            </a:lvl8pPr>
            <a:lvl9pPr algn="ctr">
              <a:defRPr sz="1850" b="1">
                <a:solidFill>
                  <a:srgbClr val="E55B5B"/>
                </a:solidFill>
                <a:latin typeface="Calibri"/>
                <a:ea typeface="Calibri"/>
                <a:cs typeface="Calibri"/>
              </a:defRPr>
            </a:lvl9pPr>
          </a:lstStyle>
          <a:p>
            <a:pPr defTabSz="1219170">
              <a:defRPr sz="1850" b="1">
                <a:solidFill>
                  <a:srgbClr val="E55B5B"/>
                </a:solidFill>
                <a:latin typeface="Calibri"/>
                <a:ea typeface="Calibri"/>
                <a:cs typeface="Calibri"/>
              </a:defRPr>
            </a:pPr>
            <a:r>
              <a:rPr sz="2467"/>
              <a:t>×</a:t>
            </a:r>
          </a:p>
        </p:txBody>
      </p:sp>
      <p:sp>
        <p:nvSpPr>
          <p:cNvPr id="11" name="Rectangle 10">
            <a:extLst>
              <a:ext uri="{FF2B5EF4-FFF2-40B4-BE49-F238E27FC236}">
                <a16:creationId xmlns:a16="http://schemas.microsoft.com/office/drawing/2014/main" id="{FD718577-DF86-4800-B6B7-3261C0A76E94}"/>
              </a:ext>
            </a:extLst>
          </p:cNvPr>
          <p:cNvSpPr>
            <a:spLocks noGrp="1"/>
          </p:cNvSpPr>
          <p:nvPr/>
        </p:nvSpPr>
        <p:spPr>
          <a:xfrm>
            <a:off x="3857626" y="1809750"/>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2" name="Rectangle 11">
            <a:extLst>
              <a:ext uri="{FF2B5EF4-FFF2-40B4-BE49-F238E27FC236}">
                <a16:creationId xmlns:a16="http://schemas.microsoft.com/office/drawing/2014/main" id="{91DB4DF5-EE1D-4EB2-AB5B-E26E65C21325}"/>
              </a:ext>
            </a:extLst>
          </p:cNvPr>
          <p:cNvSpPr>
            <a:spLocks noGrp="1"/>
          </p:cNvSpPr>
          <p:nvPr/>
        </p:nvSpPr>
        <p:spPr>
          <a:xfrm>
            <a:off x="4476750" y="1809750"/>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3" name="Rectangle 12">
            <a:extLst>
              <a:ext uri="{FF2B5EF4-FFF2-40B4-BE49-F238E27FC236}">
                <a16:creationId xmlns:a16="http://schemas.microsoft.com/office/drawing/2014/main" id="{E710EB5E-C5AD-4570-A988-CAC7F77190F0}"/>
              </a:ext>
            </a:extLst>
          </p:cNvPr>
          <p:cNvSpPr>
            <a:spLocks noGrp="1"/>
          </p:cNvSpPr>
          <p:nvPr/>
        </p:nvSpPr>
        <p:spPr>
          <a:xfrm>
            <a:off x="762000" y="2428875"/>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4" name="Rectangle 13">
            <a:extLst>
              <a:ext uri="{FF2B5EF4-FFF2-40B4-BE49-F238E27FC236}">
                <a16:creationId xmlns:a16="http://schemas.microsoft.com/office/drawing/2014/main" id="{D7520A15-B12C-497B-8EC7-8B995245066F}"/>
              </a:ext>
            </a:extLst>
          </p:cNvPr>
          <p:cNvSpPr>
            <a:spLocks noGrp="1"/>
          </p:cNvSpPr>
          <p:nvPr/>
        </p:nvSpPr>
        <p:spPr>
          <a:xfrm>
            <a:off x="1381126" y="2428875"/>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5" name="Rectangle 14">
            <a:extLst>
              <a:ext uri="{FF2B5EF4-FFF2-40B4-BE49-F238E27FC236}">
                <a16:creationId xmlns:a16="http://schemas.microsoft.com/office/drawing/2014/main" id="{EC5E5F7C-524F-4F11-996C-55A465F15F4B}"/>
              </a:ext>
            </a:extLst>
          </p:cNvPr>
          <p:cNvSpPr>
            <a:spLocks noGrp="1"/>
          </p:cNvSpPr>
          <p:nvPr/>
        </p:nvSpPr>
        <p:spPr>
          <a:xfrm>
            <a:off x="2000251" y="2428875"/>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6" name="Rectangle 15">
            <a:extLst>
              <a:ext uri="{FF2B5EF4-FFF2-40B4-BE49-F238E27FC236}">
                <a16:creationId xmlns:a16="http://schemas.microsoft.com/office/drawing/2014/main" id="{47D72359-7DD2-4714-AFDC-26B08C5F1C97}"/>
              </a:ext>
            </a:extLst>
          </p:cNvPr>
          <p:cNvSpPr>
            <a:spLocks noGrp="1"/>
          </p:cNvSpPr>
          <p:nvPr/>
        </p:nvSpPr>
        <p:spPr>
          <a:xfrm>
            <a:off x="2619375" y="2428875"/>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7" name="Rectangle 16">
            <a:extLst>
              <a:ext uri="{FF2B5EF4-FFF2-40B4-BE49-F238E27FC236}">
                <a16:creationId xmlns:a16="http://schemas.microsoft.com/office/drawing/2014/main" id="{712B80EF-6D3B-44B3-8E34-FFCD5237C8FE}"/>
              </a:ext>
            </a:extLst>
          </p:cNvPr>
          <p:cNvSpPr>
            <a:spLocks noGrp="1"/>
          </p:cNvSpPr>
          <p:nvPr/>
        </p:nvSpPr>
        <p:spPr>
          <a:xfrm>
            <a:off x="3238500" y="2428875"/>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8" name="Rectangle 17">
            <a:extLst>
              <a:ext uri="{FF2B5EF4-FFF2-40B4-BE49-F238E27FC236}">
                <a16:creationId xmlns:a16="http://schemas.microsoft.com/office/drawing/2014/main" id="{4447A186-6E3B-4728-98DB-2B1F95EF8473}"/>
              </a:ext>
            </a:extLst>
          </p:cNvPr>
          <p:cNvSpPr>
            <a:spLocks noGrp="1"/>
          </p:cNvSpPr>
          <p:nvPr/>
        </p:nvSpPr>
        <p:spPr>
          <a:xfrm>
            <a:off x="3857626" y="2428875"/>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9" name="Rectangle 18">
            <a:extLst>
              <a:ext uri="{FF2B5EF4-FFF2-40B4-BE49-F238E27FC236}">
                <a16:creationId xmlns:a16="http://schemas.microsoft.com/office/drawing/2014/main" id="{41FA3260-880B-4584-A6EC-594ECD79D187}"/>
              </a:ext>
            </a:extLst>
          </p:cNvPr>
          <p:cNvSpPr>
            <a:spLocks noGrp="1"/>
          </p:cNvSpPr>
          <p:nvPr/>
        </p:nvSpPr>
        <p:spPr>
          <a:xfrm>
            <a:off x="4476750" y="2428875"/>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0" name="Rectangle 19">
            <a:extLst>
              <a:ext uri="{FF2B5EF4-FFF2-40B4-BE49-F238E27FC236}">
                <a16:creationId xmlns:a16="http://schemas.microsoft.com/office/drawing/2014/main" id="{D3948E9D-3CB6-450D-AD2F-8A2D447F0D98}"/>
              </a:ext>
            </a:extLst>
          </p:cNvPr>
          <p:cNvSpPr>
            <a:spLocks noGrp="1"/>
          </p:cNvSpPr>
          <p:nvPr/>
        </p:nvSpPr>
        <p:spPr>
          <a:xfrm>
            <a:off x="762000" y="3048000"/>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1" name="Rectangle 20">
            <a:extLst>
              <a:ext uri="{FF2B5EF4-FFF2-40B4-BE49-F238E27FC236}">
                <a16:creationId xmlns:a16="http://schemas.microsoft.com/office/drawing/2014/main" id="{2835D4F1-0AC0-4C4A-8141-543CFBA9D72D}"/>
              </a:ext>
            </a:extLst>
          </p:cNvPr>
          <p:cNvSpPr>
            <a:spLocks noGrp="1"/>
          </p:cNvSpPr>
          <p:nvPr/>
        </p:nvSpPr>
        <p:spPr>
          <a:xfrm>
            <a:off x="1381126" y="3048000"/>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2" name="Rectangle 21">
            <a:extLst>
              <a:ext uri="{FF2B5EF4-FFF2-40B4-BE49-F238E27FC236}">
                <a16:creationId xmlns:a16="http://schemas.microsoft.com/office/drawing/2014/main" id="{8DCA6882-3F47-4830-A137-7466747B1497}"/>
              </a:ext>
            </a:extLst>
          </p:cNvPr>
          <p:cNvSpPr>
            <a:spLocks noGrp="1"/>
          </p:cNvSpPr>
          <p:nvPr/>
        </p:nvSpPr>
        <p:spPr>
          <a:xfrm>
            <a:off x="2000251" y="3048000"/>
            <a:ext cx="590549" cy="590549"/>
          </a:xfrm>
          <a:prstGeom prst="rect">
            <a:avLst/>
          </a:prstGeom>
          <a:solidFill>
            <a:srgbClr val="F8D19C"/>
          </a:solidFill>
          <a:ln w="7144">
            <a:solidFill>
              <a:srgbClr val="FFFFFF"/>
            </a:solidFill>
            <a:prstDash val="solid"/>
          </a:ln>
        </p:spPr>
        <p:txBody>
          <a:bodyPr/>
          <a:lstStyle/>
          <a:p>
            <a:pPr defTabSz="1219170"/>
            <a:endParaRPr sz="2400">
              <a:solidFill>
                <a:srgbClr val="1B1F3B"/>
              </a:solidFill>
              <a:latin typeface="Calibri"/>
            </a:endParaRPr>
          </a:p>
        </p:txBody>
      </p:sp>
      <p:sp>
        <p:nvSpPr>
          <p:cNvPr id="23" name="Rectangle 22">
            <a:extLst>
              <a:ext uri="{FF2B5EF4-FFF2-40B4-BE49-F238E27FC236}">
                <a16:creationId xmlns:a16="http://schemas.microsoft.com/office/drawing/2014/main" id="{D1260282-2C06-4172-A519-55C972B02BCC}"/>
              </a:ext>
            </a:extLst>
          </p:cNvPr>
          <p:cNvSpPr>
            <a:spLocks noGrp="1"/>
          </p:cNvSpPr>
          <p:nvPr/>
        </p:nvSpPr>
        <p:spPr>
          <a:xfrm>
            <a:off x="2619375" y="3048000"/>
            <a:ext cx="590549" cy="590549"/>
          </a:xfrm>
          <a:prstGeom prst="rect">
            <a:avLst/>
          </a:prstGeom>
          <a:solidFill>
            <a:srgbClr val="F8D19C"/>
          </a:solidFill>
          <a:ln w="7144">
            <a:solidFill>
              <a:srgbClr val="FFFFFF"/>
            </a:solidFill>
            <a:prstDash val="solid"/>
          </a:ln>
        </p:spPr>
        <p:txBody>
          <a:bodyPr/>
          <a:lstStyle/>
          <a:p>
            <a:pPr defTabSz="1219170"/>
            <a:endParaRPr sz="2400">
              <a:solidFill>
                <a:srgbClr val="1B1F3B"/>
              </a:solidFill>
              <a:latin typeface="Calibri"/>
            </a:endParaRPr>
          </a:p>
        </p:txBody>
      </p:sp>
      <p:sp>
        <p:nvSpPr>
          <p:cNvPr id="24" name="Rectangle 23">
            <a:extLst>
              <a:ext uri="{FF2B5EF4-FFF2-40B4-BE49-F238E27FC236}">
                <a16:creationId xmlns:a16="http://schemas.microsoft.com/office/drawing/2014/main" id="{39CB36F9-7553-4BE5-AFFA-869BBCEF53CF}"/>
              </a:ext>
            </a:extLst>
          </p:cNvPr>
          <p:cNvSpPr>
            <a:spLocks noGrp="1"/>
          </p:cNvSpPr>
          <p:nvPr/>
        </p:nvSpPr>
        <p:spPr>
          <a:xfrm>
            <a:off x="3238500" y="3048000"/>
            <a:ext cx="590549" cy="590549"/>
          </a:xfrm>
          <a:prstGeom prst="rect">
            <a:avLst/>
          </a:prstGeom>
          <a:solidFill>
            <a:srgbClr val="F8D19C"/>
          </a:solidFill>
          <a:ln w="7144">
            <a:solidFill>
              <a:srgbClr val="FFFFFF"/>
            </a:solidFill>
            <a:prstDash val="solid"/>
          </a:ln>
        </p:spPr>
        <p:txBody>
          <a:bodyPr/>
          <a:lstStyle/>
          <a:p>
            <a:pPr defTabSz="1219170"/>
            <a:endParaRPr sz="2400">
              <a:solidFill>
                <a:srgbClr val="1B1F3B"/>
              </a:solidFill>
              <a:latin typeface="Calibri"/>
            </a:endParaRPr>
          </a:p>
        </p:txBody>
      </p:sp>
      <p:sp>
        <p:nvSpPr>
          <p:cNvPr id="25" name="Rectangle 24">
            <a:extLst>
              <a:ext uri="{FF2B5EF4-FFF2-40B4-BE49-F238E27FC236}">
                <a16:creationId xmlns:a16="http://schemas.microsoft.com/office/drawing/2014/main" id="{043F135C-036D-443B-B15D-D0588CE8CFA8}"/>
              </a:ext>
            </a:extLst>
          </p:cNvPr>
          <p:cNvSpPr>
            <a:spLocks noGrp="1"/>
          </p:cNvSpPr>
          <p:nvPr/>
        </p:nvSpPr>
        <p:spPr>
          <a:xfrm>
            <a:off x="3857626" y="3048000"/>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6" name="Rectangle 25">
            <a:extLst>
              <a:ext uri="{FF2B5EF4-FFF2-40B4-BE49-F238E27FC236}">
                <a16:creationId xmlns:a16="http://schemas.microsoft.com/office/drawing/2014/main" id="{D2F82322-1501-4507-B8FD-36D609385ED3}"/>
              </a:ext>
            </a:extLst>
          </p:cNvPr>
          <p:cNvSpPr>
            <a:spLocks noGrp="1"/>
          </p:cNvSpPr>
          <p:nvPr/>
        </p:nvSpPr>
        <p:spPr>
          <a:xfrm>
            <a:off x="4476750" y="3048000"/>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7" name="Rectangle 26">
            <a:extLst>
              <a:ext uri="{FF2B5EF4-FFF2-40B4-BE49-F238E27FC236}">
                <a16:creationId xmlns:a16="http://schemas.microsoft.com/office/drawing/2014/main" id="{1E1B2B4E-6063-454B-B348-F543B285098D}"/>
              </a:ext>
            </a:extLst>
          </p:cNvPr>
          <p:cNvSpPr>
            <a:spLocks noGrp="1"/>
          </p:cNvSpPr>
          <p:nvPr/>
        </p:nvSpPr>
        <p:spPr>
          <a:xfrm>
            <a:off x="762000" y="3667126"/>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8" name="Rectangle 27">
            <a:extLst>
              <a:ext uri="{FF2B5EF4-FFF2-40B4-BE49-F238E27FC236}">
                <a16:creationId xmlns:a16="http://schemas.microsoft.com/office/drawing/2014/main" id="{E274486C-28C4-4414-9930-A9D92214C3EB}"/>
              </a:ext>
            </a:extLst>
          </p:cNvPr>
          <p:cNvSpPr>
            <a:spLocks noGrp="1"/>
          </p:cNvSpPr>
          <p:nvPr/>
        </p:nvSpPr>
        <p:spPr>
          <a:xfrm>
            <a:off x="1381126" y="3667126"/>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9" name="Rectangle 28">
            <a:extLst>
              <a:ext uri="{FF2B5EF4-FFF2-40B4-BE49-F238E27FC236}">
                <a16:creationId xmlns:a16="http://schemas.microsoft.com/office/drawing/2014/main" id="{7B159AC0-F71F-4D14-B1FA-CADF9F7B0E3D}"/>
              </a:ext>
            </a:extLst>
          </p:cNvPr>
          <p:cNvSpPr>
            <a:spLocks noGrp="1"/>
          </p:cNvSpPr>
          <p:nvPr/>
        </p:nvSpPr>
        <p:spPr>
          <a:xfrm>
            <a:off x="2000251" y="3667126"/>
            <a:ext cx="590549" cy="590549"/>
          </a:xfrm>
          <a:prstGeom prst="rect">
            <a:avLst/>
          </a:prstGeom>
          <a:solidFill>
            <a:srgbClr val="FBE5E5"/>
          </a:solidFill>
          <a:ln w="7144">
            <a:solidFill>
              <a:srgbClr val="FFFFFF"/>
            </a:solidFill>
            <a:prstDash val="solid"/>
          </a:ln>
        </p:spPr>
        <p:txBody>
          <a:bodyPr/>
          <a:lstStyle/>
          <a:p>
            <a:pPr defTabSz="1219170"/>
            <a:endParaRPr sz="2400">
              <a:solidFill>
                <a:srgbClr val="1B1F3B"/>
              </a:solidFill>
              <a:latin typeface="Calibri"/>
            </a:endParaRPr>
          </a:p>
        </p:txBody>
      </p:sp>
      <p:sp>
        <p:nvSpPr>
          <p:cNvPr id="30" name="Rectangle 29">
            <a:extLst>
              <a:ext uri="{FF2B5EF4-FFF2-40B4-BE49-F238E27FC236}">
                <a16:creationId xmlns:a16="http://schemas.microsoft.com/office/drawing/2014/main" id="{2E07E0F9-8936-470F-BA44-92BFE1C133D2}"/>
              </a:ext>
            </a:extLst>
          </p:cNvPr>
          <p:cNvSpPr>
            <a:spLocks noGrp="1"/>
          </p:cNvSpPr>
          <p:nvPr/>
        </p:nvSpPr>
        <p:spPr>
          <a:xfrm>
            <a:off x="2000251" y="3667126"/>
            <a:ext cx="590549" cy="590549"/>
          </a:xfrm>
          <a:prstGeom prst="rect">
            <a:avLst/>
          </a:prstGeom>
          <a:noFill/>
          <a:ln w="0">
            <a:noFill/>
            <a:prstDash val="solid"/>
          </a:ln>
        </p:spPr>
        <p:txBody>
          <a:bodyPr wrap="square" lIns="0" tIns="0" rIns="0" bIns="0" anchor="ctr">
            <a:noAutofit/>
          </a:bodyPr>
          <a:lstStyle>
            <a:defPPr algn="ctr">
              <a:defRPr sz="1850" b="1">
                <a:solidFill>
                  <a:srgbClr val="E55B5B"/>
                </a:solidFill>
                <a:latin typeface="Calibri"/>
                <a:ea typeface="Calibri"/>
                <a:cs typeface="Calibri"/>
              </a:defRPr>
            </a:defPPr>
            <a:lvl1pPr algn="ctr">
              <a:defRPr sz="1850" b="1">
                <a:solidFill>
                  <a:srgbClr val="E55B5B"/>
                </a:solidFill>
                <a:latin typeface="Calibri"/>
                <a:ea typeface="Calibri"/>
                <a:cs typeface="Calibri"/>
              </a:defRPr>
            </a:lvl1pPr>
            <a:lvl2pPr algn="ctr">
              <a:defRPr sz="1850" b="1">
                <a:solidFill>
                  <a:srgbClr val="E55B5B"/>
                </a:solidFill>
                <a:latin typeface="Calibri"/>
                <a:ea typeface="Calibri"/>
                <a:cs typeface="Calibri"/>
              </a:defRPr>
            </a:lvl2pPr>
            <a:lvl3pPr algn="ctr">
              <a:defRPr sz="1850" b="1">
                <a:solidFill>
                  <a:srgbClr val="E55B5B"/>
                </a:solidFill>
                <a:latin typeface="Calibri"/>
                <a:ea typeface="Calibri"/>
                <a:cs typeface="Calibri"/>
              </a:defRPr>
            </a:lvl3pPr>
            <a:lvl4pPr algn="ctr">
              <a:defRPr sz="1850" b="1">
                <a:solidFill>
                  <a:srgbClr val="E55B5B"/>
                </a:solidFill>
                <a:latin typeface="Calibri"/>
                <a:ea typeface="Calibri"/>
                <a:cs typeface="Calibri"/>
              </a:defRPr>
            </a:lvl4pPr>
            <a:lvl5pPr algn="ctr">
              <a:defRPr sz="1850" b="1">
                <a:solidFill>
                  <a:srgbClr val="E55B5B"/>
                </a:solidFill>
                <a:latin typeface="Calibri"/>
                <a:ea typeface="Calibri"/>
                <a:cs typeface="Calibri"/>
              </a:defRPr>
            </a:lvl5pPr>
            <a:lvl6pPr algn="ctr">
              <a:defRPr sz="1850" b="1">
                <a:solidFill>
                  <a:srgbClr val="E55B5B"/>
                </a:solidFill>
                <a:latin typeface="Calibri"/>
                <a:ea typeface="Calibri"/>
                <a:cs typeface="Calibri"/>
              </a:defRPr>
            </a:lvl6pPr>
            <a:lvl7pPr algn="ctr">
              <a:defRPr sz="1850" b="1">
                <a:solidFill>
                  <a:srgbClr val="E55B5B"/>
                </a:solidFill>
                <a:latin typeface="Calibri"/>
                <a:ea typeface="Calibri"/>
                <a:cs typeface="Calibri"/>
              </a:defRPr>
            </a:lvl7pPr>
            <a:lvl8pPr algn="ctr">
              <a:defRPr sz="1850" b="1">
                <a:solidFill>
                  <a:srgbClr val="E55B5B"/>
                </a:solidFill>
                <a:latin typeface="Calibri"/>
                <a:ea typeface="Calibri"/>
                <a:cs typeface="Calibri"/>
              </a:defRPr>
            </a:lvl8pPr>
            <a:lvl9pPr algn="ctr">
              <a:defRPr sz="1850" b="1">
                <a:solidFill>
                  <a:srgbClr val="E55B5B"/>
                </a:solidFill>
                <a:latin typeface="Calibri"/>
                <a:ea typeface="Calibri"/>
                <a:cs typeface="Calibri"/>
              </a:defRPr>
            </a:lvl9pPr>
          </a:lstStyle>
          <a:p>
            <a:pPr defTabSz="1219170">
              <a:defRPr sz="1850" b="1">
                <a:solidFill>
                  <a:srgbClr val="E55B5B"/>
                </a:solidFill>
                <a:latin typeface="Calibri"/>
                <a:ea typeface="Calibri"/>
                <a:cs typeface="Calibri"/>
              </a:defRPr>
            </a:pPr>
            <a:r>
              <a:rPr sz="2467"/>
              <a:t>×</a:t>
            </a:r>
          </a:p>
        </p:txBody>
      </p:sp>
      <p:sp>
        <p:nvSpPr>
          <p:cNvPr id="31" name="Rectangle 30">
            <a:extLst>
              <a:ext uri="{FF2B5EF4-FFF2-40B4-BE49-F238E27FC236}">
                <a16:creationId xmlns:a16="http://schemas.microsoft.com/office/drawing/2014/main" id="{D1924058-4DA8-4E74-A688-7ACB111C044E}"/>
              </a:ext>
            </a:extLst>
          </p:cNvPr>
          <p:cNvSpPr>
            <a:spLocks noGrp="1"/>
          </p:cNvSpPr>
          <p:nvPr/>
        </p:nvSpPr>
        <p:spPr>
          <a:xfrm>
            <a:off x="2619375" y="3667126"/>
            <a:ext cx="590549" cy="590549"/>
          </a:xfrm>
          <a:prstGeom prst="rect">
            <a:avLst/>
          </a:prstGeom>
          <a:solidFill>
            <a:srgbClr val="FBE5E5"/>
          </a:solidFill>
          <a:ln w="7144">
            <a:solidFill>
              <a:srgbClr val="FFFFFF"/>
            </a:solidFill>
            <a:prstDash val="solid"/>
          </a:ln>
        </p:spPr>
        <p:txBody>
          <a:bodyPr/>
          <a:lstStyle/>
          <a:p>
            <a:pPr defTabSz="1219170"/>
            <a:endParaRPr sz="2400">
              <a:solidFill>
                <a:srgbClr val="1B1F3B"/>
              </a:solidFill>
              <a:latin typeface="Calibri"/>
            </a:endParaRPr>
          </a:p>
        </p:txBody>
      </p:sp>
      <p:sp>
        <p:nvSpPr>
          <p:cNvPr id="32" name="Rectangle 31">
            <a:extLst>
              <a:ext uri="{FF2B5EF4-FFF2-40B4-BE49-F238E27FC236}">
                <a16:creationId xmlns:a16="http://schemas.microsoft.com/office/drawing/2014/main" id="{FC1C1AC4-1C93-46AC-A20E-C427CA3CDB3B}"/>
              </a:ext>
            </a:extLst>
          </p:cNvPr>
          <p:cNvSpPr>
            <a:spLocks noGrp="1"/>
          </p:cNvSpPr>
          <p:nvPr/>
        </p:nvSpPr>
        <p:spPr>
          <a:xfrm>
            <a:off x="2619375" y="3667126"/>
            <a:ext cx="590549" cy="590549"/>
          </a:xfrm>
          <a:prstGeom prst="rect">
            <a:avLst/>
          </a:prstGeom>
          <a:noFill/>
          <a:ln w="0">
            <a:noFill/>
            <a:prstDash val="solid"/>
          </a:ln>
        </p:spPr>
        <p:txBody>
          <a:bodyPr wrap="square" lIns="0" tIns="0" rIns="0" bIns="0" anchor="ctr">
            <a:noAutofit/>
          </a:bodyPr>
          <a:lstStyle>
            <a:defPPr algn="ctr">
              <a:defRPr sz="1850" b="1">
                <a:solidFill>
                  <a:srgbClr val="E55B5B"/>
                </a:solidFill>
                <a:latin typeface="Calibri"/>
                <a:ea typeface="Calibri"/>
                <a:cs typeface="Calibri"/>
              </a:defRPr>
            </a:defPPr>
            <a:lvl1pPr algn="ctr">
              <a:defRPr sz="1850" b="1">
                <a:solidFill>
                  <a:srgbClr val="E55B5B"/>
                </a:solidFill>
                <a:latin typeface="Calibri"/>
                <a:ea typeface="Calibri"/>
                <a:cs typeface="Calibri"/>
              </a:defRPr>
            </a:lvl1pPr>
            <a:lvl2pPr algn="ctr">
              <a:defRPr sz="1850" b="1">
                <a:solidFill>
                  <a:srgbClr val="E55B5B"/>
                </a:solidFill>
                <a:latin typeface="Calibri"/>
                <a:ea typeface="Calibri"/>
                <a:cs typeface="Calibri"/>
              </a:defRPr>
            </a:lvl2pPr>
            <a:lvl3pPr algn="ctr">
              <a:defRPr sz="1850" b="1">
                <a:solidFill>
                  <a:srgbClr val="E55B5B"/>
                </a:solidFill>
                <a:latin typeface="Calibri"/>
                <a:ea typeface="Calibri"/>
                <a:cs typeface="Calibri"/>
              </a:defRPr>
            </a:lvl3pPr>
            <a:lvl4pPr algn="ctr">
              <a:defRPr sz="1850" b="1">
                <a:solidFill>
                  <a:srgbClr val="E55B5B"/>
                </a:solidFill>
                <a:latin typeface="Calibri"/>
                <a:ea typeface="Calibri"/>
                <a:cs typeface="Calibri"/>
              </a:defRPr>
            </a:lvl4pPr>
            <a:lvl5pPr algn="ctr">
              <a:defRPr sz="1850" b="1">
                <a:solidFill>
                  <a:srgbClr val="E55B5B"/>
                </a:solidFill>
                <a:latin typeface="Calibri"/>
                <a:ea typeface="Calibri"/>
                <a:cs typeface="Calibri"/>
              </a:defRPr>
            </a:lvl5pPr>
            <a:lvl6pPr algn="ctr">
              <a:defRPr sz="1850" b="1">
                <a:solidFill>
                  <a:srgbClr val="E55B5B"/>
                </a:solidFill>
                <a:latin typeface="Calibri"/>
                <a:ea typeface="Calibri"/>
                <a:cs typeface="Calibri"/>
              </a:defRPr>
            </a:lvl6pPr>
            <a:lvl7pPr algn="ctr">
              <a:defRPr sz="1850" b="1">
                <a:solidFill>
                  <a:srgbClr val="E55B5B"/>
                </a:solidFill>
                <a:latin typeface="Calibri"/>
                <a:ea typeface="Calibri"/>
                <a:cs typeface="Calibri"/>
              </a:defRPr>
            </a:lvl7pPr>
            <a:lvl8pPr algn="ctr">
              <a:defRPr sz="1850" b="1">
                <a:solidFill>
                  <a:srgbClr val="E55B5B"/>
                </a:solidFill>
                <a:latin typeface="Calibri"/>
                <a:ea typeface="Calibri"/>
                <a:cs typeface="Calibri"/>
              </a:defRPr>
            </a:lvl8pPr>
            <a:lvl9pPr algn="ctr">
              <a:defRPr sz="1850" b="1">
                <a:solidFill>
                  <a:srgbClr val="E55B5B"/>
                </a:solidFill>
                <a:latin typeface="Calibri"/>
                <a:ea typeface="Calibri"/>
                <a:cs typeface="Calibri"/>
              </a:defRPr>
            </a:lvl9pPr>
          </a:lstStyle>
          <a:p>
            <a:pPr defTabSz="1219170">
              <a:defRPr sz="1850" b="1">
                <a:solidFill>
                  <a:srgbClr val="E55B5B"/>
                </a:solidFill>
                <a:latin typeface="Calibri"/>
                <a:ea typeface="Calibri"/>
                <a:cs typeface="Calibri"/>
              </a:defRPr>
            </a:pPr>
            <a:r>
              <a:rPr sz="2467"/>
              <a:t>×</a:t>
            </a:r>
          </a:p>
        </p:txBody>
      </p:sp>
      <p:sp>
        <p:nvSpPr>
          <p:cNvPr id="33" name="Rectangle 32">
            <a:extLst>
              <a:ext uri="{FF2B5EF4-FFF2-40B4-BE49-F238E27FC236}">
                <a16:creationId xmlns:a16="http://schemas.microsoft.com/office/drawing/2014/main" id="{F03FA4FA-BA6B-4EC0-99FF-57740C3A401B}"/>
              </a:ext>
            </a:extLst>
          </p:cNvPr>
          <p:cNvSpPr>
            <a:spLocks noGrp="1"/>
          </p:cNvSpPr>
          <p:nvPr/>
        </p:nvSpPr>
        <p:spPr>
          <a:xfrm>
            <a:off x="3238500" y="3667126"/>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34" name="Rectangle 33">
            <a:extLst>
              <a:ext uri="{FF2B5EF4-FFF2-40B4-BE49-F238E27FC236}">
                <a16:creationId xmlns:a16="http://schemas.microsoft.com/office/drawing/2014/main" id="{0FBEF480-6E17-4F05-B550-469801981609}"/>
              </a:ext>
            </a:extLst>
          </p:cNvPr>
          <p:cNvSpPr>
            <a:spLocks noGrp="1"/>
          </p:cNvSpPr>
          <p:nvPr/>
        </p:nvSpPr>
        <p:spPr>
          <a:xfrm>
            <a:off x="3857626" y="3667126"/>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35" name="Rectangle 34">
            <a:extLst>
              <a:ext uri="{FF2B5EF4-FFF2-40B4-BE49-F238E27FC236}">
                <a16:creationId xmlns:a16="http://schemas.microsoft.com/office/drawing/2014/main" id="{F3984273-3B7A-4522-A765-96AF813A975F}"/>
              </a:ext>
            </a:extLst>
          </p:cNvPr>
          <p:cNvSpPr>
            <a:spLocks noGrp="1"/>
          </p:cNvSpPr>
          <p:nvPr/>
        </p:nvSpPr>
        <p:spPr>
          <a:xfrm>
            <a:off x="4476750" y="3667126"/>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36" name="Rectangle 35">
            <a:extLst>
              <a:ext uri="{FF2B5EF4-FFF2-40B4-BE49-F238E27FC236}">
                <a16:creationId xmlns:a16="http://schemas.microsoft.com/office/drawing/2014/main" id="{FE74578E-094A-4434-892B-AD74B5794EF7}"/>
              </a:ext>
            </a:extLst>
          </p:cNvPr>
          <p:cNvSpPr>
            <a:spLocks noGrp="1"/>
          </p:cNvSpPr>
          <p:nvPr/>
        </p:nvSpPr>
        <p:spPr>
          <a:xfrm>
            <a:off x="762000" y="4286251"/>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37" name="Rectangle 36">
            <a:extLst>
              <a:ext uri="{FF2B5EF4-FFF2-40B4-BE49-F238E27FC236}">
                <a16:creationId xmlns:a16="http://schemas.microsoft.com/office/drawing/2014/main" id="{96145526-B5CA-475E-ABD7-D23D3A1EE511}"/>
              </a:ext>
            </a:extLst>
          </p:cNvPr>
          <p:cNvSpPr>
            <a:spLocks noGrp="1"/>
          </p:cNvSpPr>
          <p:nvPr/>
        </p:nvSpPr>
        <p:spPr>
          <a:xfrm>
            <a:off x="1381126" y="4286251"/>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38" name="Rectangle 37">
            <a:extLst>
              <a:ext uri="{FF2B5EF4-FFF2-40B4-BE49-F238E27FC236}">
                <a16:creationId xmlns:a16="http://schemas.microsoft.com/office/drawing/2014/main" id="{964430A1-7B56-41FC-8BD5-06872EB714FB}"/>
              </a:ext>
            </a:extLst>
          </p:cNvPr>
          <p:cNvSpPr>
            <a:spLocks noGrp="1"/>
          </p:cNvSpPr>
          <p:nvPr/>
        </p:nvSpPr>
        <p:spPr>
          <a:xfrm>
            <a:off x="2000251" y="4286251"/>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39" name="Rectangle 38">
            <a:extLst>
              <a:ext uri="{FF2B5EF4-FFF2-40B4-BE49-F238E27FC236}">
                <a16:creationId xmlns:a16="http://schemas.microsoft.com/office/drawing/2014/main" id="{3C870D90-4663-4F8E-A0F9-224BA2F869D1}"/>
              </a:ext>
            </a:extLst>
          </p:cNvPr>
          <p:cNvSpPr>
            <a:spLocks noGrp="1"/>
          </p:cNvSpPr>
          <p:nvPr/>
        </p:nvSpPr>
        <p:spPr>
          <a:xfrm>
            <a:off x="2619375" y="4286251"/>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40" name="Rectangle 39">
            <a:extLst>
              <a:ext uri="{FF2B5EF4-FFF2-40B4-BE49-F238E27FC236}">
                <a16:creationId xmlns:a16="http://schemas.microsoft.com/office/drawing/2014/main" id="{36DE7159-966B-4AD9-AF97-36D2F55F9A73}"/>
              </a:ext>
            </a:extLst>
          </p:cNvPr>
          <p:cNvSpPr>
            <a:spLocks noGrp="1"/>
          </p:cNvSpPr>
          <p:nvPr/>
        </p:nvSpPr>
        <p:spPr>
          <a:xfrm>
            <a:off x="3238500" y="4286251"/>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41" name="Rectangle 40">
            <a:extLst>
              <a:ext uri="{FF2B5EF4-FFF2-40B4-BE49-F238E27FC236}">
                <a16:creationId xmlns:a16="http://schemas.microsoft.com/office/drawing/2014/main" id="{CAB9C8AD-4FC7-4A44-8F10-1A29A17186A2}"/>
              </a:ext>
            </a:extLst>
          </p:cNvPr>
          <p:cNvSpPr>
            <a:spLocks noGrp="1"/>
          </p:cNvSpPr>
          <p:nvPr/>
        </p:nvSpPr>
        <p:spPr>
          <a:xfrm>
            <a:off x="3857626" y="4286251"/>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42" name="Rectangle 41">
            <a:extLst>
              <a:ext uri="{FF2B5EF4-FFF2-40B4-BE49-F238E27FC236}">
                <a16:creationId xmlns:a16="http://schemas.microsoft.com/office/drawing/2014/main" id="{035E3854-391E-4932-8337-3B3C38363E4D}"/>
              </a:ext>
            </a:extLst>
          </p:cNvPr>
          <p:cNvSpPr>
            <a:spLocks noGrp="1"/>
          </p:cNvSpPr>
          <p:nvPr/>
        </p:nvSpPr>
        <p:spPr>
          <a:xfrm>
            <a:off x="4476750" y="4286251"/>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43" name="Rectangle 42">
            <a:extLst>
              <a:ext uri="{FF2B5EF4-FFF2-40B4-BE49-F238E27FC236}">
                <a16:creationId xmlns:a16="http://schemas.microsoft.com/office/drawing/2014/main" id="{5604DB23-FDDA-4C54-9D6C-5ACA7BC22056}"/>
              </a:ext>
            </a:extLst>
          </p:cNvPr>
          <p:cNvSpPr>
            <a:spLocks noGrp="1"/>
          </p:cNvSpPr>
          <p:nvPr/>
        </p:nvSpPr>
        <p:spPr>
          <a:xfrm>
            <a:off x="1047749" y="3333749"/>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44" name="Rectangle 43">
            <a:extLst>
              <a:ext uri="{FF2B5EF4-FFF2-40B4-BE49-F238E27FC236}">
                <a16:creationId xmlns:a16="http://schemas.microsoft.com/office/drawing/2014/main" id="{98335F27-579F-4557-ACC1-55EA9F9A41DB}"/>
              </a:ext>
            </a:extLst>
          </p:cNvPr>
          <p:cNvSpPr>
            <a:spLocks noGrp="1"/>
          </p:cNvSpPr>
          <p:nvPr/>
        </p:nvSpPr>
        <p:spPr>
          <a:xfrm>
            <a:off x="1666875" y="3333749"/>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45" name="Straight Arrow Connector 44">
            <a:extLst>
              <a:ext uri="{FF2B5EF4-FFF2-40B4-BE49-F238E27FC236}">
                <a16:creationId xmlns:a16="http://schemas.microsoft.com/office/drawing/2014/main" id="{0FB8A0E7-BEEF-421E-9129-9D793D19AD90}"/>
              </a:ext>
            </a:extLst>
          </p:cNvPr>
          <p:cNvCxnSpPr>
            <a:stCxn id="43" idx="3"/>
            <a:endCxn id="44" idx="1"/>
          </p:cNvCxnSpPr>
          <p:nvPr/>
        </p:nvCxnSpPr>
        <p:spPr>
          <a:xfrm>
            <a:off x="1066800" y="3343275"/>
            <a:ext cx="600075" cy="0"/>
          </a:xfrm>
          <a:prstGeom prst="straightConnector1">
            <a:avLst/>
          </a:prstGeom>
          <a:ln w="42862">
            <a:solidFill>
              <a:srgbClr val="2D3A8C"/>
            </a:solidFill>
            <a:prstDash val="dash"/>
          </a:ln>
        </p:spPr>
      </p:cxnSp>
      <p:sp>
        <p:nvSpPr>
          <p:cNvPr id="46" name="Rectangle 45">
            <a:extLst>
              <a:ext uri="{FF2B5EF4-FFF2-40B4-BE49-F238E27FC236}">
                <a16:creationId xmlns:a16="http://schemas.microsoft.com/office/drawing/2014/main" id="{40CA829F-9E2B-49EE-8574-672949EE04E4}"/>
              </a:ext>
            </a:extLst>
          </p:cNvPr>
          <p:cNvSpPr>
            <a:spLocks noGrp="1"/>
          </p:cNvSpPr>
          <p:nvPr/>
        </p:nvSpPr>
        <p:spPr>
          <a:xfrm>
            <a:off x="1666875" y="3333749"/>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47" name="Rectangle 46">
            <a:extLst>
              <a:ext uri="{FF2B5EF4-FFF2-40B4-BE49-F238E27FC236}">
                <a16:creationId xmlns:a16="http://schemas.microsoft.com/office/drawing/2014/main" id="{4A419E1F-7C9D-4CDF-B336-07840BF34A06}"/>
              </a:ext>
            </a:extLst>
          </p:cNvPr>
          <p:cNvSpPr>
            <a:spLocks noGrp="1"/>
          </p:cNvSpPr>
          <p:nvPr/>
        </p:nvSpPr>
        <p:spPr>
          <a:xfrm>
            <a:off x="2286000" y="3333749"/>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48" name="Straight Arrow Connector 47">
            <a:extLst>
              <a:ext uri="{FF2B5EF4-FFF2-40B4-BE49-F238E27FC236}">
                <a16:creationId xmlns:a16="http://schemas.microsoft.com/office/drawing/2014/main" id="{D69C5149-A0B0-400D-9825-83C5DC87206D}"/>
              </a:ext>
            </a:extLst>
          </p:cNvPr>
          <p:cNvCxnSpPr>
            <a:stCxn id="46" idx="3"/>
            <a:endCxn id="47" idx="1"/>
          </p:cNvCxnSpPr>
          <p:nvPr/>
        </p:nvCxnSpPr>
        <p:spPr>
          <a:xfrm>
            <a:off x="1685925" y="3343275"/>
            <a:ext cx="600075" cy="0"/>
          </a:xfrm>
          <a:prstGeom prst="straightConnector1">
            <a:avLst/>
          </a:prstGeom>
          <a:ln w="42862">
            <a:solidFill>
              <a:srgbClr val="2D3A8C"/>
            </a:solidFill>
            <a:prstDash val="dash"/>
          </a:ln>
        </p:spPr>
      </p:cxnSp>
      <p:sp>
        <p:nvSpPr>
          <p:cNvPr id="49" name="Rectangle 48">
            <a:extLst>
              <a:ext uri="{FF2B5EF4-FFF2-40B4-BE49-F238E27FC236}">
                <a16:creationId xmlns:a16="http://schemas.microsoft.com/office/drawing/2014/main" id="{C1D49138-D08D-4EF0-A2D5-A041F94F4E83}"/>
              </a:ext>
            </a:extLst>
          </p:cNvPr>
          <p:cNvSpPr>
            <a:spLocks noGrp="1"/>
          </p:cNvSpPr>
          <p:nvPr/>
        </p:nvSpPr>
        <p:spPr>
          <a:xfrm>
            <a:off x="2286000" y="3333749"/>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50" name="Rectangle 49">
            <a:extLst>
              <a:ext uri="{FF2B5EF4-FFF2-40B4-BE49-F238E27FC236}">
                <a16:creationId xmlns:a16="http://schemas.microsoft.com/office/drawing/2014/main" id="{F35A4A73-EB36-405C-8808-0A8D7EA21D95}"/>
              </a:ext>
            </a:extLst>
          </p:cNvPr>
          <p:cNvSpPr>
            <a:spLocks noGrp="1"/>
          </p:cNvSpPr>
          <p:nvPr/>
        </p:nvSpPr>
        <p:spPr>
          <a:xfrm>
            <a:off x="2905125" y="3333749"/>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51" name="Straight Arrow Connector 50">
            <a:extLst>
              <a:ext uri="{FF2B5EF4-FFF2-40B4-BE49-F238E27FC236}">
                <a16:creationId xmlns:a16="http://schemas.microsoft.com/office/drawing/2014/main" id="{477AC0B1-A053-47E8-8D2E-D4FC27AC82FF}"/>
              </a:ext>
            </a:extLst>
          </p:cNvPr>
          <p:cNvCxnSpPr>
            <a:stCxn id="49" idx="3"/>
            <a:endCxn id="50" idx="1"/>
          </p:cNvCxnSpPr>
          <p:nvPr/>
        </p:nvCxnSpPr>
        <p:spPr>
          <a:xfrm>
            <a:off x="2305051" y="3343275"/>
            <a:ext cx="600075" cy="0"/>
          </a:xfrm>
          <a:prstGeom prst="straightConnector1">
            <a:avLst/>
          </a:prstGeom>
          <a:ln w="42862">
            <a:solidFill>
              <a:srgbClr val="2D3A8C"/>
            </a:solidFill>
            <a:prstDash val="dash"/>
          </a:ln>
        </p:spPr>
      </p:cxnSp>
      <p:sp>
        <p:nvSpPr>
          <p:cNvPr id="52" name="Rectangle 51">
            <a:extLst>
              <a:ext uri="{FF2B5EF4-FFF2-40B4-BE49-F238E27FC236}">
                <a16:creationId xmlns:a16="http://schemas.microsoft.com/office/drawing/2014/main" id="{3D96F087-AE7E-49AA-810C-C966AD1A02B1}"/>
              </a:ext>
            </a:extLst>
          </p:cNvPr>
          <p:cNvSpPr>
            <a:spLocks noGrp="1"/>
          </p:cNvSpPr>
          <p:nvPr/>
        </p:nvSpPr>
        <p:spPr>
          <a:xfrm>
            <a:off x="2905125" y="3333749"/>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53" name="Rectangle 52">
            <a:extLst>
              <a:ext uri="{FF2B5EF4-FFF2-40B4-BE49-F238E27FC236}">
                <a16:creationId xmlns:a16="http://schemas.microsoft.com/office/drawing/2014/main" id="{427E0336-BDAA-49E6-A185-A7A8D418B740}"/>
              </a:ext>
            </a:extLst>
          </p:cNvPr>
          <p:cNvSpPr>
            <a:spLocks noGrp="1"/>
          </p:cNvSpPr>
          <p:nvPr/>
        </p:nvSpPr>
        <p:spPr>
          <a:xfrm>
            <a:off x="3524251" y="3333749"/>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54" name="Straight Arrow Connector 53">
            <a:extLst>
              <a:ext uri="{FF2B5EF4-FFF2-40B4-BE49-F238E27FC236}">
                <a16:creationId xmlns:a16="http://schemas.microsoft.com/office/drawing/2014/main" id="{12103748-F9F2-4159-B182-F0D7F738CEB6}"/>
              </a:ext>
            </a:extLst>
          </p:cNvPr>
          <p:cNvCxnSpPr>
            <a:stCxn id="52" idx="3"/>
            <a:endCxn id="53" idx="1"/>
          </p:cNvCxnSpPr>
          <p:nvPr/>
        </p:nvCxnSpPr>
        <p:spPr>
          <a:xfrm>
            <a:off x="2924175" y="3343275"/>
            <a:ext cx="600075" cy="0"/>
          </a:xfrm>
          <a:prstGeom prst="straightConnector1">
            <a:avLst/>
          </a:prstGeom>
          <a:ln w="42862">
            <a:solidFill>
              <a:srgbClr val="2D3A8C"/>
            </a:solidFill>
            <a:prstDash val="dash"/>
          </a:ln>
        </p:spPr>
      </p:cxnSp>
      <p:sp>
        <p:nvSpPr>
          <p:cNvPr id="55" name="Rectangle 54">
            <a:extLst>
              <a:ext uri="{FF2B5EF4-FFF2-40B4-BE49-F238E27FC236}">
                <a16:creationId xmlns:a16="http://schemas.microsoft.com/office/drawing/2014/main" id="{373B0DF3-C26E-4CDE-B374-4855A69FD28F}"/>
              </a:ext>
            </a:extLst>
          </p:cNvPr>
          <p:cNvSpPr>
            <a:spLocks noGrp="1"/>
          </p:cNvSpPr>
          <p:nvPr/>
        </p:nvSpPr>
        <p:spPr>
          <a:xfrm>
            <a:off x="3524251" y="3333749"/>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56" name="Rectangle 55">
            <a:extLst>
              <a:ext uri="{FF2B5EF4-FFF2-40B4-BE49-F238E27FC236}">
                <a16:creationId xmlns:a16="http://schemas.microsoft.com/office/drawing/2014/main" id="{B33AEF45-9A36-40A1-93F1-D14067F717BD}"/>
              </a:ext>
            </a:extLst>
          </p:cNvPr>
          <p:cNvSpPr>
            <a:spLocks noGrp="1"/>
          </p:cNvSpPr>
          <p:nvPr/>
        </p:nvSpPr>
        <p:spPr>
          <a:xfrm>
            <a:off x="4143375" y="3333749"/>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57" name="Straight Arrow Connector 56">
            <a:extLst>
              <a:ext uri="{FF2B5EF4-FFF2-40B4-BE49-F238E27FC236}">
                <a16:creationId xmlns:a16="http://schemas.microsoft.com/office/drawing/2014/main" id="{F1816850-D683-47D5-918D-DC3F230D3BD5}"/>
              </a:ext>
            </a:extLst>
          </p:cNvPr>
          <p:cNvCxnSpPr>
            <a:stCxn id="55" idx="3"/>
            <a:endCxn id="56" idx="1"/>
          </p:cNvCxnSpPr>
          <p:nvPr/>
        </p:nvCxnSpPr>
        <p:spPr>
          <a:xfrm>
            <a:off x="3543300" y="3343275"/>
            <a:ext cx="600075" cy="0"/>
          </a:xfrm>
          <a:prstGeom prst="straightConnector1">
            <a:avLst/>
          </a:prstGeom>
          <a:ln w="42862">
            <a:solidFill>
              <a:srgbClr val="2D3A8C"/>
            </a:solidFill>
            <a:prstDash val="dash"/>
          </a:ln>
        </p:spPr>
      </p:cxnSp>
      <p:sp>
        <p:nvSpPr>
          <p:cNvPr id="58" name="Rectangle 57">
            <a:extLst>
              <a:ext uri="{FF2B5EF4-FFF2-40B4-BE49-F238E27FC236}">
                <a16:creationId xmlns:a16="http://schemas.microsoft.com/office/drawing/2014/main" id="{3257BA3A-5210-4B59-B8C6-0F51E3A678E7}"/>
              </a:ext>
            </a:extLst>
          </p:cNvPr>
          <p:cNvSpPr>
            <a:spLocks noGrp="1"/>
          </p:cNvSpPr>
          <p:nvPr/>
        </p:nvSpPr>
        <p:spPr>
          <a:xfrm>
            <a:off x="4143375" y="3333749"/>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59" name="Rectangle 58">
            <a:extLst>
              <a:ext uri="{FF2B5EF4-FFF2-40B4-BE49-F238E27FC236}">
                <a16:creationId xmlns:a16="http://schemas.microsoft.com/office/drawing/2014/main" id="{1D247675-62A1-4C4F-8582-F50DC019EE41}"/>
              </a:ext>
            </a:extLst>
          </p:cNvPr>
          <p:cNvSpPr>
            <a:spLocks noGrp="1"/>
          </p:cNvSpPr>
          <p:nvPr/>
        </p:nvSpPr>
        <p:spPr>
          <a:xfrm>
            <a:off x="4762500" y="3333749"/>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60" name="Straight Arrow Connector 59">
            <a:extLst>
              <a:ext uri="{FF2B5EF4-FFF2-40B4-BE49-F238E27FC236}">
                <a16:creationId xmlns:a16="http://schemas.microsoft.com/office/drawing/2014/main" id="{A53BB13F-F671-4DB3-897B-7048E2A8F857}"/>
              </a:ext>
            </a:extLst>
          </p:cNvPr>
          <p:cNvCxnSpPr>
            <a:stCxn id="58" idx="3"/>
            <a:endCxn id="59" idx="1"/>
          </p:cNvCxnSpPr>
          <p:nvPr/>
        </p:nvCxnSpPr>
        <p:spPr>
          <a:xfrm>
            <a:off x="4162425" y="3343275"/>
            <a:ext cx="600075" cy="0"/>
          </a:xfrm>
          <a:prstGeom prst="straightConnector1">
            <a:avLst/>
          </a:prstGeom>
          <a:ln w="42862">
            <a:solidFill>
              <a:srgbClr val="2D3A8C"/>
            </a:solidFill>
            <a:prstDash val="dash"/>
          </a:ln>
        </p:spPr>
      </p:cxnSp>
      <p:sp>
        <p:nvSpPr>
          <p:cNvPr id="61" name="Rectangle 60">
            <a:extLst>
              <a:ext uri="{FF2B5EF4-FFF2-40B4-BE49-F238E27FC236}">
                <a16:creationId xmlns:a16="http://schemas.microsoft.com/office/drawing/2014/main" id="{C36D1AB5-A374-4B25-8DF6-8AA7E1D9FD96}"/>
              </a:ext>
            </a:extLst>
          </p:cNvPr>
          <p:cNvSpPr>
            <a:spLocks noGrp="1"/>
          </p:cNvSpPr>
          <p:nvPr/>
        </p:nvSpPr>
        <p:spPr>
          <a:xfrm>
            <a:off x="1047749" y="3333749"/>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62" name="Rectangle 61">
            <a:extLst>
              <a:ext uri="{FF2B5EF4-FFF2-40B4-BE49-F238E27FC236}">
                <a16:creationId xmlns:a16="http://schemas.microsoft.com/office/drawing/2014/main" id="{15BF6CAA-80F2-40F5-9486-EA02885AEBD5}"/>
              </a:ext>
            </a:extLst>
          </p:cNvPr>
          <p:cNvSpPr>
            <a:spLocks noGrp="1"/>
          </p:cNvSpPr>
          <p:nvPr/>
        </p:nvSpPr>
        <p:spPr>
          <a:xfrm>
            <a:off x="1666875" y="27146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63" name="Straight Arrow Connector 62">
            <a:extLst>
              <a:ext uri="{FF2B5EF4-FFF2-40B4-BE49-F238E27FC236}">
                <a16:creationId xmlns:a16="http://schemas.microsoft.com/office/drawing/2014/main" id="{8D64879B-079B-4E52-8CD8-C18FCC2F1BDE}"/>
              </a:ext>
            </a:extLst>
          </p:cNvPr>
          <p:cNvCxnSpPr>
            <a:stCxn id="61" idx="0"/>
            <a:endCxn id="62" idx="1"/>
          </p:cNvCxnSpPr>
          <p:nvPr/>
        </p:nvCxnSpPr>
        <p:spPr>
          <a:xfrm flipV="1">
            <a:off x="1057275" y="2724149"/>
            <a:ext cx="609600" cy="609600"/>
          </a:xfrm>
          <a:prstGeom prst="straightConnector1">
            <a:avLst/>
          </a:prstGeom>
          <a:ln w="42862">
            <a:solidFill>
              <a:srgbClr val="2D3A8C"/>
            </a:solidFill>
            <a:prstDash val="solid"/>
          </a:ln>
        </p:spPr>
      </p:cxnSp>
      <p:sp>
        <p:nvSpPr>
          <p:cNvPr id="64" name="Rectangle 63">
            <a:extLst>
              <a:ext uri="{FF2B5EF4-FFF2-40B4-BE49-F238E27FC236}">
                <a16:creationId xmlns:a16="http://schemas.microsoft.com/office/drawing/2014/main" id="{166BDE77-3B27-4DFA-A044-45ABFD8CBE4A}"/>
              </a:ext>
            </a:extLst>
          </p:cNvPr>
          <p:cNvSpPr>
            <a:spLocks noGrp="1"/>
          </p:cNvSpPr>
          <p:nvPr/>
        </p:nvSpPr>
        <p:spPr>
          <a:xfrm>
            <a:off x="1666875" y="271462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65" name="Rectangle 64">
            <a:extLst>
              <a:ext uri="{FF2B5EF4-FFF2-40B4-BE49-F238E27FC236}">
                <a16:creationId xmlns:a16="http://schemas.microsoft.com/office/drawing/2014/main" id="{04EE933F-F255-486F-A7BD-892F13BB8823}"/>
              </a:ext>
            </a:extLst>
          </p:cNvPr>
          <p:cNvSpPr>
            <a:spLocks noGrp="1"/>
          </p:cNvSpPr>
          <p:nvPr/>
        </p:nvSpPr>
        <p:spPr>
          <a:xfrm>
            <a:off x="2286000" y="27146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66" name="Straight Arrow Connector 65">
            <a:extLst>
              <a:ext uri="{FF2B5EF4-FFF2-40B4-BE49-F238E27FC236}">
                <a16:creationId xmlns:a16="http://schemas.microsoft.com/office/drawing/2014/main" id="{36510955-D43F-4757-81B9-8E9155E4C817}"/>
              </a:ext>
            </a:extLst>
          </p:cNvPr>
          <p:cNvCxnSpPr>
            <a:stCxn id="64" idx="3"/>
            <a:endCxn id="65" idx="1"/>
          </p:cNvCxnSpPr>
          <p:nvPr/>
        </p:nvCxnSpPr>
        <p:spPr>
          <a:xfrm>
            <a:off x="1685925" y="2724149"/>
            <a:ext cx="600075" cy="0"/>
          </a:xfrm>
          <a:prstGeom prst="straightConnector1">
            <a:avLst/>
          </a:prstGeom>
          <a:ln w="42862">
            <a:solidFill>
              <a:srgbClr val="2D3A8C"/>
            </a:solidFill>
            <a:prstDash val="solid"/>
          </a:ln>
        </p:spPr>
      </p:cxnSp>
      <p:sp>
        <p:nvSpPr>
          <p:cNvPr id="67" name="Rectangle 66">
            <a:extLst>
              <a:ext uri="{FF2B5EF4-FFF2-40B4-BE49-F238E27FC236}">
                <a16:creationId xmlns:a16="http://schemas.microsoft.com/office/drawing/2014/main" id="{3F30082A-22DD-4FB2-9CBC-8B01529A6A9B}"/>
              </a:ext>
            </a:extLst>
          </p:cNvPr>
          <p:cNvSpPr>
            <a:spLocks noGrp="1"/>
          </p:cNvSpPr>
          <p:nvPr/>
        </p:nvSpPr>
        <p:spPr>
          <a:xfrm>
            <a:off x="2286000" y="271462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68" name="Rectangle 67">
            <a:extLst>
              <a:ext uri="{FF2B5EF4-FFF2-40B4-BE49-F238E27FC236}">
                <a16:creationId xmlns:a16="http://schemas.microsoft.com/office/drawing/2014/main" id="{0A83A632-DD83-40A8-BD40-57198C13A9F0}"/>
              </a:ext>
            </a:extLst>
          </p:cNvPr>
          <p:cNvSpPr>
            <a:spLocks noGrp="1"/>
          </p:cNvSpPr>
          <p:nvPr/>
        </p:nvSpPr>
        <p:spPr>
          <a:xfrm>
            <a:off x="2905125" y="27146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69" name="Straight Arrow Connector 68">
            <a:extLst>
              <a:ext uri="{FF2B5EF4-FFF2-40B4-BE49-F238E27FC236}">
                <a16:creationId xmlns:a16="http://schemas.microsoft.com/office/drawing/2014/main" id="{04F7EC64-BC8B-4EAB-96D4-50EF822E45C6}"/>
              </a:ext>
            </a:extLst>
          </p:cNvPr>
          <p:cNvCxnSpPr>
            <a:stCxn id="67" idx="3"/>
            <a:endCxn id="68" idx="1"/>
          </p:cNvCxnSpPr>
          <p:nvPr/>
        </p:nvCxnSpPr>
        <p:spPr>
          <a:xfrm>
            <a:off x="2305051" y="2724149"/>
            <a:ext cx="600075" cy="0"/>
          </a:xfrm>
          <a:prstGeom prst="straightConnector1">
            <a:avLst/>
          </a:prstGeom>
          <a:ln w="42862">
            <a:solidFill>
              <a:srgbClr val="2D3A8C"/>
            </a:solidFill>
            <a:prstDash val="solid"/>
          </a:ln>
        </p:spPr>
      </p:cxnSp>
      <p:sp>
        <p:nvSpPr>
          <p:cNvPr id="70" name="Rectangle 69">
            <a:extLst>
              <a:ext uri="{FF2B5EF4-FFF2-40B4-BE49-F238E27FC236}">
                <a16:creationId xmlns:a16="http://schemas.microsoft.com/office/drawing/2014/main" id="{EB670A5D-34A8-446A-8C91-408E1CCBFBFB}"/>
              </a:ext>
            </a:extLst>
          </p:cNvPr>
          <p:cNvSpPr>
            <a:spLocks noGrp="1"/>
          </p:cNvSpPr>
          <p:nvPr/>
        </p:nvSpPr>
        <p:spPr>
          <a:xfrm>
            <a:off x="2905125" y="271462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71" name="Rectangle 70">
            <a:extLst>
              <a:ext uri="{FF2B5EF4-FFF2-40B4-BE49-F238E27FC236}">
                <a16:creationId xmlns:a16="http://schemas.microsoft.com/office/drawing/2014/main" id="{86A87720-07F9-404E-B355-AD69332E3274}"/>
              </a:ext>
            </a:extLst>
          </p:cNvPr>
          <p:cNvSpPr>
            <a:spLocks noGrp="1"/>
          </p:cNvSpPr>
          <p:nvPr/>
        </p:nvSpPr>
        <p:spPr>
          <a:xfrm>
            <a:off x="3524251" y="27146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72" name="Straight Arrow Connector 71">
            <a:extLst>
              <a:ext uri="{FF2B5EF4-FFF2-40B4-BE49-F238E27FC236}">
                <a16:creationId xmlns:a16="http://schemas.microsoft.com/office/drawing/2014/main" id="{5BED7B8B-3D7C-4E07-B7E0-684125A8825D}"/>
              </a:ext>
            </a:extLst>
          </p:cNvPr>
          <p:cNvCxnSpPr>
            <a:stCxn id="70" idx="3"/>
            <a:endCxn id="71" idx="1"/>
          </p:cNvCxnSpPr>
          <p:nvPr/>
        </p:nvCxnSpPr>
        <p:spPr>
          <a:xfrm>
            <a:off x="2924175" y="2724149"/>
            <a:ext cx="600075" cy="0"/>
          </a:xfrm>
          <a:prstGeom prst="straightConnector1">
            <a:avLst/>
          </a:prstGeom>
          <a:ln w="42862">
            <a:solidFill>
              <a:srgbClr val="2D3A8C"/>
            </a:solidFill>
            <a:prstDash val="solid"/>
          </a:ln>
        </p:spPr>
      </p:cxnSp>
      <p:sp>
        <p:nvSpPr>
          <p:cNvPr id="73" name="Rectangle 72">
            <a:extLst>
              <a:ext uri="{FF2B5EF4-FFF2-40B4-BE49-F238E27FC236}">
                <a16:creationId xmlns:a16="http://schemas.microsoft.com/office/drawing/2014/main" id="{A83B3C17-5771-4D5D-AEEF-7528134BB321}"/>
              </a:ext>
            </a:extLst>
          </p:cNvPr>
          <p:cNvSpPr>
            <a:spLocks noGrp="1"/>
          </p:cNvSpPr>
          <p:nvPr/>
        </p:nvSpPr>
        <p:spPr>
          <a:xfrm>
            <a:off x="3524251" y="271462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74" name="Rectangle 73">
            <a:extLst>
              <a:ext uri="{FF2B5EF4-FFF2-40B4-BE49-F238E27FC236}">
                <a16:creationId xmlns:a16="http://schemas.microsoft.com/office/drawing/2014/main" id="{E6732E4A-E860-4A97-9396-15872117ED2A}"/>
              </a:ext>
            </a:extLst>
          </p:cNvPr>
          <p:cNvSpPr>
            <a:spLocks noGrp="1"/>
          </p:cNvSpPr>
          <p:nvPr/>
        </p:nvSpPr>
        <p:spPr>
          <a:xfrm>
            <a:off x="4143375" y="27146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75" name="Straight Arrow Connector 74">
            <a:extLst>
              <a:ext uri="{FF2B5EF4-FFF2-40B4-BE49-F238E27FC236}">
                <a16:creationId xmlns:a16="http://schemas.microsoft.com/office/drawing/2014/main" id="{7D893680-203D-4DA4-9ABF-0879F99E7487}"/>
              </a:ext>
            </a:extLst>
          </p:cNvPr>
          <p:cNvCxnSpPr>
            <a:stCxn id="73" idx="3"/>
            <a:endCxn id="74" idx="1"/>
          </p:cNvCxnSpPr>
          <p:nvPr/>
        </p:nvCxnSpPr>
        <p:spPr>
          <a:xfrm>
            <a:off x="3543300" y="2724149"/>
            <a:ext cx="600075" cy="0"/>
          </a:xfrm>
          <a:prstGeom prst="straightConnector1">
            <a:avLst/>
          </a:prstGeom>
          <a:ln w="42862">
            <a:solidFill>
              <a:srgbClr val="2D3A8C"/>
            </a:solidFill>
            <a:prstDash val="solid"/>
          </a:ln>
        </p:spPr>
      </p:cxnSp>
      <p:sp>
        <p:nvSpPr>
          <p:cNvPr id="76" name="Rectangle 75">
            <a:extLst>
              <a:ext uri="{FF2B5EF4-FFF2-40B4-BE49-F238E27FC236}">
                <a16:creationId xmlns:a16="http://schemas.microsoft.com/office/drawing/2014/main" id="{86F8FC37-0417-40CC-980D-6D8E8D84B420}"/>
              </a:ext>
            </a:extLst>
          </p:cNvPr>
          <p:cNvSpPr>
            <a:spLocks noGrp="1"/>
          </p:cNvSpPr>
          <p:nvPr/>
        </p:nvSpPr>
        <p:spPr>
          <a:xfrm>
            <a:off x="4143375" y="271462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77" name="Rectangle 76">
            <a:extLst>
              <a:ext uri="{FF2B5EF4-FFF2-40B4-BE49-F238E27FC236}">
                <a16:creationId xmlns:a16="http://schemas.microsoft.com/office/drawing/2014/main" id="{0338EBAF-0BF8-4E5E-9C11-24EC559464D2}"/>
              </a:ext>
            </a:extLst>
          </p:cNvPr>
          <p:cNvSpPr>
            <a:spLocks noGrp="1"/>
          </p:cNvSpPr>
          <p:nvPr/>
        </p:nvSpPr>
        <p:spPr>
          <a:xfrm>
            <a:off x="4762500" y="3333749"/>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78" name="Straight Arrow Connector 77">
            <a:extLst>
              <a:ext uri="{FF2B5EF4-FFF2-40B4-BE49-F238E27FC236}">
                <a16:creationId xmlns:a16="http://schemas.microsoft.com/office/drawing/2014/main" id="{36D35C0D-3DCD-4F70-B0EE-D041CB8FCDD4}"/>
              </a:ext>
            </a:extLst>
          </p:cNvPr>
          <p:cNvCxnSpPr>
            <a:stCxn id="76" idx="2"/>
            <a:endCxn id="77" idx="1"/>
          </p:cNvCxnSpPr>
          <p:nvPr/>
        </p:nvCxnSpPr>
        <p:spPr>
          <a:xfrm>
            <a:off x="4152900" y="2733675"/>
            <a:ext cx="609600" cy="609600"/>
          </a:xfrm>
          <a:prstGeom prst="straightConnector1">
            <a:avLst/>
          </a:prstGeom>
          <a:ln w="42862">
            <a:solidFill>
              <a:srgbClr val="2D3A8C"/>
            </a:solidFill>
            <a:prstDash val="solid"/>
          </a:ln>
        </p:spPr>
      </p:cxnSp>
      <p:sp>
        <p:nvSpPr>
          <p:cNvPr id="79" name="Oval 78">
            <a:extLst>
              <a:ext uri="{FF2B5EF4-FFF2-40B4-BE49-F238E27FC236}">
                <a16:creationId xmlns:a16="http://schemas.microsoft.com/office/drawing/2014/main" id="{E371BDB3-A06B-4F44-966B-7E9CC4BA49C3}"/>
              </a:ext>
            </a:extLst>
          </p:cNvPr>
          <p:cNvSpPr>
            <a:spLocks noGrp="1"/>
          </p:cNvSpPr>
          <p:nvPr/>
        </p:nvSpPr>
        <p:spPr>
          <a:xfrm>
            <a:off x="866775" y="3152775"/>
            <a:ext cx="381000" cy="381000"/>
          </a:xfrm>
          <a:prstGeom prst="ellipse">
            <a:avLst/>
          </a:prstGeom>
          <a:solidFill>
            <a:srgbClr val="2D3A8C"/>
          </a:solidFill>
          <a:ln w="21431">
            <a:solidFill>
              <a:srgbClr val="FFFFFF"/>
            </a:solidFill>
            <a:prstDash val="solid"/>
          </a:ln>
        </p:spPr>
        <p:txBody>
          <a:bodyPr/>
          <a:lstStyle/>
          <a:p>
            <a:pPr defTabSz="1219170"/>
            <a:endParaRPr sz="2400">
              <a:solidFill>
                <a:srgbClr val="1B1F3B"/>
              </a:solidFill>
              <a:latin typeface="Calibri"/>
            </a:endParaRPr>
          </a:p>
        </p:txBody>
      </p:sp>
      <p:sp>
        <p:nvSpPr>
          <p:cNvPr id="80" name="Rectangle 79">
            <a:extLst>
              <a:ext uri="{FF2B5EF4-FFF2-40B4-BE49-F238E27FC236}">
                <a16:creationId xmlns:a16="http://schemas.microsoft.com/office/drawing/2014/main" id="{BEEC5BB8-7C6D-4224-9013-1B65973EA99E}"/>
              </a:ext>
            </a:extLst>
          </p:cNvPr>
          <p:cNvSpPr>
            <a:spLocks noGrp="1"/>
          </p:cNvSpPr>
          <p:nvPr/>
        </p:nvSpPr>
        <p:spPr>
          <a:xfrm>
            <a:off x="866775" y="3143251"/>
            <a:ext cx="381000" cy="381000"/>
          </a:xfrm>
          <a:prstGeom prst="rect">
            <a:avLst/>
          </a:prstGeom>
          <a:noFill/>
          <a:ln w="0">
            <a:noFill/>
            <a:prstDash val="solid"/>
          </a:ln>
        </p:spPr>
        <p:txBody>
          <a:bodyPr wrap="square" lIns="0" tIns="0" rIns="0" bIns="0" anchor="ctr">
            <a:noAutofit/>
          </a:bodyPr>
          <a:lstStyle>
            <a:defPPr algn="ctr">
              <a:defRPr sz="1300" b="1">
                <a:solidFill>
                  <a:srgbClr val="FFFFFF"/>
                </a:solidFill>
                <a:latin typeface="Calibri"/>
                <a:ea typeface="Calibri"/>
                <a:cs typeface="Calibri"/>
              </a:defRPr>
            </a:defPPr>
            <a:lvl1pPr algn="ctr">
              <a:defRPr sz="1300" b="1">
                <a:solidFill>
                  <a:srgbClr val="FFFFFF"/>
                </a:solidFill>
                <a:latin typeface="Calibri"/>
                <a:ea typeface="Calibri"/>
                <a:cs typeface="Calibri"/>
              </a:defRPr>
            </a:lvl1pPr>
            <a:lvl2pPr algn="ctr">
              <a:defRPr sz="1300" b="1">
                <a:solidFill>
                  <a:srgbClr val="FFFFFF"/>
                </a:solidFill>
                <a:latin typeface="Calibri"/>
                <a:ea typeface="Calibri"/>
                <a:cs typeface="Calibri"/>
              </a:defRPr>
            </a:lvl2pPr>
            <a:lvl3pPr algn="ctr">
              <a:defRPr sz="1300" b="1">
                <a:solidFill>
                  <a:srgbClr val="FFFFFF"/>
                </a:solidFill>
                <a:latin typeface="Calibri"/>
                <a:ea typeface="Calibri"/>
                <a:cs typeface="Calibri"/>
              </a:defRPr>
            </a:lvl3pPr>
            <a:lvl4pPr algn="ctr">
              <a:defRPr sz="1300" b="1">
                <a:solidFill>
                  <a:srgbClr val="FFFFFF"/>
                </a:solidFill>
                <a:latin typeface="Calibri"/>
                <a:ea typeface="Calibri"/>
                <a:cs typeface="Calibri"/>
              </a:defRPr>
            </a:lvl4pPr>
            <a:lvl5pPr algn="ctr">
              <a:defRPr sz="1300" b="1">
                <a:solidFill>
                  <a:srgbClr val="FFFFFF"/>
                </a:solidFill>
                <a:latin typeface="Calibri"/>
                <a:ea typeface="Calibri"/>
                <a:cs typeface="Calibri"/>
              </a:defRPr>
            </a:lvl5pPr>
            <a:lvl6pPr algn="ctr">
              <a:defRPr sz="1300" b="1">
                <a:solidFill>
                  <a:srgbClr val="FFFFFF"/>
                </a:solidFill>
                <a:latin typeface="Calibri"/>
                <a:ea typeface="Calibri"/>
                <a:cs typeface="Calibri"/>
              </a:defRPr>
            </a:lvl6pPr>
            <a:lvl7pPr algn="ctr">
              <a:defRPr sz="1300" b="1">
                <a:solidFill>
                  <a:srgbClr val="FFFFFF"/>
                </a:solidFill>
                <a:latin typeface="Calibri"/>
                <a:ea typeface="Calibri"/>
                <a:cs typeface="Calibri"/>
              </a:defRPr>
            </a:lvl7pPr>
            <a:lvl8pPr algn="ctr">
              <a:defRPr sz="1300" b="1">
                <a:solidFill>
                  <a:srgbClr val="FFFFFF"/>
                </a:solidFill>
                <a:latin typeface="Calibri"/>
                <a:ea typeface="Calibri"/>
                <a:cs typeface="Calibri"/>
              </a:defRPr>
            </a:lvl8pPr>
            <a:lvl9pPr algn="ctr">
              <a:defRPr sz="1300" b="1">
                <a:solidFill>
                  <a:srgbClr val="FFFFFF"/>
                </a:solidFill>
                <a:latin typeface="Calibri"/>
                <a:ea typeface="Calibri"/>
                <a:cs typeface="Calibri"/>
              </a:defRPr>
            </a:lvl9pPr>
          </a:lstStyle>
          <a:p>
            <a:pPr defTabSz="1219170">
              <a:defRPr sz="1300" b="1">
                <a:solidFill>
                  <a:srgbClr val="FFFFFF"/>
                </a:solidFill>
                <a:latin typeface="Calibri"/>
                <a:ea typeface="Calibri"/>
                <a:cs typeface="Calibri"/>
              </a:defRPr>
            </a:pPr>
            <a:r>
              <a:rPr sz="1733"/>
              <a:t>S</a:t>
            </a:r>
          </a:p>
        </p:txBody>
      </p:sp>
      <p:sp>
        <p:nvSpPr>
          <p:cNvPr id="81" name="Oval 80">
            <a:extLst>
              <a:ext uri="{FF2B5EF4-FFF2-40B4-BE49-F238E27FC236}">
                <a16:creationId xmlns:a16="http://schemas.microsoft.com/office/drawing/2014/main" id="{49330FDA-B87D-4FAC-B527-F97B5B3052D8}"/>
              </a:ext>
            </a:extLst>
          </p:cNvPr>
          <p:cNvSpPr>
            <a:spLocks noGrp="1"/>
          </p:cNvSpPr>
          <p:nvPr/>
        </p:nvSpPr>
        <p:spPr>
          <a:xfrm>
            <a:off x="4581525" y="3152775"/>
            <a:ext cx="381000" cy="381000"/>
          </a:xfrm>
          <a:prstGeom prst="ellipse">
            <a:avLst/>
          </a:prstGeom>
          <a:solidFill>
            <a:srgbClr val="1B1F3B"/>
          </a:solidFill>
          <a:ln w="21431">
            <a:solidFill>
              <a:srgbClr val="FFFFFF"/>
            </a:solidFill>
            <a:prstDash val="solid"/>
          </a:ln>
        </p:spPr>
        <p:txBody>
          <a:bodyPr/>
          <a:lstStyle/>
          <a:p>
            <a:pPr defTabSz="1219170"/>
            <a:endParaRPr sz="2400">
              <a:solidFill>
                <a:srgbClr val="1B1F3B"/>
              </a:solidFill>
              <a:latin typeface="Calibri"/>
            </a:endParaRPr>
          </a:p>
        </p:txBody>
      </p:sp>
      <p:sp>
        <p:nvSpPr>
          <p:cNvPr id="82" name="Rectangle 81">
            <a:extLst>
              <a:ext uri="{FF2B5EF4-FFF2-40B4-BE49-F238E27FC236}">
                <a16:creationId xmlns:a16="http://schemas.microsoft.com/office/drawing/2014/main" id="{D80BA932-59DA-477D-AF10-9F1192BBB37E}"/>
              </a:ext>
            </a:extLst>
          </p:cNvPr>
          <p:cNvSpPr>
            <a:spLocks noGrp="1"/>
          </p:cNvSpPr>
          <p:nvPr/>
        </p:nvSpPr>
        <p:spPr>
          <a:xfrm>
            <a:off x="4581525" y="3143251"/>
            <a:ext cx="381000" cy="381000"/>
          </a:xfrm>
          <a:prstGeom prst="rect">
            <a:avLst/>
          </a:prstGeom>
          <a:noFill/>
          <a:ln w="0">
            <a:noFill/>
            <a:prstDash val="solid"/>
          </a:ln>
        </p:spPr>
        <p:txBody>
          <a:bodyPr wrap="square" lIns="0" tIns="0" rIns="0" bIns="0" anchor="ctr">
            <a:noAutofit/>
          </a:bodyPr>
          <a:lstStyle>
            <a:defPPr algn="ctr">
              <a:defRPr sz="1300" b="1">
                <a:solidFill>
                  <a:srgbClr val="FFFFFF"/>
                </a:solidFill>
                <a:latin typeface="Calibri"/>
                <a:ea typeface="Calibri"/>
                <a:cs typeface="Calibri"/>
              </a:defRPr>
            </a:defPPr>
            <a:lvl1pPr algn="ctr">
              <a:defRPr sz="1300" b="1">
                <a:solidFill>
                  <a:srgbClr val="FFFFFF"/>
                </a:solidFill>
                <a:latin typeface="Calibri"/>
                <a:ea typeface="Calibri"/>
                <a:cs typeface="Calibri"/>
              </a:defRPr>
            </a:lvl1pPr>
            <a:lvl2pPr algn="ctr">
              <a:defRPr sz="1300" b="1">
                <a:solidFill>
                  <a:srgbClr val="FFFFFF"/>
                </a:solidFill>
                <a:latin typeface="Calibri"/>
                <a:ea typeface="Calibri"/>
                <a:cs typeface="Calibri"/>
              </a:defRPr>
            </a:lvl2pPr>
            <a:lvl3pPr algn="ctr">
              <a:defRPr sz="1300" b="1">
                <a:solidFill>
                  <a:srgbClr val="FFFFFF"/>
                </a:solidFill>
                <a:latin typeface="Calibri"/>
                <a:ea typeface="Calibri"/>
                <a:cs typeface="Calibri"/>
              </a:defRPr>
            </a:lvl3pPr>
            <a:lvl4pPr algn="ctr">
              <a:defRPr sz="1300" b="1">
                <a:solidFill>
                  <a:srgbClr val="FFFFFF"/>
                </a:solidFill>
                <a:latin typeface="Calibri"/>
                <a:ea typeface="Calibri"/>
                <a:cs typeface="Calibri"/>
              </a:defRPr>
            </a:lvl4pPr>
            <a:lvl5pPr algn="ctr">
              <a:defRPr sz="1300" b="1">
                <a:solidFill>
                  <a:srgbClr val="FFFFFF"/>
                </a:solidFill>
                <a:latin typeface="Calibri"/>
                <a:ea typeface="Calibri"/>
                <a:cs typeface="Calibri"/>
              </a:defRPr>
            </a:lvl5pPr>
            <a:lvl6pPr algn="ctr">
              <a:defRPr sz="1300" b="1">
                <a:solidFill>
                  <a:srgbClr val="FFFFFF"/>
                </a:solidFill>
                <a:latin typeface="Calibri"/>
                <a:ea typeface="Calibri"/>
                <a:cs typeface="Calibri"/>
              </a:defRPr>
            </a:lvl6pPr>
            <a:lvl7pPr algn="ctr">
              <a:defRPr sz="1300" b="1">
                <a:solidFill>
                  <a:srgbClr val="FFFFFF"/>
                </a:solidFill>
                <a:latin typeface="Calibri"/>
                <a:ea typeface="Calibri"/>
                <a:cs typeface="Calibri"/>
              </a:defRPr>
            </a:lvl7pPr>
            <a:lvl8pPr algn="ctr">
              <a:defRPr sz="1300" b="1">
                <a:solidFill>
                  <a:srgbClr val="FFFFFF"/>
                </a:solidFill>
                <a:latin typeface="Calibri"/>
                <a:ea typeface="Calibri"/>
                <a:cs typeface="Calibri"/>
              </a:defRPr>
            </a:lvl8pPr>
            <a:lvl9pPr algn="ctr">
              <a:defRPr sz="1300" b="1">
                <a:solidFill>
                  <a:srgbClr val="FFFFFF"/>
                </a:solidFill>
                <a:latin typeface="Calibri"/>
                <a:ea typeface="Calibri"/>
                <a:cs typeface="Calibri"/>
              </a:defRPr>
            </a:lvl9pPr>
          </a:lstStyle>
          <a:p>
            <a:pPr defTabSz="1219170">
              <a:defRPr sz="1300" b="1">
                <a:solidFill>
                  <a:srgbClr val="FFFFFF"/>
                </a:solidFill>
                <a:latin typeface="Calibri"/>
                <a:ea typeface="Calibri"/>
                <a:cs typeface="Calibri"/>
              </a:defRPr>
            </a:pPr>
            <a:r>
              <a:rPr sz="1733"/>
              <a:t>G</a:t>
            </a:r>
          </a:p>
        </p:txBody>
      </p:sp>
      <p:sp>
        <p:nvSpPr>
          <p:cNvPr id="83" name="Rectangle 82">
            <a:extLst>
              <a:ext uri="{FF2B5EF4-FFF2-40B4-BE49-F238E27FC236}">
                <a16:creationId xmlns:a16="http://schemas.microsoft.com/office/drawing/2014/main" id="{EA75FEDB-14F0-40FC-ABF7-EDA948426792}"/>
              </a:ext>
            </a:extLst>
          </p:cNvPr>
          <p:cNvSpPr>
            <a:spLocks noGrp="1"/>
          </p:cNvSpPr>
          <p:nvPr/>
        </p:nvSpPr>
        <p:spPr>
          <a:xfrm>
            <a:off x="6191251" y="1666875"/>
            <a:ext cx="5238749" cy="1047749"/>
          </a:xfrm>
          <a:prstGeom prst="rect">
            <a:avLst/>
          </a:prstGeom>
          <a:noFill/>
          <a:ln w="0">
            <a:noFill/>
            <a:prstDash val="solid"/>
          </a:ln>
        </p:spPr>
        <p:txBody>
          <a:bodyPr wrap="square" lIns="0" tIns="0" rIns="0" bIns="0" anchor="ctr">
            <a:noAutofit/>
          </a:bodyPr>
          <a:lstStyle>
            <a:defPPr algn="l">
              <a:defRPr sz="1800" b="1">
                <a:solidFill>
                  <a:srgbClr val="1B1F3B"/>
                </a:solidFill>
                <a:latin typeface="Calibri"/>
                <a:ea typeface="Calibri"/>
                <a:cs typeface="Calibri"/>
              </a:defRPr>
            </a:defPPr>
            <a:lvl1pPr algn="l">
              <a:defRPr sz="1800" b="1">
                <a:solidFill>
                  <a:srgbClr val="1B1F3B"/>
                </a:solidFill>
                <a:latin typeface="Calibri"/>
                <a:ea typeface="Calibri"/>
                <a:cs typeface="Calibri"/>
              </a:defRPr>
            </a:lvl1pPr>
            <a:lvl2pPr algn="l">
              <a:defRPr sz="1800" b="1">
                <a:solidFill>
                  <a:srgbClr val="1B1F3B"/>
                </a:solidFill>
                <a:latin typeface="Calibri"/>
                <a:ea typeface="Calibri"/>
                <a:cs typeface="Calibri"/>
              </a:defRPr>
            </a:lvl2pPr>
            <a:lvl3pPr algn="l">
              <a:defRPr sz="1800" b="1">
                <a:solidFill>
                  <a:srgbClr val="1B1F3B"/>
                </a:solidFill>
                <a:latin typeface="Calibri"/>
                <a:ea typeface="Calibri"/>
                <a:cs typeface="Calibri"/>
              </a:defRPr>
            </a:lvl3pPr>
            <a:lvl4pPr algn="l">
              <a:defRPr sz="1800" b="1">
                <a:solidFill>
                  <a:srgbClr val="1B1F3B"/>
                </a:solidFill>
                <a:latin typeface="Calibri"/>
                <a:ea typeface="Calibri"/>
                <a:cs typeface="Calibri"/>
              </a:defRPr>
            </a:lvl4pPr>
            <a:lvl5pPr algn="l">
              <a:defRPr sz="1800" b="1">
                <a:solidFill>
                  <a:srgbClr val="1B1F3B"/>
                </a:solidFill>
                <a:latin typeface="Calibri"/>
                <a:ea typeface="Calibri"/>
                <a:cs typeface="Calibri"/>
              </a:defRPr>
            </a:lvl5pPr>
            <a:lvl6pPr algn="l">
              <a:defRPr sz="1800" b="1">
                <a:solidFill>
                  <a:srgbClr val="1B1F3B"/>
                </a:solidFill>
                <a:latin typeface="Calibri"/>
                <a:ea typeface="Calibri"/>
                <a:cs typeface="Calibri"/>
              </a:defRPr>
            </a:lvl6pPr>
            <a:lvl7pPr algn="l">
              <a:defRPr sz="1800" b="1">
                <a:solidFill>
                  <a:srgbClr val="1B1F3B"/>
                </a:solidFill>
                <a:latin typeface="Calibri"/>
                <a:ea typeface="Calibri"/>
                <a:cs typeface="Calibri"/>
              </a:defRPr>
            </a:lvl7pPr>
            <a:lvl8pPr algn="l">
              <a:defRPr sz="1800" b="1">
                <a:solidFill>
                  <a:srgbClr val="1B1F3B"/>
                </a:solidFill>
                <a:latin typeface="Calibri"/>
                <a:ea typeface="Calibri"/>
                <a:cs typeface="Calibri"/>
              </a:defRPr>
            </a:lvl8pPr>
            <a:lvl9pPr algn="l">
              <a:defRPr sz="1800" b="1">
                <a:solidFill>
                  <a:srgbClr val="1B1F3B"/>
                </a:solidFill>
                <a:latin typeface="Calibri"/>
                <a:ea typeface="Calibri"/>
                <a:cs typeface="Calibri"/>
              </a:defRPr>
            </a:lvl9pPr>
          </a:lstStyle>
          <a:p>
            <a:pPr defTabSz="1219170">
              <a:defRPr sz="1800" b="1">
                <a:solidFill>
                  <a:srgbClr val="1B1F3B"/>
                </a:solidFill>
                <a:latin typeface="Calibri"/>
                <a:ea typeface="Calibri"/>
                <a:cs typeface="Calibri"/>
              </a:defRPr>
            </a:pPr>
            <a:r>
              <a:rPr sz="2400"/>
              <a:t>An emergency vehicle</a:t>
            </a:r>
          </a:p>
          <a:p>
            <a:pPr defTabSz="1219170">
              <a:defRPr sz="1800" b="1">
                <a:solidFill>
                  <a:srgbClr val="1B1F3B"/>
                </a:solidFill>
                <a:latin typeface="Calibri"/>
                <a:ea typeface="Calibri"/>
                <a:cs typeface="Calibri"/>
              </a:defRPr>
            </a:pPr>
            <a:r>
              <a:rPr sz="2400"/>
              <a:t>needs to reach an incident.</a:t>
            </a:r>
          </a:p>
        </p:txBody>
      </p:sp>
      <p:sp>
        <p:nvSpPr>
          <p:cNvPr id="84" name="Rectangle 83">
            <a:extLst>
              <a:ext uri="{FF2B5EF4-FFF2-40B4-BE49-F238E27FC236}">
                <a16:creationId xmlns:a16="http://schemas.microsoft.com/office/drawing/2014/main" id="{F3770026-42D9-41D9-9C62-F6A86AF6A5A7}"/>
              </a:ext>
            </a:extLst>
          </p:cNvPr>
          <p:cNvSpPr>
            <a:spLocks noGrp="1"/>
          </p:cNvSpPr>
          <p:nvPr/>
        </p:nvSpPr>
        <p:spPr>
          <a:xfrm>
            <a:off x="6191251" y="3286126"/>
            <a:ext cx="5238749" cy="1428749"/>
          </a:xfrm>
          <a:prstGeom prst="rect">
            <a:avLst/>
          </a:prstGeom>
          <a:noFill/>
          <a:ln w="0">
            <a:noFill/>
            <a:prstDash val="solid"/>
          </a:ln>
        </p:spPr>
        <p:txBody>
          <a:bodyPr wrap="square" lIns="0" tIns="0" rIns="0" bIns="0" anchor="ctr">
            <a:noAutofit/>
          </a:bodyPr>
          <a:lstStyle>
            <a:defPPr algn="l">
              <a:defRPr sz="1850" b="1">
                <a:solidFill>
                  <a:srgbClr val="2D3A8C"/>
                </a:solidFill>
                <a:latin typeface="Calibri"/>
                <a:ea typeface="Calibri"/>
                <a:cs typeface="Calibri"/>
              </a:defRPr>
            </a:defPPr>
            <a:lvl1pPr algn="l">
              <a:defRPr sz="1850" b="1">
                <a:solidFill>
                  <a:srgbClr val="2D3A8C"/>
                </a:solidFill>
                <a:latin typeface="Calibri"/>
                <a:ea typeface="Calibri"/>
                <a:cs typeface="Calibri"/>
              </a:defRPr>
            </a:lvl1pPr>
            <a:lvl2pPr algn="l">
              <a:defRPr sz="1850" b="1">
                <a:solidFill>
                  <a:srgbClr val="2D3A8C"/>
                </a:solidFill>
                <a:latin typeface="Calibri"/>
                <a:ea typeface="Calibri"/>
                <a:cs typeface="Calibri"/>
              </a:defRPr>
            </a:lvl2pPr>
            <a:lvl3pPr algn="l">
              <a:defRPr sz="1850" b="1">
                <a:solidFill>
                  <a:srgbClr val="2D3A8C"/>
                </a:solidFill>
                <a:latin typeface="Calibri"/>
                <a:ea typeface="Calibri"/>
                <a:cs typeface="Calibri"/>
              </a:defRPr>
            </a:lvl3pPr>
            <a:lvl4pPr algn="l">
              <a:defRPr sz="1850" b="1">
                <a:solidFill>
                  <a:srgbClr val="2D3A8C"/>
                </a:solidFill>
                <a:latin typeface="Calibri"/>
                <a:ea typeface="Calibri"/>
                <a:cs typeface="Calibri"/>
              </a:defRPr>
            </a:lvl4pPr>
            <a:lvl5pPr algn="l">
              <a:defRPr sz="1850" b="1">
                <a:solidFill>
                  <a:srgbClr val="2D3A8C"/>
                </a:solidFill>
                <a:latin typeface="Calibri"/>
                <a:ea typeface="Calibri"/>
                <a:cs typeface="Calibri"/>
              </a:defRPr>
            </a:lvl5pPr>
            <a:lvl6pPr algn="l">
              <a:defRPr sz="1850" b="1">
                <a:solidFill>
                  <a:srgbClr val="2D3A8C"/>
                </a:solidFill>
                <a:latin typeface="Calibri"/>
                <a:ea typeface="Calibri"/>
                <a:cs typeface="Calibri"/>
              </a:defRPr>
            </a:lvl6pPr>
            <a:lvl7pPr algn="l">
              <a:defRPr sz="1850" b="1">
                <a:solidFill>
                  <a:srgbClr val="2D3A8C"/>
                </a:solidFill>
                <a:latin typeface="Calibri"/>
                <a:ea typeface="Calibri"/>
                <a:cs typeface="Calibri"/>
              </a:defRPr>
            </a:lvl7pPr>
            <a:lvl8pPr algn="l">
              <a:defRPr sz="1850" b="1">
                <a:solidFill>
                  <a:srgbClr val="2D3A8C"/>
                </a:solidFill>
                <a:latin typeface="Calibri"/>
                <a:ea typeface="Calibri"/>
                <a:cs typeface="Calibri"/>
              </a:defRPr>
            </a:lvl8pPr>
            <a:lvl9pPr algn="l">
              <a:defRPr sz="1850" b="1">
                <a:solidFill>
                  <a:srgbClr val="2D3A8C"/>
                </a:solidFill>
                <a:latin typeface="Calibri"/>
                <a:ea typeface="Calibri"/>
                <a:cs typeface="Calibri"/>
              </a:defRPr>
            </a:lvl9pPr>
          </a:lstStyle>
          <a:p>
            <a:pPr defTabSz="1219170">
              <a:defRPr sz="1850" b="1">
                <a:solidFill>
                  <a:srgbClr val="2D3A8C"/>
                </a:solidFill>
                <a:latin typeface="Calibri"/>
                <a:ea typeface="Calibri"/>
                <a:cs typeface="Calibri"/>
              </a:defRPr>
            </a:pPr>
            <a:r>
              <a:rPr sz="2467"/>
              <a:t>How much extra distance</a:t>
            </a:r>
          </a:p>
          <a:p>
            <a:pPr defTabSz="1219170">
              <a:defRPr sz="1850" b="1">
                <a:solidFill>
                  <a:srgbClr val="2D3A8C"/>
                </a:solidFill>
                <a:latin typeface="Calibri"/>
                <a:ea typeface="Calibri"/>
                <a:cs typeface="Calibri"/>
              </a:defRPr>
            </a:pPr>
            <a:r>
              <a:rPr sz="2467"/>
              <a:t>would you accept for a</a:t>
            </a:r>
          </a:p>
          <a:p>
            <a:pPr defTabSz="1219170">
              <a:defRPr sz="1850" b="1">
                <a:solidFill>
                  <a:srgbClr val="2D3A8C"/>
                </a:solidFill>
                <a:latin typeface="Calibri"/>
                <a:ea typeface="Calibri"/>
                <a:cs typeface="Calibri"/>
              </a:defRPr>
            </a:pPr>
            <a:r>
              <a:rPr sz="2467"/>
              <a:t>lower predicted cost?</a:t>
            </a:r>
          </a:p>
        </p:txBody>
      </p:sp>
      <p:sp>
        <p:nvSpPr>
          <p:cNvPr id="85" name="Rectangle 84">
            <a:extLst>
              <a:ext uri="{FF2B5EF4-FFF2-40B4-BE49-F238E27FC236}">
                <a16:creationId xmlns:a16="http://schemas.microsoft.com/office/drawing/2014/main" id="{DCA17E95-10EC-4BB9-9D6E-B2765B8370B2}"/>
              </a:ext>
            </a:extLst>
          </p:cNvPr>
          <p:cNvSpPr>
            <a:spLocks noGrp="1"/>
          </p:cNvSpPr>
          <p:nvPr/>
        </p:nvSpPr>
        <p:spPr>
          <a:xfrm>
            <a:off x="609600" y="5619749"/>
            <a:ext cx="10972800" cy="457200"/>
          </a:xfrm>
          <a:prstGeom prst="rect">
            <a:avLst/>
          </a:prstGeom>
          <a:noFill/>
          <a:ln w="0">
            <a:noFill/>
            <a:prstDash val="solid"/>
          </a:ln>
        </p:spPr>
        <p:txBody>
          <a:bodyPr wrap="square" lIns="0" tIns="0" rIns="0" bIns="0" anchor="ctr">
            <a:noAutofit/>
          </a:bodyPr>
          <a:lstStyle>
            <a:defPPr algn="l">
              <a:defRPr sz="1300" b="0">
                <a:solidFill>
                  <a:srgbClr val="4A4F6A"/>
                </a:solidFill>
                <a:latin typeface="Calibri"/>
                <a:ea typeface="Calibri"/>
                <a:cs typeface="Calibri"/>
              </a:defRPr>
            </a:defPPr>
            <a:lvl1pPr algn="l">
              <a:defRPr sz="1300" b="0">
                <a:solidFill>
                  <a:srgbClr val="4A4F6A"/>
                </a:solidFill>
                <a:latin typeface="Calibri"/>
                <a:ea typeface="Calibri"/>
                <a:cs typeface="Calibri"/>
              </a:defRPr>
            </a:lvl1pPr>
            <a:lvl2pPr algn="l">
              <a:defRPr sz="1300" b="0">
                <a:solidFill>
                  <a:srgbClr val="4A4F6A"/>
                </a:solidFill>
                <a:latin typeface="Calibri"/>
                <a:ea typeface="Calibri"/>
                <a:cs typeface="Calibri"/>
              </a:defRPr>
            </a:lvl2pPr>
            <a:lvl3pPr algn="l">
              <a:defRPr sz="1300" b="0">
                <a:solidFill>
                  <a:srgbClr val="4A4F6A"/>
                </a:solidFill>
                <a:latin typeface="Calibri"/>
                <a:ea typeface="Calibri"/>
                <a:cs typeface="Calibri"/>
              </a:defRPr>
            </a:lvl3pPr>
            <a:lvl4pPr algn="l">
              <a:defRPr sz="1300" b="0">
                <a:solidFill>
                  <a:srgbClr val="4A4F6A"/>
                </a:solidFill>
                <a:latin typeface="Calibri"/>
                <a:ea typeface="Calibri"/>
                <a:cs typeface="Calibri"/>
              </a:defRPr>
            </a:lvl4pPr>
            <a:lvl5pPr algn="l">
              <a:defRPr sz="1300" b="0">
                <a:solidFill>
                  <a:srgbClr val="4A4F6A"/>
                </a:solidFill>
                <a:latin typeface="Calibri"/>
                <a:ea typeface="Calibri"/>
                <a:cs typeface="Calibri"/>
              </a:defRPr>
            </a:lvl5pPr>
            <a:lvl6pPr algn="l">
              <a:defRPr sz="1300" b="0">
                <a:solidFill>
                  <a:srgbClr val="4A4F6A"/>
                </a:solidFill>
                <a:latin typeface="Calibri"/>
                <a:ea typeface="Calibri"/>
                <a:cs typeface="Calibri"/>
              </a:defRPr>
            </a:lvl6pPr>
            <a:lvl7pPr algn="l">
              <a:defRPr sz="1300" b="0">
                <a:solidFill>
                  <a:srgbClr val="4A4F6A"/>
                </a:solidFill>
                <a:latin typeface="Calibri"/>
                <a:ea typeface="Calibri"/>
                <a:cs typeface="Calibri"/>
              </a:defRPr>
            </a:lvl7pPr>
            <a:lvl8pPr algn="l">
              <a:defRPr sz="1300" b="0">
                <a:solidFill>
                  <a:srgbClr val="4A4F6A"/>
                </a:solidFill>
                <a:latin typeface="Calibri"/>
                <a:ea typeface="Calibri"/>
                <a:cs typeface="Calibri"/>
              </a:defRPr>
            </a:lvl8pPr>
            <a:lvl9pPr algn="l">
              <a:defRPr sz="1300" b="0">
                <a:solidFill>
                  <a:srgbClr val="4A4F6A"/>
                </a:solidFill>
                <a:latin typeface="Calibri"/>
                <a:ea typeface="Calibri"/>
                <a:cs typeface="Calibri"/>
              </a:defRPr>
            </a:lvl9pPr>
          </a:lstStyle>
          <a:p>
            <a:pPr defTabSz="1219170">
              <a:defRPr sz="1300" b="0">
                <a:solidFill>
                  <a:srgbClr val="4A4F6A"/>
                </a:solidFill>
                <a:latin typeface="Calibri"/>
                <a:ea typeface="Calibri"/>
                <a:cs typeface="Calibri"/>
              </a:defRPr>
            </a:pPr>
            <a:r>
              <a:rPr sz="1733"/>
              <a:t>Teaching map shown. The challenge uses a 60 × 60 grid.</a:t>
            </a:r>
          </a:p>
        </p:txBody>
      </p:sp>
    </p:spTree>
    <p:extLst>
      <p:ext uri="{BB962C8B-B14F-4D97-AF65-F5344CB8AC3E}">
        <p14:creationId xmlns:p14="http://schemas.microsoft.com/office/powerpoint/2010/main" val="37764427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1" name="Rectangle 110"/>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sz="2400">
              <a:solidFill>
                <a:srgbClr val="FFFFFF"/>
              </a:solidFill>
              <a:latin typeface="Calibri"/>
            </a:endParaRPr>
          </a:p>
        </p:txBody>
      </p:sp>
      <p:sp>
        <p:nvSpPr>
          <p:cNvPr id="2" name="Rectangle 1">
            <a:extLst>
              <a:ext uri="{FF2B5EF4-FFF2-40B4-BE49-F238E27FC236}">
                <a16:creationId xmlns:a16="http://schemas.microsoft.com/office/drawing/2014/main" id="{092A22DA-E366-4D6C-8AB7-010DDC404AC1}"/>
              </a:ext>
            </a:extLst>
          </p:cNvPr>
          <p:cNvSpPr>
            <a:spLocks noGrp="1"/>
          </p:cNvSpPr>
          <p:nvPr/>
        </p:nvSpPr>
        <p:spPr>
          <a:xfrm>
            <a:off x="731520" y="365760"/>
            <a:ext cx="10728960" cy="853440"/>
          </a:xfrm>
          <a:prstGeom prst="rect">
            <a:avLst/>
          </a:prstGeom>
          <a:noFill/>
          <a:ln w="0">
            <a:noFill/>
            <a:prstDash val="solid"/>
          </a:ln>
        </p:spPr>
        <p:txBody>
          <a:bodyPr wrap="square" lIns="0" tIns="0" rIns="0" bIns="0" anchor="ctr">
            <a:noAutofit/>
          </a:bodyPr>
          <a:lstStyle>
            <a:defPPr algn="l">
              <a:defRPr sz="2350" b="1">
                <a:solidFill>
                  <a:srgbClr val="1B1F3B"/>
                </a:solidFill>
                <a:latin typeface="Calibri"/>
                <a:ea typeface="Calibri"/>
                <a:cs typeface="Calibri"/>
              </a:defRPr>
            </a:defPPr>
            <a:lvl1pPr algn="l">
              <a:defRPr sz="2350" b="1">
                <a:solidFill>
                  <a:srgbClr val="1B1F3B"/>
                </a:solidFill>
                <a:latin typeface="Calibri"/>
                <a:ea typeface="Calibri"/>
                <a:cs typeface="Calibri"/>
              </a:defRPr>
            </a:lvl1pPr>
            <a:lvl2pPr algn="l">
              <a:defRPr sz="2350" b="1">
                <a:solidFill>
                  <a:srgbClr val="1B1F3B"/>
                </a:solidFill>
                <a:latin typeface="Calibri"/>
                <a:ea typeface="Calibri"/>
                <a:cs typeface="Calibri"/>
              </a:defRPr>
            </a:lvl2pPr>
            <a:lvl3pPr algn="l">
              <a:defRPr sz="2350" b="1">
                <a:solidFill>
                  <a:srgbClr val="1B1F3B"/>
                </a:solidFill>
                <a:latin typeface="Calibri"/>
                <a:ea typeface="Calibri"/>
                <a:cs typeface="Calibri"/>
              </a:defRPr>
            </a:lvl3pPr>
            <a:lvl4pPr algn="l">
              <a:defRPr sz="2350" b="1">
                <a:solidFill>
                  <a:srgbClr val="1B1F3B"/>
                </a:solidFill>
                <a:latin typeface="Calibri"/>
                <a:ea typeface="Calibri"/>
                <a:cs typeface="Calibri"/>
              </a:defRPr>
            </a:lvl4pPr>
            <a:lvl5pPr algn="l">
              <a:defRPr sz="2350" b="1">
                <a:solidFill>
                  <a:srgbClr val="1B1F3B"/>
                </a:solidFill>
                <a:latin typeface="Calibri"/>
                <a:ea typeface="Calibri"/>
                <a:cs typeface="Calibri"/>
              </a:defRPr>
            </a:lvl5pPr>
            <a:lvl6pPr algn="l">
              <a:defRPr sz="2350" b="1">
                <a:solidFill>
                  <a:srgbClr val="1B1F3B"/>
                </a:solidFill>
                <a:latin typeface="Calibri"/>
                <a:ea typeface="Calibri"/>
                <a:cs typeface="Calibri"/>
              </a:defRPr>
            </a:lvl6pPr>
            <a:lvl7pPr algn="l">
              <a:defRPr sz="2350" b="1">
                <a:solidFill>
                  <a:srgbClr val="1B1F3B"/>
                </a:solidFill>
                <a:latin typeface="Calibri"/>
                <a:ea typeface="Calibri"/>
                <a:cs typeface="Calibri"/>
              </a:defRPr>
            </a:lvl7pPr>
            <a:lvl8pPr algn="l">
              <a:defRPr sz="2350" b="1">
                <a:solidFill>
                  <a:srgbClr val="1B1F3B"/>
                </a:solidFill>
                <a:latin typeface="Calibri"/>
                <a:ea typeface="Calibri"/>
                <a:cs typeface="Calibri"/>
              </a:defRPr>
            </a:lvl8pPr>
            <a:lvl9pPr algn="l">
              <a:defRPr sz="2350" b="1">
                <a:solidFill>
                  <a:srgbClr val="1B1F3B"/>
                </a:solidFill>
                <a:latin typeface="Calibri"/>
                <a:ea typeface="Calibri"/>
                <a:cs typeface="Calibri"/>
              </a:defRPr>
            </a:lvl9pPr>
          </a:lstStyle>
          <a:p>
            <a:pPr defTabSz="1219170">
              <a:defRPr sz="2350" b="1">
                <a:solidFill>
                  <a:srgbClr val="1B1F3B"/>
                </a:solidFill>
                <a:latin typeface="Calibri"/>
                <a:ea typeface="Calibri"/>
                <a:cs typeface="Calibri"/>
              </a:defRPr>
            </a:pPr>
            <a:r>
              <a:rPr sz="3200"/>
              <a:t>RUSH-2 tests the same policy on a new layout</a:t>
            </a:r>
          </a:p>
        </p:txBody>
      </p:sp>
      <p:sp>
        <p:nvSpPr>
          <p:cNvPr id="3" name="Rectangle 2">
            <a:extLst>
              <a:ext uri="{FF2B5EF4-FFF2-40B4-BE49-F238E27FC236}">
                <a16:creationId xmlns:a16="http://schemas.microsoft.com/office/drawing/2014/main" id="{628E0FC1-9466-47E5-8633-A35BA00708D2}"/>
              </a:ext>
            </a:extLst>
          </p:cNvPr>
          <p:cNvSpPr>
            <a:spLocks noGrp="1"/>
          </p:cNvSpPr>
          <p:nvPr/>
        </p:nvSpPr>
        <p:spPr>
          <a:xfrm>
            <a:off x="609601" y="6229350"/>
            <a:ext cx="9334500" cy="266700"/>
          </a:xfrm>
          <a:prstGeom prst="rect">
            <a:avLst/>
          </a:prstGeom>
          <a:noFill/>
          <a:ln w="0">
            <a:noFill/>
            <a:prstDash val="solid"/>
          </a:ln>
        </p:spPr>
        <p:txBody>
          <a:bodyPr wrap="square" lIns="0" tIns="0" rIns="0" bIns="0" anchor="ctr">
            <a:noAutofit/>
          </a:bodyPr>
          <a:lstStyle>
            <a:defPPr algn="l">
              <a:defRPr sz="950" b="0">
                <a:solidFill>
                  <a:srgbClr val="4A4F6A"/>
                </a:solidFill>
                <a:latin typeface="Calibri"/>
                <a:ea typeface="Calibri"/>
                <a:cs typeface="Calibri"/>
              </a:defRPr>
            </a:defPPr>
            <a:lvl1pPr algn="l">
              <a:defRPr sz="950" b="0">
                <a:solidFill>
                  <a:srgbClr val="4A4F6A"/>
                </a:solidFill>
                <a:latin typeface="Calibri"/>
                <a:ea typeface="Calibri"/>
                <a:cs typeface="Calibri"/>
              </a:defRPr>
            </a:lvl1pPr>
            <a:lvl2pPr algn="l">
              <a:defRPr sz="950" b="0">
                <a:solidFill>
                  <a:srgbClr val="4A4F6A"/>
                </a:solidFill>
                <a:latin typeface="Calibri"/>
                <a:ea typeface="Calibri"/>
                <a:cs typeface="Calibri"/>
              </a:defRPr>
            </a:lvl2pPr>
            <a:lvl3pPr algn="l">
              <a:defRPr sz="950" b="0">
                <a:solidFill>
                  <a:srgbClr val="4A4F6A"/>
                </a:solidFill>
                <a:latin typeface="Calibri"/>
                <a:ea typeface="Calibri"/>
                <a:cs typeface="Calibri"/>
              </a:defRPr>
            </a:lvl3pPr>
            <a:lvl4pPr algn="l">
              <a:defRPr sz="950" b="0">
                <a:solidFill>
                  <a:srgbClr val="4A4F6A"/>
                </a:solidFill>
                <a:latin typeface="Calibri"/>
                <a:ea typeface="Calibri"/>
                <a:cs typeface="Calibri"/>
              </a:defRPr>
            </a:lvl4pPr>
            <a:lvl5pPr algn="l">
              <a:defRPr sz="950" b="0">
                <a:solidFill>
                  <a:srgbClr val="4A4F6A"/>
                </a:solidFill>
                <a:latin typeface="Calibri"/>
                <a:ea typeface="Calibri"/>
                <a:cs typeface="Calibri"/>
              </a:defRPr>
            </a:lvl5pPr>
            <a:lvl6pPr algn="l">
              <a:defRPr sz="950" b="0">
                <a:solidFill>
                  <a:srgbClr val="4A4F6A"/>
                </a:solidFill>
                <a:latin typeface="Calibri"/>
                <a:ea typeface="Calibri"/>
                <a:cs typeface="Calibri"/>
              </a:defRPr>
            </a:lvl6pPr>
            <a:lvl7pPr algn="l">
              <a:defRPr sz="950" b="0">
                <a:solidFill>
                  <a:srgbClr val="4A4F6A"/>
                </a:solidFill>
                <a:latin typeface="Calibri"/>
                <a:ea typeface="Calibri"/>
                <a:cs typeface="Calibri"/>
              </a:defRPr>
            </a:lvl7pPr>
            <a:lvl8pPr algn="l">
              <a:defRPr sz="950" b="0">
                <a:solidFill>
                  <a:srgbClr val="4A4F6A"/>
                </a:solidFill>
                <a:latin typeface="Calibri"/>
                <a:ea typeface="Calibri"/>
                <a:cs typeface="Calibri"/>
              </a:defRPr>
            </a:lvl8pPr>
            <a:lvl9pPr algn="l">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7  Comparison and scenarios</a:t>
            </a:r>
          </a:p>
        </p:txBody>
      </p:sp>
      <p:sp>
        <p:nvSpPr>
          <p:cNvPr id="4" name="Rectangle 3">
            <a:extLst>
              <a:ext uri="{FF2B5EF4-FFF2-40B4-BE49-F238E27FC236}">
                <a16:creationId xmlns:a16="http://schemas.microsoft.com/office/drawing/2014/main" id="{AD50EA1C-57A5-4F76-919F-286E5A06C802}"/>
              </a:ext>
            </a:extLst>
          </p:cNvPr>
          <p:cNvSpPr>
            <a:spLocks noGrp="1"/>
          </p:cNvSpPr>
          <p:nvPr/>
        </p:nvSpPr>
        <p:spPr>
          <a:xfrm>
            <a:off x="10953750" y="6229350"/>
            <a:ext cx="619125" cy="266700"/>
          </a:xfrm>
          <a:prstGeom prst="rect">
            <a:avLst/>
          </a:prstGeom>
          <a:noFill/>
          <a:ln w="0">
            <a:noFill/>
            <a:prstDash val="solid"/>
          </a:ln>
        </p:spPr>
        <p:txBody>
          <a:bodyPr wrap="square" lIns="0" tIns="0" rIns="0" bIns="0" anchor="ctr">
            <a:noAutofit/>
          </a:bodyPr>
          <a:lstStyle>
            <a:defPPr algn="r">
              <a:defRPr sz="950" b="0">
                <a:solidFill>
                  <a:srgbClr val="4A4F6A"/>
                </a:solidFill>
                <a:latin typeface="Calibri"/>
                <a:ea typeface="Calibri"/>
                <a:cs typeface="Calibri"/>
              </a:defRPr>
            </a:defPPr>
            <a:lvl1pPr algn="r">
              <a:defRPr sz="950" b="0">
                <a:solidFill>
                  <a:srgbClr val="4A4F6A"/>
                </a:solidFill>
                <a:latin typeface="Calibri"/>
                <a:ea typeface="Calibri"/>
                <a:cs typeface="Calibri"/>
              </a:defRPr>
            </a:lvl1pPr>
            <a:lvl2pPr algn="r">
              <a:defRPr sz="950" b="0">
                <a:solidFill>
                  <a:srgbClr val="4A4F6A"/>
                </a:solidFill>
                <a:latin typeface="Calibri"/>
                <a:ea typeface="Calibri"/>
                <a:cs typeface="Calibri"/>
              </a:defRPr>
            </a:lvl2pPr>
            <a:lvl3pPr algn="r">
              <a:defRPr sz="950" b="0">
                <a:solidFill>
                  <a:srgbClr val="4A4F6A"/>
                </a:solidFill>
                <a:latin typeface="Calibri"/>
                <a:ea typeface="Calibri"/>
                <a:cs typeface="Calibri"/>
              </a:defRPr>
            </a:lvl3pPr>
            <a:lvl4pPr algn="r">
              <a:defRPr sz="950" b="0">
                <a:solidFill>
                  <a:srgbClr val="4A4F6A"/>
                </a:solidFill>
                <a:latin typeface="Calibri"/>
                <a:ea typeface="Calibri"/>
                <a:cs typeface="Calibri"/>
              </a:defRPr>
            </a:lvl4pPr>
            <a:lvl5pPr algn="r">
              <a:defRPr sz="950" b="0">
                <a:solidFill>
                  <a:srgbClr val="4A4F6A"/>
                </a:solidFill>
                <a:latin typeface="Calibri"/>
                <a:ea typeface="Calibri"/>
                <a:cs typeface="Calibri"/>
              </a:defRPr>
            </a:lvl5pPr>
            <a:lvl6pPr algn="r">
              <a:defRPr sz="950" b="0">
                <a:solidFill>
                  <a:srgbClr val="4A4F6A"/>
                </a:solidFill>
                <a:latin typeface="Calibri"/>
                <a:ea typeface="Calibri"/>
                <a:cs typeface="Calibri"/>
              </a:defRPr>
            </a:lvl6pPr>
            <a:lvl7pPr algn="r">
              <a:defRPr sz="950" b="0">
                <a:solidFill>
                  <a:srgbClr val="4A4F6A"/>
                </a:solidFill>
                <a:latin typeface="Calibri"/>
                <a:ea typeface="Calibri"/>
                <a:cs typeface="Calibri"/>
              </a:defRPr>
            </a:lvl7pPr>
            <a:lvl8pPr algn="r">
              <a:defRPr sz="950" b="0">
                <a:solidFill>
                  <a:srgbClr val="4A4F6A"/>
                </a:solidFill>
                <a:latin typeface="Calibri"/>
                <a:ea typeface="Calibri"/>
                <a:cs typeface="Calibri"/>
              </a:defRPr>
            </a:lvl8pPr>
            <a:lvl9pPr algn="r">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25</a:t>
            </a:r>
          </a:p>
        </p:txBody>
      </p:sp>
      <p:sp>
        <p:nvSpPr>
          <p:cNvPr id="5" name="Rectangle 4">
            <a:extLst>
              <a:ext uri="{FF2B5EF4-FFF2-40B4-BE49-F238E27FC236}">
                <a16:creationId xmlns:a16="http://schemas.microsoft.com/office/drawing/2014/main" id="{A923332E-4810-4050-A677-CB4CC8601E2C}"/>
              </a:ext>
            </a:extLst>
          </p:cNvPr>
          <p:cNvSpPr>
            <a:spLocks noGrp="1"/>
          </p:cNvSpPr>
          <p:nvPr/>
        </p:nvSpPr>
        <p:spPr>
          <a:xfrm>
            <a:off x="666750" y="2190750"/>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6" name="Rectangle 5">
            <a:extLst>
              <a:ext uri="{FF2B5EF4-FFF2-40B4-BE49-F238E27FC236}">
                <a16:creationId xmlns:a16="http://schemas.microsoft.com/office/drawing/2014/main" id="{BDCA3543-F22A-4EC8-AA5A-B36F8A465B99}"/>
              </a:ext>
            </a:extLst>
          </p:cNvPr>
          <p:cNvSpPr>
            <a:spLocks noGrp="1"/>
          </p:cNvSpPr>
          <p:nvPr/>
        </p:nvSpPr>
        <p:spPr>
          <a:xfrm>
            <a:off x="1285875" y="2190750"/>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7" name="Rectangle 6">
            <a:extLst>
              <a:ext uri="{FF2B5EF4-FFF2-40B4-BE49-F238E27FC236}">
                <a16:creationId xmlns:a16="http://schemas.microsoft.com/office/drawing/2014/main" id="{90915FE3-935A-447F-A27D-79F538A2EF4F}"/>
              </a:ext>
            </a:extLst>
          </p:cNvPr>
          <p:cNvSpPr>
            <a:spLocks noGrp="1"/>
          </p:cNvSpPr>
          <p:nvPr/>
        </p:nvSpPr>
        <p:spPr>
          <a:xfrm>
            <a:off x="1905000" y="2190750"/>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8" name="Rectangle 7">
            <a:extLst>
              <a:ext uri="{FF2B5EF4-FFF2-40B4-BE49-F238E27FC236}">
                <a16:creationId xmlns:a16="http://schemas.microsoft.com/office/drawing/2014/main" id="{FB1B2D6D-A536-4A2E-BC71-110898310C02}"/>
              </a:ext>
            </a:extLst>
          </p:cNvPr>
          <p:cNvSpPr>
            <a:spLocks noGrp="1"/>
          </p:cNvSpPr>
          <p:nvPr/>
        </p:nvSpPr>
        <p:spPr>
          <a:xfrm>
            <a:off x="2524126" y="2190750"/>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9" name="Rectangle 8">
            <a:extLst>
              <a:ext uri="{FF2B5EF4-FFF2-40B4-BE49-F238E27FC236}">
                <a16:creationId xmlns:a16="http://schemas.microsoft.com/office/drawing/2014/main" id="{7AC8AD12-8C3F-43C7-842B-3B2A4BAB08A1}"/>
              </a:ext>
            </a:extLst>
          </p:cNvPr>
          <p:cNvSpPr>
            <a:spLocks noGrp="1"/>
          </p:cNvSpPr>
          <p:nvPr/>
        </p:nvSpPr>
        <p:spPr>
          <a:xfrm>
            <a:off x="3143251" y="2190750"/>
            <a:ext cx="590549" cy="590549"/>
          </a:xfrm>
          <a:prstGeom prst="rect">
            <a:avLst/>
          </a:prstGeom>
          <a:solidFill>
            <a:srgbClr val="FBE5E5"/>
          </a:solidFill>
          <a:ln w="7144">
            <a:solidFill>
              <a:srgbClr val="FFFFFF"/>
            </a:solidFill>
            <a:prstDash val="solid"/>
          </a:ln>
        </p:spPr>
        <p:txBody>
          <a:bodyPr/>
          <a:lstStyle/>
          <a:p>
            <a:pPr defTabSz="1219170"/>
            <a:endParaRPr sz="2400">
              <a:solidFill>
                <a:srgbClr val="1B1F3B"/>
              </a:solidFill>
              <a:latin typeface="Calibri"/>
            </a:endParaRPr>
          </a:p>
        </p:txBody>
      </p:sp>
      <p:sp>
        <p:nvSpPr>
          <p:cNvPr id="10" name="Rectangle 9">
            <a:extLst>
              <a:ext uri="{FF2B5EF4-FFF2-40B4-BE49-F238E27FC236}">
                <a16:creationId xmlns:a16="http://schemas.microsoft.com/office/drawing/2014/main" id="{FAF09919-55E5-42FF-9F58-98E1F6B3ACA6}"/>
              </a:ext>
            </a:extLst>
          </p:cNvPr>
          <p:cNvSpPr>
            <a:spLocks noGrp="1"/>
          </p:cNvSpPr>
          <p:nvPr/>
        </p:nvSpPr>
        <p:spPr>
          <a:xfrm>
            <a:off x="3143251" y="2190750"/>
            <a:ext cx="590549" cy="590549"/>
          </a:xfrm>
          <a:prstGeom prst="rect">
            <a:avLst/>
          </a:prstGeom>
          <a:noFill/>
          <a:ln w="0">
            <a:noFill/>
            <a:prstDash val="solid"/>
          </a:ln>
        </p:spPr>
        <p:txBody>
          <a:bodyPr wrap="square" lIns="0" tIns="0" rIns="0" bIns="0" anchor="ctr">
            <a:noAutofit/>
          </a:bodyPr>
          <a:lstStyle>
            <a:defPPr algn="ctr">
              <a:defRPr sz="1850" b="1">
                <a:solidFill>
                  <a:srgbClr val="E55B5B"/>
                </a:solidFill>
                <a:latin typeface="Calibri"/>
                <a:ea typeface="Calibri"/>
                <a:cs typeface="Calibri"/>
              </a:defRPr>
            </a:defPPr>
            <a:lvl1pPr algn="ctr">
              <a:defRPr sz="1850" b="1">
                <a:solidFill>
                  <a:srgbClr val="E55B5B"/>
                </a:solidFill>
                <a:latin typeface="Calibri"/>
                <a:ea typeface="Calibri"/>
                <a:cs typeface="Calibri"/>
              </a:defRPr>
            </a:lvl1pPr>
            <a:lvl2pPr algn="ctr">
              <a:defRPr sz="1850" b="1">
                <a:solidFill>
                  <a:srgbClr val="E55B5B"/>
                </a:solidFill>
                <a:latin typeface="Calibri"/>
                <a:ea typeface="Calibri"/>
                <a:cs typeface="Calibri"/>
              </a:defRPr>
            </a:lvl2pPr>
            <a:lvl3pPr algn="ctr">
              <a:defRPr sz="1850" b="1">
                <a:solidFill>
                  <a:srgbClr val="E55B5B"/>
                </a:solidFill>
                <a:latin typeface="Calibri"/>
                <a:ea typeface="Calibri"/>
                <a:cs typeface="Calibri"/>
              </a:defRPr>
            </a:lvl3pPr>
            <a:lvl4pPr algn="ctr">
              <a:defRPr sz="1850" b="1">
                <a:solidFill>
                  <a:srgbClr val="E55B5B"/>
                </a:solidFill>
                <a:latin typeface="Calibri"/>
                <a:ea typeface="Calibri"/>
                <a:cs typeface="Calibri"/>
              </a:defRPr>
            </a:lvl4pPr>
            <a:lvl5pPr algn="ctr">
              <a:defRPr sz="1850" b="1">
                <a:solidFill>
                  <a:srgbClr val="E55B5B"/>
                </a:solidFill>
                <a:latin typeface="Calibri"/>
                <a:ea typeface="Calibri"/>
                <a:cs typeface="Calibri"/>
              </a:defRPr>
            </a:lvl5pPr>
            <a:lvl6pPr algn="ctr">
              <a:defRPr sz="1850" b="1">
                <a:solidFill>
                  <a:srgbClr val="E55B5B"/>
                </a:solidFill>
                <a:latin typeface="Calibri"/>
                <a:ea typeface="Calibri"/>
                <a:cs typeface="Calibri"/>
              </a:defRPr>
            </a:lvl6pPr>
            <a:lvl7pPr algn="ctr">
              <a:defRPr sz="1850" b="1">
                <a:solidFill>
                  <a:srgbClr val="E55B5B"/>
                </a:solidFill>
                <a:latin typeface="Calibri"/>
                <a:ea typeface="Calibri"/>
                <a:cs typeface="Calibri"/>
              </a:defRPr>
            </a:lvl7pPr>
            <a:lvl8pPr algn="ctr">
              <a:defRPr sz="1850" b="1">
                <a:solidFill>
                  <a:srgbClr val="E55B5B"/>
                </a:solidFill>
                <a:latin typeface="Calibri"/>
                <a:ea typeface="Calibri"/>
                <a:cs typeface="Calibri"/>
              </a:defRPr>
            </a:lvl8pPr>
            <a:lvl9pPr algn="ctr">
              <a:defRPr sz="1850" b="1">
                <a:solidFill>
                  <a:srgbClr val="E55B5B"/>
                </a:solidFill>
                <a:latin typeface="Calibri"/>
                <a:ea typeface="Calibri"/>
                <a:cs typeface="Calibri"/>
              </a:defRPr>
            </a:lvl9pPr>
          </a:lstStyle>
          <a:p>
            <a:pPr defTabSz="1219170">
              <a:defRPr sz="1850" b="1">
                <a:solidFill>
                  <a:srgbClr val="E55B5B"/>
                </a:solidFill>
                <a:latin typeface="Calibri"/>
                <a:ea typeface="Calibri"/>
                <a:cs typeface="Calibri"/>
              </a:defRPr>
            </a:pPr>
            <a:r>
              <a:rPr sz="2467"/>
              <a:t>×</a:t>
            </a:r>
          </a:p>
        </p:txBody>
      </p:sp>
      <p:sp>
        <p:nvSpPr>
          <p:cNvPr id="11" name="Rectangle 10">
            <a:extLst>
              <a:ext uri="{FF2B5EF4-FFF2-40B4-BE49-F238E27FC236}">
                <a16:creationId xmlns:a16="http://schemas.microsoft.com/office/drawing/2014/main" id="{B6FAFBC9-136F-4FC6-AF2A-9D39A42FD13B}"/>
              </a:ext>
            </a:extLst>
          </p:cNvPr>
          <p:cNvSpPr>
            <a:spLocks noGrp="1"/>
          </p:cNvSpPr>
          <p:nvPr/>
        </p:nvSpPr>
        <p:spPr>
          <a:xfrm>
            <a:off x="3762375" y="2190750"/>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2" name="Rectangle 11">
            <a:extLst>
              <a:ext uri="{FF2B5EF4-FFF2-40B4-BE49-F238E27FC236}">
                <a16:creationId xmlns:a16="http://schemas.microsoft.com/office/drawing/2014/main" id="{89FC1680-8B76-49D7-9066-DFB255640A7C}"/>
              </a:ext>
            </a:extLst>
          </p:cNvPr>
          <p:cNvSpPr>
            <a:spLocks noGrp="1"/>
          </p:cNvSpPr>
          <p:nvPr/>
        </p:nvSpPr>
        <p:spPr>
          <a:xfrm>
            <a:off x="4381500" y="2190750"/>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3" name="Rectangle 12">
            <a:extLst>
              <a:ext uri="{FF2B5EF4-FFF2-40B4-BE49-F238E27FC236}">
                <a16:creationId xmlns:a16="http://schemas.microsoft.com/office/drawing/2014/main" id="{D2BCE7B1-E26E-4CAC-B3CE-6CA85F10E455}"/>
              </a:ext>
            </a:extLst>
          </p:cNvPr>
          <p:cNvSpPr>
            <a:spLocks noGrp="1"/>
          </p:cNvSpPr>
          <p:nvPr/>
        </p:nvSpPr>
        <p:spPr>
          <a:xfrm>
            <a:off x="666750" y="2809875"/>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4" name="Rectangle 13">
            <a:extLst>
              <a:ext uri="{FF2B5EF4-FFF2-40B4-BE49-F238E27FC236}">
                <a16:creationId xmlns:a16="http://schemas.microsoft.com/office/drawing/2014/main" id="{D6D6AE6C-ED98-46BD-9713-5ED3714B5AFA}"/>
              </a:ext>
            </a:extLst>
          </p:cNvPr>
          <p:cNvSpPr>
            <a:spLocks noGrp="1"/>
          </p:cNvSpPr>
          <p:nvPr/>
        </p:nvSpPr>
        <p:spPr>
          <a:xfrm>
            <a:off x="1285875" y="2809875"/>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5" name="Rectangle 14">
            <a:extLst>
              <a:ext uri="{FF2B5EF4-FFF2-40B4-BE49-F238E27FC236}">
                <a16:creationId xmlns:a16="http://schemas.microsoft.com/office/drawing/2014/main" id="{7477532B-858A-4B7D-82F4-E793ABAC1AEE}"/>
              </a:ext>
            </a:extLst>
          </p:cNvPr>
          <p:cNvSpPr>
            <a:spLocks noGrp="1"/>
          </p:cNvSpPr>
          <p:nvPr/>
        </p:nvSpPr>
        <p:spPr>
          <a:xfrm>
            <a:off x="1905000" y="2809875"/>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6" name="Rectangle 15">
            <a:extLst>
              <a:ext uri="{FF2B5EF4-FFF2-40B4-BE49-F238E27FC236}">
                <a16:creationId xmlns:a16="http://schemas.microsoft.com/office/drawing/2014/main" id="{15DA77D1-4878-4352-81DA-05D52DEE4842}"/>
              </a:ext>
            </a:extLst>
          </p:cNvPr>
          <p:cNvSpPr>
            <a:spLocks noGrp="1"/>
          </p:cNvSpPr>
          <p:nvPr/>
        </p:nvSpPr>
        <p:spPr>
          <a:xfrm>
            <a:off x="2524126" y="2809875"/>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7" name="Rectangle 16">
            <a:extLst>
              <a:ext uri="{FF2B5EF4-FFF2-40B4-BE49-F238E27FC236}">
                <a16:creationId xmlns:a16="http://schemas.microsoft.com/office/drawing/2014/main" id="{C334CC33-85C7-4ABB-85FB-0E8F5F8672FA}"/>
              </a:ext>
            </a:extLst>
          </p:cNvPr>
          <p:cNvSpPr>
            <a:spLocks noGrp="1"/>
          </p:cNvSpPr>
          <p:nvPr/>
        </p:nvSpPr>
        <p:spPr>
          <a:xfrm>
            <a:off x="3143251" y="2809875"/>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8" name="Rectangle 17">
            <a:extLst>
              <a:ext uri="{FF2B5EF4-FFF2-40B4-BE49-F238E27FC236}">
                <a16:creationId xmlns:a16="http://schemas.microsoft.com/office/drawing/2014/main" id="{AE390B80-5CBC-4B7A-B722-2E1A400835DD}"/>
              </a:ext>
            </a:extLst>
          </p:cNvPr>
          <p:cNvSpPr>
            <a:spLocks noGrp="1"/>
          </p:cNvSpPr>
          <p:nvPr/>
        </p:nvSpPr>
        <p:spPr>
          <a:xfrm>
            <a:off x="3762375" y="2809875"/>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9" name="Rectangle 18">
            <a:extLst>
              <a:ext uri="{FF2B5EF4-FFF2-40B4-BE49-F238E27FC236}">
                <a16:creationId xmlns:a16="http://schemas.microsoft.com/office/drawing/2014/main" id="{29200C4C-5BAC-44CD-9913-93E641FE8D9D}"/>
              </a:ext>
            </a:extLst>
          </p:cNvPr>
          <p:cNvSpPr>
            <a:spLocks noGrp="1"/>
          </p:cNvSpPr>
          <p:nvPr/>
        </p:nvSpPr>
        <p:spPr>
          <a:xfrm>
            <a:off x="4381500" y="2809875"/>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0" name="Rectangle 19">
            <a:extLst>
              <a:ext uri="{FF2B5EF4-FFF2-40B4-BE49-F238E27FC236}">
                <a16:creationId xmlns:a16="http://schemas.microsoft.com/office/drawing/2014/main" id="{29FDB6BA-383C-4093-9D77-8E8B265A02AF}"/>
              </a:ext>
            </a:extLst>
          </p:cNvPr>
          <p:cNvSpPr>
            <a:spLocks noGrp="1"/>
          </p:cNvSpPr>
          <p:nvPr/>
        </p:nvSpPr>
        <p:spPr>
          <a:xfrm>
            <a:off x="666750" y="3429000"/>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1" name="Rectangle 20">
            <a:extLst>
              <a:ext uri="{FF2B5EF4-FFF2-40B4-BE49-F238E27FC236}">
                <a16:creationId xmlns:a16="http://schemas.microsoft.com/office/drawing/2014/main" id="{65C397E3-7ADB-462B-A887-E09C0428B38D}"/>
              </a:ext>
            </a:extLst>
          </p:cNvPr>
          <p:cNvSpPr>
            <a:spLocks noGrp="1"/>
          </p:cNvSpPr>
          <p:nvPr/>
        </p:nvSpPr>
        <p:spPr>
          <a:xfrm>
            <a:off x="1285875" y="3429000"/>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2" name="Rectangle 21">
            <a:extLst>
              <a:ext uri="{FF2B5EF4-FFF2-40B4-BE49-F238E27FC236}">
                <a16:creationId xmlns:a16="http://schemas.microsoft.com/office/drawing/2014/main" id="{005649C4-9AE6-44C9-9E5E-236F3ED9892C}"/>
              </a:ext>
            </a:extLst>
          </p:cNvPr>
          <p:cNvSpPr>
            <a:spLocks noGrp="1"/>
          </p:cNvSpPr>
          <p:nvPr/>
        </p:nvSpPr>
        <p:spPr>
          <a:xfrm>
            <a:off x="1905000" y="3429000"/>
            <a:ext cx="590549" cy="590549"/>
          </a:xfrm>
          <a:prstGeom prst="rect">
            <a:avLst/>
          </a:prstGeom>
          <a:solidFill>
            <a:srgbClr val="F8D19C"/>
          </a:solidFill>
          <a:ln w="7144">
            <a:solidFill>
              <a:srgbClr val="FFFFFF"/>
            </a:solidFill>
            <a:prstDash val="solid"/>
          </a:ln>
        </p:spPr>
        <p:txBody>
          <a:bodyPr/>
          <a:lstStyle/>
          <a:p>
            <a:pPr defTabSz="1219170"/>
            <a:endParaRPr sz="2400">
              <a:solidFill>
                <a:srgbClr val="1B1F3B"/>
              </a:solidFill>
              <a:latin typeface="Calibri"/>
            </a:endParaRPr>
          </a:p>
        </p:txBody>
      </p:sp>
      <p:sp>
        <p:nvSpPr>
          <p:cNvPr id="23" name="Rectangle 22">
            <a:extLst>
              <a:ext uri="{FF2B5EF4-FFF2-40B4-BE49-F238E27FC236}">
                <a16:creationId xmlns:a16="http://schemas.microsoft.com/office/drawing/2014/main" id="{9148789F-7A81-49D5-82A8-CFED01F725CD}"/>
              </a:ext>
            </a:extLst>
          </p:cNvPr>
          <p:cNvSpPr>
            <a:spLocks noGrp="1"/>
          </p:cNvSpPr>
          <p:nvPr/>
        </p:nvSpPr>
        <p:spPr>
          <a:xfrm>
            <a:off x="2524126" y="3429000"/>
            <a:ext cx="590549" cy="590549"/>
          </a:xfrm>
          <a:prstGeom prst="rect">
            <a:avLst/>
          </a:prstGeom>
          <a:solidFill>
            <a:srgbClr val="F8D19C"/>
          </a:solidFill>
          <a:ln w="7144">
            <a:solidFill>
              <a:srgbClr val="FFFFFF"/>
            </a:solidFill>
            <a:prstDash val="solid"/>
          </a:ln>
        </p:spPr>
        <p:txBody>
          <a:bodyPr/>
          <a:lstStyle/>
          <a:p>
            <a:pPr defTabSz="1219170"/>
            <a:endParaRPr sz="2400">
              <a:solidFill>
                <a:srgbClr val="1B1F3B"/>
              </a:solidFill>
              <a:latin typeface="Calibri"/>
            </a:endParaRPr>
          </a:p>
        </p:txBody>
      </p:sp>
      <p:sp>
        <p:nvSpPr>
          <p:cNvPr id="24" name="Rectangle 23">
            <a:extLst>
              <a:ext uri="{FF2B5EF4-FFF2-40B4-BE49-F238E27FC236}">
                <a16:creationId xmlns:a16="http://schemas.microsoft.com/office/drawing/2014/main" id="{5390F3A7-0A78-4246-AD63-1B0D8A647F3B}"/>
              </a:ext>
            </a:extLst>
          </p:cNvPr>
          <p:cNvSpPr>
            <a:spLocks noGrp="1"/>
          </p:cNvSpPr>
          <p:nvPr/>
        </p:nvSpPr>
        <p:spPr>
          <a:xfrm>
            <a:off x="3143251" y="3429000"/>
            <a:ext cx="590549" cy="590549"/>
          </a:xfrm>
          <a:prstGeom prst="rect">
            <a:avLst/>
          </a:prstGeom>
          <a:solidFill>
            <a:srgbClr val="F8D19C"/>
          </a:solidFill>
          <a:ln w="7144">
            <a:solidFill>
              <a:srgbClr val="FFFFFF"/>
            </a:solidFill>
            <a:prstDash val="solid"/>
          </a:ln>
        </p:spPr>
        <p:txBody>
          <a:bodyPr/>
          <a:lstStyle/>
          <a:p>
            <a:pPr defTabSz="1219170"/>
            <a:endParaRPr sz="2400">
              <a:solidFill>
                <a:srgbClr val="1B1F3B"/>
              </a:solidFill>
              <a:latin typeface="Calibri"/>
            </a:endParaRPr>
          </a:p>
        </p:txBody>
      </p:sp>
      <p:sp>
        <p:nvSpPr>
          <p:cNvPr id="25" name="Rectangle 24">
            <a:extLst>
              <a:ext uri="{FF2B5EF4-FFF2-40B4-BE49-F238E27FC236}">
                <a16:creationId xmlns:a16="http://schemas.microsoft.com/office/drawing/2014/main" id="{D9905397-65A0-4007-A5C6-2432E859BD86}"/>
              </a:ext>
            </a:extLst>
          </p:cNvPr>
          <p:cNvSpPr>
            <a:spLocks noGrp="1"/>
          </p:cNvSpPr>
          <p:nvPr/>
        </p:nvSpPr>
        <p:spPr>
          <a:xfrm>
            <a:off x="3762375" y="3429000"/>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6" name="Rectangle 25">
            <a:extLst>
              <a:ext uri="{FF2B5EF4-FFF2-40B4-BE49-F238E27FC236}">
                <a16:creationId xmlns:a16="http://schemas.microsoft.com/office/drawing/2014/main" id="{65F11998-8A55-4E63-91F5-4A9F729424F3}"/>
              </a:ext>
            </a:extLst>
          </p:cNvPr>
          <p:cNvSpPr>
            <a:spLocks noGrp="1"/>
          </p:cNvSpPr>
          <p:nvPr/>
        </p:nvSpPr>
        <p:spPr>
          <a:xfrm>
            <a:off x="4381500" y="3429000"/>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7" name="Rectangle 26">
            <a:extLst>
              <a:ext uri="{FF2B5EF4-FFF2-40B4-BE49-F238E27FC236}">
                <a16:creationId xmlns:a16="http://schemas.microsoft.com/office/drawing/2014/main" id="{16FE2E8C-C29D-4341-A166-162B5826E0D3}"/>
              </a:ext>
            </a:extLst>
          </p:cNvPr>
          <p:cNvSpPr>
            <a:spLocks noGrp="1"/>
          </p:cNvSpPr>
          <p:nvPr/>
        </p:nvSpPr>
        <p:spPr>
          <a:xfrm>
            <a:off x="666750" y="4048126"/>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8" name="Rectangle 27">
            <a:extLst>
              <a:ext uri="{FF2B5EF4-FFF2-40B4-BE49-F238E27FC236}">
                <a16:creationId xmlns:a16="http://schemas.microsoft.com/office/drawing/2014/main" id="{47FEEE3D-B1F7-4D4F-9DA8-3896176CDD9B}"/>
              </a:ext>
            </a:extLst>
          </p:cNvPr>
          <p:cNvSpPr>
            <a:spLocks noGrp="1"/>
          </p:cNvSpPr>
          <p:nvPr/>
        </p:nvSpPr>
        <p:spPr>
          <a:xfrm>
            <a:off x="1285875" y="4048126"/>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9" name="Rectangle 28">
            <a:extLst>
              <a:ext uri="{FF2B5EF4-FFF2-40B4-BE49-F238E27FC236}">
                <a16:creationId xmlns:a16="http://schemas.microsoft.com/office/drawing/2014/main" id="{A039C7EC-EE78-4316-BFDE-66BD7F9D5577}"/>
              </a:ext>
            </a:extLst>
          </p:cNvPr>
          <p:cNvSpPr>
            <a:spLocks noGrp="1"/>
          </p:cNvSpPr>
          <p:nvPr/>
        </p:nvSpPr>
        <p:spPr>
          <a:xfrm>
            <a:off x="1905000" y="4048126"/>
            <a:ext cx="590549" cy="590549"/>
          </a:xfrm>
          <a:prstGeom prst="rect">
            <a:avLst/>
          </a:prstGeom>
          <a:solidFill>
            <a:srgbClr val="FBE5E5"/>
          </a:solidFill>
          <a:ln w="7144">
            <a:solidFill>
              <a:srgbClr val="FFFFFF"/>
            </a:solidFill>
            <a:prstDash val="solid"/>
          </a:ln>
        </p:spPr>
        <p:txBody>
          <a:bodyPr/>
          <a:lstStyle/>
          <a:p>
            <a:pPr defTabSz="1219170"/>
            <a:endParaRPr sz="2400">
              <a:solidFill>
                <a:srgbClr val="1B1F3B"/>
              </a:solidFill>
              <a:latin typeface="Calibri"/>
            </a:endParaRPr>
          </a:p>
        </p:txBody>
      </p:sp>
      <p:sp>
        <p:nvSpPr>
          <p:cNvPr id="30" name="Rectangle 29">
            <a:extLst>
              <a:ext uri="{FF2B5EF4-FFF2-40B4-BE49-F238E27FC236}">
                <a16:creationId xmlns:a16="http://schemas.microsoft.com/office/drawing/2014/main" id="{22F2176F-C2CB-4F5C-8509-07BE1A056DC3}"/>
              </a:ext>
            </a:extLst>
          </p:cNvPr>
          <p:cNvSpPr>
            <a:spLocks noGrp="1"/>
          </p:cNvSpPr>
          <p:nvPr/>
        </p:nvSpPr>
        <p:spPr>
          <a:xfrm>
            <a:off x="1905000" y="4048126"/>
            <a:ext cx="590549" cy="590549"/>
          </a:xfrm>
          <a:prstGeom prst="rect">
            <a:avLst/>
          </a:prstGeom>
          <a:noFill/>
          <a:ln w="0">
            <a:noFill/>
            <a:prstDash val="solid"/>
          </a:ln>
        </p:spPr>
        <p:txBody>
          <a:bodyPr wrap="square" lIns="0" tIns="0" rIns="0" bIns="0" anchor="ctr">
            <a:noAutofit/>
          </a:bodyPr>
          <a:lstStyle>
            <a:defPPr algn="ctr">
              <a:defRPr sz="1850" b="1">
                <a:solidFill>
                  <a:srgbClr val="E55B5B"/>
                </a:solidFill>
                <a:latin typeface="Calibri"/>
                <a:ea typeface="Calibri"/>
                <a:cs typeface="Calibri"/>
              </a:defRPr>
            </a:defPPr>
            <a:lvl1pPr algn="ctr">
              <a:defRPr sz="1850" b="1">
                <a:solidFill>
                  <a:srgbClr val="E55B5B"/>
                </a:solidFill>
                <a:latin typeface="Calibri"/>
                <a:ea typeface="Calibri"/>
                <a:cs typeface="Calibri"/>
              </a:defRPr>
            </a:lvl1pPr>
            <a:lvl2pPr algn="ctr">
              <a:defRPr sz="1850" b="1">
                <a:solidFill>
                  <a:srgbClr val="E55B5B"/>
                </a:solidFill>
                <a:latin typeface="Calibri"/>
                <a:ea typeface="Calibri"/>
                <a:cs typeface="Calibri"/>
              </a:defRPr>
            </a:lvl2pPr>
            <a:lvl3pPr algn="ctr">
              <a:defRPr sz="1850" b="1">
                <a:solidFill>
                  <a:srgbClr val="E55B5B"/>
                </a:solidFill>
                <a:latin typeface="Calibri"/>
                <a:ea typeface="Calibri"/>
                <a:cs typeface="Calibri"/>
              </a:defRPr>
            </a:lvl3pPr>
            <a:lvl4pPr algn="ctr">
              <a:defRPr sz="1850" b="1">
                <a:solidFill>
                  <a:srgbClr val="E55B5B"/>
                </a:solidFill>
                <a:latin typeface="Calibri"/>
                <a:ea typeface="Calibri"/>
                <a:cs typeface="Calibri"/>
              </a:defRPr>
            </a:lvl4pPr>
            <a:lvl5pPr algn="ctr">
              <a:defRPr sz="1850" b="1">
                <a:solidFill>
                  <a:srgbClr val="E55B5B"/>
                </a:solidFill>
                <a:latin typeface="Calibri"/>
                <a:ea typeface="Calibri"/>
                <a:cs typeface="Calibri"/>
              </a:defRPr>
            </a:lvl5pPr>
            <a:lvl6pPr algn="ctr">
              <a:defRPr sz="1850" b="1">
                <a:solidFill>
                  <a:srgbClr val="E55B5B"/>
                </a:solidFill>
                <a:latin typeface="Calibri"/>
                <a:ea typeface="Calibri"/>
                <a:cs typeface="Calibri"/>
              </a:defRPr>
            </a:lvl6pPr>
            <a:lvl7pPr algn="ctr">
              <a:defRPr sz="1850" b="1">
                <a:solidFill>
                  <a:srgbClr val="E55B5B"/>
                </a:solidFill>
                <a:latin typeface="Calibri"/>
                <a:ea typeface="Calibri"/>
                <a:cs typeface="Calibri"/>
              </a:defRPr>
            </a:lvl7pPr>
            <a:lvl8pPr algn="ctr">
              <a:defRPr sz="1850" b="1">
                <a:solidFill>
                  <a:srgbClr val="E55B5B"/>
                </a:solidFill>
                <a:latin typeface="Calibri"/>
                <a:ea typeface="Calibri"/>
                <a:cs typeface="Calibri"/>
              </a:defRPr>
            </a:lvl8pPr>
            <a:lvl9pPr algn="ctr">
              <a:defRPr sz="1850" b="1">
                <a:solidFill>
                  <a:srgbClr val="E55B5B"/>
                </a:solidFill>
                <a:latin typeface="Calibri"/>
                <a:ea typeface="Calibri"/>
                <a:cs typeface="Calibri"/>
              </a:defRPr>
            </a:lvl9pPr>
          </a:lstStyle>
          <a:p>
            <a:pPr defTabSz="1219170">
              <a:defRPr sz="1850" b="1">
                <a:solidFill>
                  <a:srgbClr val="E55B5B"/>
                </a:solidFill>
                <a:latin typeface="Calibri"/>
                <a:ea typeface="Calibri"/>
                <a:cs typeface="Calibri"/>
              </a:defRPr>
            </a:pPr>
            <a:r>
              <a:rPr sz="2467"/>
              <a:t>×</a:t>
            </a:r>
          </a:p>
        </p:txBody>
      </p:sp>
      <p:sp>
        <p:nvSpPr>
          <p:cNvPr id="31" name="Rectangle 30">
            <a:extLst>
              <a:ext uri="{FF2B5EF4-FFF2-40B4-BE49-F238E27FC236}">
                <a16:creationId xmlns:a16="http://schemas.microsoft.com/office/drawing/2014/main" id="{8C7E1FF0-F826-4EE8-9F04-4512E23FF66C}"/>
              </a:ext>
            </a:extLst>
          </p:cNvPr>
          <p:cNvSpPr>
            <a:spLocks noGrp="1"/>
          </p:cNvSpPr>
          <p:nvPr/>
        </p:nvSpPr>
        <p:spPr>
          <a:xfrm>
            <a:off x="2524126" y="4048126"/>
            <a:ext cx="590549" cy="590549"/>
          </a:xfrm>
          <a:prstGeom prst="rect">
            <a:avLst/>
          </a:prstGeom>
          <a:solidFill>
            <a:srgbClr val="FBE5E5"/>
          </a:solidFill>
          <a:ln w="7144">
            <a:solidFill>
              <a:srgbClr val="FFFFFF"/>
            </a:solidFill>
            <a:prstDash val="solid"/>
          </a:ln>
        </p:spPr>
        <p:txBody>
          <a:bodyPr/>
          <a:lstStyle/>
          <a:p>
            <a:pPr defTabSz="1219170"/>
            <a:endParaRPr sz="2400">
              <a:solidFill>
                <a:srgbClr val="1B1F3B"/>
              </a:solidFill>
              <a:latin typeface="Calibri"/>
            </a:endParaRPr>
          </a:p>
        </p:txBody>
      </p:sp>
      <p:sp>
        <p:nvSpPr>
          <p:cNvPr id="32" name="Rectangle 31">
            <a:extLst>
              <a:ext uri="{FF2B5EF4-FFF2-40B4-BE49-F238E27FC236}">
                <a16:creationId xmlns:a16="http://schemas.microsoft.com/office/drawing/2014/main" id="{E7340510-CC8C-437D-BC36-191B9C14D4E7}"/>
              </a:ext>
            </a:extLst>
          </p:cNvPr>
          <p:cNvSpPr>
            <a:spLocks noGrp="1"/>
          </p:cNvSpPr>
          <p:nvPr/>
        </p:nvSpPr>
        <p:spPr>
          <a:xfrm>
            <a:off x="2524126" y="4048126"/>
            <a:ext cx="590549" cy="590549"/>
          </a:xfrm>
          <a:prstGeom prst="rect">
            <a:avLst/>
          </a:prstGeom>
          <a:noFill/>
          <a:ln w="0">
            <a:noFill/>
            <a:prstDash val="solid"/>
          </a:ln>
        </p:spPr>
        <p:txBody>
          <a:bodyPr wrap="square" lIns="0" tIns="0" rIns="0" bIns="0" anchor="ctr">
            <a:noAutofit/>
          </a:bodyPr>
          <a:lstStyle>
            <a:defPPr algn="ctr">
              <a:defRPr sz="1850" b="1">
                <a:solidFill>
                  <a:srgbClr val="E55B5B"/>
                </a:solidFill>
                <a:latin typeface="Calibri"/>
                <a:ea typeface="Calibri"/>
                <a:cs typeface="Calibri"/>
              </a:defRPr>
            </a:defPPr>
            <a:lvl1pPr algn="ctr">
              <a:defRPr sz="1850" b="1">
                <a:solidFill>
                  <a:srgbClr val="E55B5B"/>
                </a:solidFill>
                <a:latin typeface="Calibri"/>
                <a:ea typeface="Calibri"/>
                <a:cs typeface="Calibri"/>
              </a:defRPr>
            </a:lvl1pPr>
            <a:lvl2pPr algn="ctr">
              <a:defRPr sz="1850" b="1">
                <a:solidFill>
                  <a:srgbClr val="E55B5B"/>
                </a:solidFill>
                <a:latin typeface="Calibri"/>
                <a:ea typeface="Calibri"/>
                <a:cs typeface="Calibri"/>
              </a:defRPr>
            </a:lvl2pPr>
            <a:lvl3pPr algn="ctr">
              <a:defRPr sz="1850" b="1">
                <a:solidFill>
                  <a:srgbClr val="E55B5B"/>
                </a:solidFill>
                <a:latin typeface="Calibri"/>
                <a:ea typeface="Calibri"/>
                <a:cs typeface="Calibri"/>
              </a:defRPr>
            </a:lvl3pPr>
            <a:lvl4pPr algn="ctr">
              <a:defRPr sz="1850" b="1">
                <a:solidFill>
                  <a:srgbClr val="E55B5B"/>
                </a:solidFill>
                <a:latin typeface="Calibri"/>
                <a:ea typeface="Calibri"/>
                <a:cs typeface="Calibri"/>
              </a:defRPr>
            </a:lvl4pPr>
            <a:lvl5pPr algn="ctr">
              <a:defRPr sz="1850" b="1">
                <a:solidFill>
                  <a:srgbClr val="E55B5B"/>
                </a:solidFill>
                <a:latin typeface="Calibri"/>
                <a:ea typeface="Calibri"/>
                <a:cs typeface="Calibri"/>
              </a:defRPr>
            </a:lvl5pPr>
            <a:lvl6pPr algn="ctr">
              <a:defRPr sz="1850" b="1">
                <a:solidFill>
                  <a:srgbClr val="E55B5B"/>
                </a:solidFill>
                <a:latin typeface="Calibri"/>
                <a:ea typeface="Calibri"/>
                <a:cs typeface="Calibri"/>
              </a:defRPr>
            </a:lvl6pPr>
            <a:lvl7pPr algn="ctr">
              <a:defRPr sz="1850" b="1">
                <a:solidFill>
                  <a:srgbClr val="E55B5B"/>
                </a:solidFill>
                <a:latin typeface="Calibri"/>
                <a:ea typeface="Calibri"/>
                <a:cs typeface="Calibri"/>
              </a:defRPr>
            </a:lvl7pPr>
            <a:lvl8pPr algn="ctr">
              <a:defRPr sz="1850" b="1">
                <a:solidFill>
                  <a:srgbClr val="E55B5B"/>
                </a:solidFill>
                <a:latin typeface="Calibri"/>
                <a:ea typeface="Calibri"/>
                <a:cs typeface="Calibri"/>
              </a:defRPr>
            </a:lvl8pPr>
            <a:lvl9pPr algn="ctr">
              <a:defRPr sz="1850" b="1">
                <a:solidFill>
                  <a:srgbClr val="E55B5B"/>
                </a:solidFill>
                <a:latin typeface="Calibri"/>
                <a:ea typeface="Calibri"/>
                <a:cs typeface="Calibri"/>
              </a:defRPr>
            </a:lvl9pPr>
          </a:lstStyle>
          <a:p>
            <a:pPr defTabSz="1219170">
              <a:defRPr sz="1850" b="1">
                <a:solidFill>
                  <a:srgbClr val="E55B5B"/>
                </a:solidFill>
                <a:latin typeface="Calibri"/>
                <a:ea typeface="Calibri"/>
                <a:cs typeface="Calibri"/>
              </a:defRPr>
            </a:pPr>
            <a:r>
              <a:rPr sz="2467"/>
              <a:t>×</a:t>
            </a:r>
          </a:p>
        </p:txBody>
      </p:sp>
      <p:sp>
        <p:nvSpPr>
          <p:cNvPr id="33" name="Rectangle 32">
            <a:extLst>
              <a:ext uri="{FF2B5EF4-FFF2-40B4-BE49-F238E27FC236}">
                <a16:creationId xmlns:a16="http://schemas.microsoft.com/office/drawing/2014/main" id="{EE99CBE3-4A33-4CA0-B15D-180FBACBFEB3}"/>
              </a:ext>
            </a:extLst>
          </p:cNvPr>
          <p:cNvSpPr>
            <a:spLocks noGrp="1"/>
          </p:cNvSpPr>
          <p:nvPr/>
        </p:nvSpPr>
        <p:spPr>
          <a:xfrm>
            <a:off x="3143251" y="4048126"/>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34" name="Rectangle 33">
            <a:extLst>
              <a:ext uri="{FF2B5EF4-FFF2-40B4-BE49-F238E27FC236}">
                <a16:creationId xmlns:a16="http://schemas.microsoft.com/office/drawing/2014/main" id="{D758A821-C0CF-4336-90D7-61757732816C}"/>
              </a:ext>
            </a:extLst>
          </p:cNvPr>
          <p:cNvSpPr>
            <a:spLocks noGrp="1"/>
          </p:cNvSpPr>
          <p:nvPr/>
        </p:nvSpPr>
        <p:spPr>
          <a:xfrm>
            <a:off x="3762375" y="4048126"/>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35" name="Rectangle 34">
            <a:extLst>
              <a:ext uri="{FF2B5EF4-FFF2-40B4-BE49-F238E27FC236}">
                <a16:creationId xmlns:a16="http://schemas.microsoft.com/office/drawing/2014/main" id="{AFA48C43-34D9-4781-9F9D-51902E90E6DA}"/>
              </a:ext>
            </a:extLst>
          </p:cNvPr>
          <p:cNvSpPr>
            <a:spLocks noGrp="1"/>
          </p:cNvSpPr>
          <p:nvPr/>
        </p:nvSpPr>
        <p:spPr>
          <a:xfrm>
            <a:off x="4381500" y="4048126"/>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36" name="Rectangle 35">
            <a:extLst>
              <a:ext uri="{FF2B5EF4-FFF2-40B4-BE49-F238E27FC236}">
                <a16:creationId xmlns:a16="http://schemas.microsoft.com/office/drawing/2014/main" id="{3F4D1034-05D8-4B84-AE70-E6B2E8465ED3}"/>
              </a:ext>
            </a:extLst>
          </p:cNvPr>
          <p:cNvSpPr>
            <a:spLocks noGrp="1"/>
          </p:cNvSpPr>
          <p:nvPr/>
        </p:nvSpPr>
        <p:spPr>
          <a:xfrm>
            <a:off x="666750" y="4667251"/>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37" name="Rectangle 36">
            <a:extLst>
              <a:ext uri="{FF2B5EF4-FFF2-40B4-BE49-F238E27FC236}">
                <a16:creationId xmlns:a16="http://schemas.microsoft.com/office/drawing/2014/main" id="{19AE4A79-F0F5-4820-A269-639A829E1041}"/>
              </a:ext>
            </a:extLst>
          </p:cNvPr>
          <p:cNvSpPr>
            <a:spLocks noGrp="1"/>
          </p:cNvSpPr>
          <p:nvPr/>
        </p:nvSpPr>
        <p:spPr>
          <a:xfrm>
            <a:off x="1285875" y="4667251"/>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38" name="Rectangle 37">
            <a:extLst>
              <a:ext uri="{FF2B5EF4-FFF2-40B4-BE49-F238E27FC236}">
                <a16:creationId xmlns:a16="http://schemas.microsoft.com/office/drawing/2014/main" id="{E220F94F-FE91-405A-A000-9DCB193A2C93}"/>
              </a:ext>
            </a:extLst>
          </p:cNvPr>
          <p:cNvSpPr>
            <a:spLocks noGrp="1"/>
          </p:cNvSpPr>
          <p:nvPr/>
        </p:nvSpPr>
        <p:spPr>
          <a:xfrm>
            <a:off x="1905000" y="4667251"/>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39" name="Rectangle 38">
            <a:extLst>
              <a:ext uri="{FF2B5EF4-FFF2-40B4-BE49-F238E27FC236}">
                <a16:creationId xmlns:a16="http://schemas.microsoft.com/office/drawing/2014/main" id="{4E35912E-8343-4F83-83E6-BA84F006586E}"/>
              </a:ext>
            </a:extLst>
          </p:cNvPr>
          <p:cNvSpPr>
            <a:spLocks noGrp="1"/>
          </p:cNvSpPr>
          <p:nvPr/>
        </p:nvSpPr>
        <p:spPr>
          <a:xfrm>
            <a:off x="2524126" y="4667251"/>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40" name="Rectangle 39">
            <a:extLst>
              <a:ext uri="{FF2B5EF4-FFF2-40B4-BE49-F238E27FC236}">
                <a16:creationId xmlns:a16="http://schemas.microsoft.com/office/drawing/2014/main" id="{12C67C11-42D3-47A6-8777-7CA19C898E34}"/>
              </a:ext>
            </a:extLst>
          </p:cNvPr>
          <p:cNvSpPr>
            <a:spLocks noGrp="1"/>
          </p:cNvSpPr>
          <p:nvPr/>
        </p:nvSpPr>
        <p:spPr>
          <a:xfrm>
            <a:off x="3143251" y="4667251"/>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41" name="Rectangle 40">
            <a:extLst>
              <a:ext uri="{FF2B5EF4-FFF2-40B4-BE49-F238E27FC236}">
                <a16:creationId xmlns:a16="http://schemas.microsoft.com/office/drawing/2014/main" id="{BE9A352D-1CE7-43B2-8158-8C62B2445114}"/>
              </a:ext>
            </a:extLst>
          </p:cNvPr>
          <p:cNvSpPr>
            <a:spLocks noGrp="1"/>
          </p:cNvSpPr>
          <p:nvPr/>
        </p:nvSpPr>
        <p:spPr>
          <a:xfrm>
            <a:off x="3762375" y="4667251"/>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42" name="Rectangle 41">
            <a:extLst>
              <a:ext uri="{FF2B5EF4-FFF2-40B4-BE49-F238E27FC236}">
                <a16:creationId xmlns:a16="http://schemas.microsoft.com/office/drawing/2014/main" id="{7221FA98-B284-47BD-AC70-413FCD8144C7}"/>
              </a:ext>
            </a:extLst>
          </p:cNvPr>
          <p:cNvSpPr>
            <a:spLocks noGrp="1"/>
          </p:cNvSpPr>
          <p:nvPr/>
        </p:nvSpPr>
        <p:spPr>
          <a:xfrm>
            <a:off x="4381500" y="4667251"/>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43" name="Rectangle 42">
            <a:extLst>
              <a:ext uri="{FF2B5EF4-FFF2-40B4-BE49-F238E27FC236}">
                <a16:creationId xmlns:a16="http://schemas.microsoft.com/office/drawing/2014/main" id="{63BED4A1-C9AC-4766-9885-F28EC0F7FCF3}"/>
              </a:ext>
            </a:extLst>
          </p:cNvPr>
          <p:cNvSpPr>
            <a:spLocks noGrp="1"/>
          </p:cNvSpPr>
          <p:nvPr/>
        </p:nvSpPr>
        <p:spPr>
          <a:xfrm>
            <a:off x="952500" y="3714749"/>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44" name="Rectangle 43">
            <a:extLst>
              <a:ext uri="{FF2B5EF4-FFF2-40B4-BE49-F238E27FC236}">
                <a16:creationId xmlns:a16="http://schemas.microsoft.com/office/drawing/2014/main" id="{220A7072-05CA-4463-9F49-8172A6DE860F}"/>
              </a:ext>
            </a:extLst>
          </p:cNvPr>
          <p:cNvSpPr>
            <a:spLocks noGrp="1"/>
          </p:cNvSpPr>
          <p:nvPr/>
        </p:nvSpPr>
        <p:spPr>
          <a:xfrm>
            <a:off x="1571625" y="30956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45" name="Straight Arrow Connector 44">
            <a:extLst>
              <a:ext uri="{FF2B5EF4-FFF2-40B4-BE49-F238E27FC236}">
                <a16:creationId xmlns:a16="http://schemas.microsoft.com/office/drawing/2014/main" id="{470C8569-1B27-4D7A-A86C-49071A052E9B}"/>
              </a:ext>
            </a:extLst>
          </p:cNvPr>
          <p:cNvCxnSpPr>
            <a:stCxn id="43" idx="0"/>
            <a:endCxn id="44" idx="1"/>
          </p:cNvCxnSpPr>
          <p:nvPr/>
        </p:nvCxnSpPr>
        <p:spPr>
          <a:xfrm flipV="1">
            <a:off x="962025" y="3105149"/>
            <a:ext cx="609600" cy="609600"/>
          </a:xfrm>
          <a:prstGeom prst="straightConnector1">
            <a:avLst/>
          </a:prstGeom>
          <a:ln w="42862">
            <a:solidFill>
              <a:srgbClr val="2D3A8C"/>
            </a:solidFill>
            <a:prstDash val="solid"/>
          </a:ln>
        </p:spPr>
      </p:cxnSp>
      <p:sp>
        <p:nvSpPr>
          <p:cNvPr id="46" name="Rectangle 45">
            <a:extLst>
              <a:ext uri="{FF2B5EF4-FFF2-40B4-BE49-F238E27FC236}">
                <a16:creationId xmlns:a16="http://schemas.microsoft.com/office/drawing/2014/main" id="{5C2D5F0E-A9D7-453A-84AF-27A53A24D4BB}"/>
              </a:ext>
            </a:extLst>
          </p:cNvPr>
          <p:cNvSpPr>
            <a:spLocks noGrp="1"/>
          </p:cNvSpPr>
          <p:nvPr/>
        </p:nvSpPr>
        <p:spPr>
          <a:xfrm>
            <a:off x="1571625" y="309562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47" name="Rectangle 46">
            <a:extLst>
              <a:ext uri="{FF2B5EF4-FFF2-40B4-BE49-F238E27FC236}">
                <a16:creationId xmlns:a16="http://schemas.microsoft.com/office/drawing/2014/main" id="{B571E172-744C-4B16-ADA0-5079C2DCEA57}"/>
              </a:ext>
            </a:extLst>
          </p:cNvPr>
          <p:cNvSpPr>
            <a:spLocks noGrp="1"/>
          </p:cNvSpPr>
          <p:nvPr/>
        </p:nvSpPr>
        <p:spPr>
          <a:xfrm>
            <a:off x="2190749" y="30956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48" name="Straight Arrow Connector 47">
            <a:extLst>
              <a:ext uri="{FF2B5EF4-FFF2-40B4-BE49-F238E27FC236}">
                <a16:creationId xmlns:a16="http://schemas.microsoft.com/office/drawing/2014/main" id="{046B5D52-9FC6-4284-8B8F-7483088FF5FD}"/>
              </a:ext>
            </a:extLst>
          </p:cNvPr>
          <p:cNvCxnSpPr>
            <a:stCxn id="46" idx="3"/>
            <a:endCxn id="47" idx="1"/>
          </p:cNvCxnSpPr>
          <p:nvPr/>
        </p:nvCxnSpPr>
        <p:spPr>
          <a:xfrm>
            <a:off x="1590675" y="3105149"/>
            <a:ext cx="600075" cy="0"/>
          </a:xfrm>
          <a:prstGeom prst="straightConnector1">
            <a:avLst/>
          </a:prstGeom>
          <a:ln w="42862">
            <a:solidFill>
              <a:srgbClr val="2D3A8C"/>
            </a:solidFill>
            <a:prstDash val="solid"/>
          </a:ln>
        </p:spPr>
      </p:cxnSp>
      <p:sp>
        <p:nvSpPr>
          <p:cNvPr id="49" name="Rectangle 48">
            <a:extLst>
              <a:ext uri="{FF2B5EF4-FFF2-40B4-BE49-F238E27FC236}">
                <a16:creationId xmlns:a16="http://schemas.microsoft.com/office/drawing/2014/main" id="{8801E863-7DE9-46DC-BB22-5F48FBDEBDF3}"/>
              </a:ext>
            </a:extLst>
          </p:cNvPr>
          <p:cNvSpPr>
            <a:spLocks noGrp="1"/>
          </p:cNvSpPr>
          <p:nvPr/>
        </p:nvSpPr>
        <p:spPr>
          <a:xfrm>
            <a:off x="2190749" y="309562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50" name="Rectangle 49">
            <a:extLst>
              <a:ext uri="{FF2B5EF4-FFF2-40B4-BE49-F238E27FC236}">
                <a16:creationId xmlns:a16="http://schemas.microsoft.com/office/drawing/2014/main" id="{62D6320B-1375-4705-88A5-18A9D991261C}"/>
              </a:ext>
            </a:extLst>
          </p:cNvPr>
          <p:cNvSpPr>
            <a:spLocks noGrp="1"/>
          </p:cNvSpPr>
          <p:nvPr/>
        </p:nvSpPr>
        <p:spPr>
          <a:xfrm>
            <a:off x="2809875" y="30956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51" name="Straight Arrow Connector 50">
            <a:extLst>
              <a:ext uri="{FF2B5EF4-FFF2-40B4-BE49-F238E27FC236}">
                <a16:creationId xmlns:a16="http://schemas.microsoft.com/office/drawing/2014/main" id="{94969C0E-A253-43B9-BE3B-3F5796776621}"/>
              </a:ext>
            </a:extLst>
          </p:cNvPr>
          <p:cNvCxnSpPr>
            <a:stCxn id="49" idx="3"/>
            <a:endCxn id="50" idx="1"/>
          </p:cNvCxnSpPr>
          <p:nvPr/>
        </p:nvCxnSpPr>
        <p:spPr>
          <a:xfrm>
            <a:off x="2209800" y="3105149"/>
            <a:ext cx="600075" cy="0"/>
          </a:xfrm>
          <a:prstGeom prst="straightConnector1">
            <a:avLst/>
          </a:prstGeom>
          <a:ln w="42862">
            <a:solidFill>
              <a:srgbClr val="2D3A8C"/>
            </a:solidFill>
            <a:prstDash val="solid"/>
          </a:ln>
        </p:spPr>
      </p:cxnSp>
      <p:sp>
        <p:nvSpPr>
          <p:cNvPr id="52" name="Rectangle 51">
            <a:extLst>
              <a:ext uri="{FF2B5EF4-FFF2-40B4-BE49-F238E27FC236}">
                <a16:creationId xmlns:a16="http://schemas.microsoft.com/office/drawing/2014/main" id="{2970BA52-C0AF-4A28-8879-1BC85FE10153}"/>
              </a:ext>
            </a:extLst>
          </p:cNvPr>
          <p:cNvSpPr>
            <a:spLocks noGrp="1"/>
          </p:cNvSpPr>
          <p:nvPr/>
        </p:nvSpPr>
        <p:spPr>
          <a:xfrm>
            <a:off x="2809875" y="309562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53" name="Rectangle 52">
            <a:extLst>
              <a:ext uri="{FF2B5EF4-FFF2-40B4-BE49-F238E27FC236}">
                <a16:creationId xmlns:a16="http://schemas.microsoft.com/office/drawing/2014/main" id="{DEEF206F-FF98-4C8E-BEB2-4622DFA33135}"/>
              </a:ext>
            </a:extLst>
          </p:cNvPr>
          <p:cNvSpPr>
            <a:spLocks noGrp="1"/>
          </p:cNvSpPr>
          <p:nvPr/>
        </p:nvSpPr>
        <p:spPr>
          <a:xfrm>
            <a:off x="3429000" y="30956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54" name="Straight Arrow Connector 53">
            <a:extLst>
              <a:ext uri="{FF2B5EF4-FFF2-40B4-BE49-F238E27FC236}">
                <a16:creationId xmlns:a16="http://schemas.microsoft.com/office/drawing/2014/main" id="{95A40633-368B-4E2B-AE25-9076937E42BF}"/>
              </a:ext>
            </a:extLst>
          </p:cNvPr>
          <p:cNvCxnSpPr>
            <a:stCxn id="52" idx="3"/>
            <a:endCxn id="53" idx="1"/>
          </p:cNvCxnSpPr>
          <p:nvPr/>
        </p:nvCxnSpPr>
        <p:spPr>
          <a:xfrm>
            <a:off x="2828925" y="3105149"/>
            <a:ext cx="600075" cy="0"/>
          </a:xfrm>
          <a:prstGeom prst="straightConnector1">
            <a:avLst/>
          </a:prstGeom>
          <a:ln w="42862">
            <a:solidFill>
              <a:srgbClr val="2D3A8C"/>
            </a:solidFill>
            <a:prstDash val="solid"/>
          </a:ln>
        </p:spPr>
      </p:cxnSp>
      <p:sp>
        <p:nvSpPr>
          <p:cNvPr id="55" name="Rectangle 54">
            <a:extLst>
              <a:ext uri="{FF2B5EF4-FFF2-40B4-BE49-F238E27FC236}">
                <a16:creationId xmlns:a16="http://schemas.microsoft.com/office/drawing/2014/main" id="{8C2F162D-EBEC-4843-9375-8CD51CFC35E5}"/>
              </a:ext>
            </a:extLst>
          </p:cNvPr>
          <p:cNvSpPr>
            <a:spLocks noGrp="1"/>
          </p:cNvSpPr>
          <p:nvPr/>
        </p:nvSpPr>
        <p:spPr>
          <a:xfrm>
            <a:off x="3429000" y="309562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56" name="Rectangle 55">
            <a:extLst>
              <a:ext uri="{FF2B5EF4-FFF2-40B4-BE49-F238E27FC236}">
                <a16:creationId xmlns:a16="http://schemas.microsoft.com/office/drawing/2014/main" id="{D03EC605-18DC-4449-BED8-D76E3765240F}"/>
              </a:ext>
            </a:extLst>
          </p:cNvPr>
          <p:cNvSpPr>
            <a:spLocks noGrp="1"/>
          </p:cNvSpPr>
          <p:nvPr/>
        </p:nvSpPr>
        <p:spPr>
          <a:xfrm>
            <a:off x="4048125" y="3095625"/>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57" name="Straight Arrow Connector 56">
            <a:extLst>
              <a:ext uri="{FF2B5EF4-FFF2-40B4-BE49-F238E27FC236}">
                <a16:creationId xmlns:a16="http://schemas.microsoft.com/office/drawing/2014/main" id="{2652792E-4358-402A-AB64-D28739BF0463}"/>
              </a:ext>
            </a:extLst>
          </p:cNvPr>
          <p:cNvCxnSpPr>
            <a:stCxn id="55" idx="3"/>
            <a:endCxn id="56" idx="1"/>
          </p:cNvCxnSpPr>
          <p:nvPr/>
        </p:nvCxnSpPr>
        <p:spPr>
          <a:xfrm>
            <a:off x="3448051" y="3105149"/>
            <a:ext cx="600075" cy="0"/>
          </a:xfrm>
          <a:prstGeom prst="straightConnector1">
            <a:avLst/>
          </a:prstGeom>
          <a:ln w="42862">
            <a:solidFill>
              <a:srgbClr val="2D3A8C"/>
            </a:solidFill>
            <a:prstDash val="solid"/>
          </a:ln>
        </p:spPr>
      </p:cxnSp>
      <p:sp>
        <p:nvSpPr>
          <p:cNvPr id="58" name="Rectangle 57">
            <a:extLst>
              <a:ext uri="{FF2B5EF4-FFF2-40B4-BE49-F238E27FC236}">
                <a16:creationId xmlns:a16="http://schemas.microsoft.com/office/drawing/2014/main" id="{8A2B58A0-95E0-40CC-9582-8974F5367BC6}"/>
              </a:ext>
            </a:extLst>
          </p:cNvPr>
          <p:cNvSpPr>
            <a:spLocks noGrp="1"/>
          </p:cNvSpPr>
          <p:nvPr/>
        </p:nvSpPr>
        <p:spPr>
          <a:xfrm>
            <a:off x="4048125" y="3095625"/>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59" name="Rectangle 58">
            <a:extLst>
              <a:ext uri="{FF2B5EF4-FFF2-40B4-BE49-F238E27FC236}">
                <a16:creationId xmlns:a16="http://schemas.microsoft.com/office/drawing/2014/main" id="{9FB6AE03-CDAB-401A-95F6-60B983B4FC80}"/>
              </a:ext>
            </a:extLst>
          </p:cNvPr>
          <p:cNvSpPr>
            <a:spLocks noGrp="1"/>
          </p:cNvSpPr>
          <p:nvPr/>
        </p:nvSpPr>
        <p:spPr>
          <a:xfrm>
            <a:off x="4667251" y="3714749"/>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60" name="Straight Arrow Connector 59">
            <a:extLst>
              <a:ext uri="{FF2B5EF4-FFF2-40B4-BE49-F238E27FC236}">
                <a16:creationId xmlns:a16="http://schemas.microsoft.com/office/drawing/2014/main" id="{5AB06E63-5743-49DD-ACB9-4B445EF98A89}"/>
              </a:ext>
            </a:extLst>
          </p:cNvPr>
          <p:cNvCxnSpPr>
            <a:stCxn id="58" idx="2"/>
            <a:endCxn id="59" idx="1"/>
          </p:cNvCxnSpPr>
          <p:nvPr/>
        </p:nvCxnSpPr>
        <p:spPr>
          <a:xfrm>
            <a:off x="4057651" y="3114675"/>
            <a:ext cx="609600" cy="609600"/>
          </a:xfrm>
          <a:prstGeom prst="straightConnector1">
            <a:avLst/>
          </a:prstGeom>
          <a:ln w="42862">
            <a:solidFill>
              <a:srgbClr val="2D3A8C"/>
            </a:solidFill>
            <a:prstDash val="solid"/>
          </a:ln>
        </p:spPr>
      </p:cxnSp>
      <p:sp>
        <p:nvSpPr>
          <p:cNvPr id="61" name="Oval 60">
            <a:extLst>
              <a:ext uri="{FF2B5EF4-FFF2-40B4-BE49-F238E27FC236}">
                <a16:creationId xmlns:a16="http://schemas.microsoft.com/office/drawing/2014/main" id="{66A53D08-4517-4623-A425-C1E4730EE594}"/>
              </a:ext>
            </a:extLst>
          </p:cNvPr>
          <p:cNvSpPr>
            <a:spLocks noGrp="1"/>
          </p:cNvSpPr>
          <p:nvPr/>
        </p:nvSpPr>
        <p:spPr>
          <a:xfrm>
            <a:off x="771525" y="3533775"/>
            <a:ext cx="381000" cy="381000"/>
          </a:xfrm>
          <a:prstGeom prst="ellipse">
            <a:avLst/>
          </a:prstGeom>
          <a:solidFill>
            <a:srgbClr val="2D3A8C"/>
          </a:solidFill>
          <a:ln w="21431">
            <a:solidFill>
              <a:srgbClr val="FFFFFF"/>
            </a:solidFill>
            <a:prstDash val="solid"/>
          </a:ln>
        </p:spPr>
        <p:txBody>
          <a:bodyPr/>
          <a:lstStyle/>
          <a:p>
            <a:pPr defTabSz="1219170"/>
            <a:endParaRPr sz="2400">
              <a:solidFill>
                <a:srgbClr val="1B1F3B"/>
              </a:solidFill>
              <a:latin typeface="Calibri"/>
            </a:endParaRPr>
          </a:p>
        </p:txBody>
      </p:sp>
      <p:sp>
        <p:nvSpPr>
          <p:cNvPr id="62" name="Rectangle 61">
            <a:extLst>
              <a:ext uri="{FF2B5EF4-FFF2-40B4-BE49-F238E27FC236}">
                <a16:creationId xmlns:a16="http://schemas.microsoft.com/office/drawing/2014/main" id="{E0777B13-C952-4DE2-A148-CCAB8739DAA7}"/>
              </a:ext>
            </a:extLst>
          </p:cNvPr>
          <p:cNvSpPr>
            <a:spLocks noGrp="1"/>
          </p:cNvSpPr>
          <p:nvPr/>
        </p:nvSpPr>
        <p:spPr>
          <a:xfrm>
            <a:off x="771525" y="3524251"/>
            <a:ext cx="381000" cy="381000"/>
          </a:xfrm>
          <a:prstGeom prst="rect">
            <a:avLst/>
          </a:prstGeom>
          <a:noFill/>
          <a:ln w="0">
            <a:noFill/>
            <a:prstDash val="solid"/>
          </a:ln>
        </p:spPr>
        <p:txBody>
          <a:bodyPr wrap="square" lIns="0" tIns="0" rIns="0" bIns="0" anchor="ctr">
            <a:noAutofit/>
          </a:bodyPr>
          <a:lstStyle>
            <a:defPPr algn="ctr">
              <a:defRPr sz="1300" b="1">
                <a:solidFill>
                  <a:srgbClr val="FFFFFF"/>
                </a:solidFill>
                <a:latin typeface="Calibri"/>
                <a:ea typeface="Calibri"/>
                <a:cs typeface="Calibri"/>
              </a:defRPr>
            </a:defPPr>
            <a:lvl1pPr algn="ctr">
              <a:defRPr sz="1300" b="1">
                <a:solidFill>
                  <a:srgbClr val="FFFFFF"/>
                </a:solidFill>
                <a:latin typeface="Calibri"/>
                <a:ea typeface="Calibri"/>
                <a:cs typeface="Calibri"/>
              </a:defRPr>
            </a:lvl1pPr>
            <a:lvl2pPr algn="ctr">
              <a:defRPr sz="1300" b="1">
                <a:solidFill>
                  <a:srgbClr val="FFFFFF"/>
                </a:solidFill>
                <a:latin typeface="Calibri"/>
                <a:ea typeface="Calibri"/>
                <a:cs typeface="Calibri"/>
              </a:defRPr>
            </a:lvl2pPr>
            <a:lvl3pPr algn="ctr">
              <a:defRPr sz="1300" b="1">
                <a:solidFill>
                  <a:srgbClr val="FFFFFF"/>
                </a:solidFill>
                <a:latin typeface="Calibri"/>
                <a:ea typeface="Calibri"/>
                <a:cs typeface="Calibri"/>
              </a:defRPr>
            </a:lvl3pPr>
            <a:lvl4pPr algn="ctr">
              <a:defRPr sz="1300" b="1">
                <a:solidFill>
                  <a:srgbClr val="FFFFFF"/>
                </a:solidFill>
                <a:latin typeface="Calibri"/>
                <a:ea typeface="Calibri"/>
                <a:cs typeface="Calibri"/>
              </a:defRPr>
            </a:lvl4pPr>
            <a:lvl5pPr algn="ctr">
              <a:defRPr sz="1300" b="1">
                <a:solidFill>
                  <a:srgbClr val="FFFFFF"/>
                </a:solidFill>
                <a:latin typeface="Calibri"/>
                <a:ea typeface="Calibri"/>
                <a:cs typeface="Calibri"/>
              </a:defRPr>
            </a:lvl5pPr>
            <a:lvl6pPr algn="ctr">
              <a:defRPr sz="1300" b="1">
                <a:solidFill>
                  <a:srgbClr val="FFFFFF"/>
                </a:solidFill>
                <a:latin typeface="Calibri"/>
                <a:ea typeface="Calibri"/>
                <a:cs typeface="Calibri"/>
              </a:defRPr>
            </a:lvl6pPr>
            <a:lvl7pPr algn="ctr">
              <a:defRPr sz="1300" b="1">
                <a:solidFill>
                  <a:srgbClr val="FFFFFF"/>
                </a:solidFill>
                <a:latin typeface="Calibri"/>
                <a:ea typeface="Calibri"/>
                <a:cs typeface="Calibri"/>
              </a:defRPr>
            </a:lvl7pPr>
            <a:lvl8pPr algn="ctr">
              <a:defRPr sz="1300" b="1">
                <a:solidFill>
                  <a:srgbClr val="FFFFFF"/>
                </a:solidFill>
                <a:latin typeface="Calibri"/>
                <a:ea typeface="Calibri"/>
                <a:cs typeface="Calibri"/>
              </a:defRPr>
            </a:lvl8pPr>
            <a:lvl9pPr algn="ctr">
              <a:defRPr sz="1300" b="1">
                <a:solidFill>
                  <a:srgbClr val="FFFFFF"/>
                </a:solidFill>
                <a:latin typeface="Calibri"/>
                <a:ea typeface="Calibri"/>
                <a:cs typeface="Calibri"/>
              </a:defRPr>
            </a:lvl9pPr>
          </a:lstStyle>
          <a:p>
            <a:pPr defTabSz="1219170">
              <a:defRPr sz="1300" b="1">
                <a:solidFill>
                  <a:srgbClr val="FFFFFF"/>
                </a:solidFill>
                <a:latin typeface="Calibri"/>
                <a:ea typeface="Calibri"/>
                <a:cs typeface="Calibri"/>
              </a:defRPr>
            </a:pPr>
            <a:r>
              <a:rPr sz="1733"/>
              <a:t>S</a:t>
            </a:r>
          </a:p>
        </p:txBody>
      </p:sp>
      <p:sp>
        <p:nvSpPr>
          <p:cNvPr id="63" name="Oval 62">
            <a:extLst>
              <a:ext uri="{FF2B5EF4-FFF2-40B4-BE49-F238E27FC236}">
                <a16:creationId xmlns:a16="http://schemas.microsoft.com/office/drawing/2014/main" id="{C8729984-50F6-41FF-BE2F-BFA5CA3F298C}"/>
              </a:ext>
            </a:extLst>
          </p:cNvPr>
          <p:cNvSpPr>
            <a:spLocks noGrp="1"/>
          </p:cNvSpPr>
          <p:nvPr/>
        </p:nvSpPr>
        <p:spPr>
          <a:xfrm>
            <a:off x="4486275" y="3533775"/>
            <a:ext cx="381000" cy="381000"/>
          </a:xfrm>
          <a:prstGeom prst="ellipse">
            <a:avLst/>
          </a:prstGeom>
          <a:solidFill>
            <a:srgbClr val="1B1F3B"/>
          </a:solidFill>
          <a:ln w="21431">
            <a:solidFill>
              <a:srgbClr val="FFFFFF"/>
            </a:solidFill>
            <a:prstDash val="solid"/>
          </a:ln>
        </p:spPr>
        <p:txBody>
          <a:bodyPr/>
          <a:lstStyle/>
          <a:p>
            <a:pPr defTabSz="1219170"/>
            <a:endParaRPr sz="2400">
              <a:solidFill>
                <a:srgbClr val="1B1F3B"/>
              </a:solidFill>
              <a:latin typeface="Calibri"/>
            </a:endParaRPr>
          </a:p>
        </p:txBody>
      </p:sp>
      <p:sp>
        <p:nvSpPr>
          <p:cNvPr id="64" name="Rectangle 63">
            <a:extLst>
              <a:ext uri="{FF2B5EF4-FFF2-40B4-BE49-F238E27FC236}">
                <a16:creationId xmlns:a16="http://schemas.microsoft.com/office/drawing/2014/main" id="{B9E14577-B34D-4406-89B5-BFCC222E506C}"/>
              </a:ext>
            </a:extLst>
          </p:cNvPr>
          <p:cNvSpPr>
            <a:spLocks noGrp="1"/>
          </p:cNvSpPr>
          <p:nvPr/>
        </p:nvSpPr>
        <p:spPr>
          <a:xfrm>
            <a:off x="4486275" y="3524251"/>
            <a:ext cx="381000" cy="381000"/>
          </a:xfrm>
          <a:prstGeom prst="rect">
            <a:avLst/>
          </a:prstGeom>
          <a:noFill/>
          <a:ln w="0">
            <a:noFill/>
            <a:prstDash val="solid"/>
          </a:ln>
        </p:spPr>
        <p:txBody>
          <a:bodyPr wrap="square" lIns="0" tIns="0" rIns="0" bIns="0" anchor="ctr">
            <a:noAutofit/>
          </a:bodyPr>
          <a:lstStyle>
            <a:defPPr algn="ctr">
              <a:defRPr sz="1300" b="1">
                <a:solidFill>
                  <a:srgbClr val="FFFFFF"/>
                </a:solidFill>
                <a:latin typeface="Calibri"/>
                <a:ea typeface="Calibri"/>
                <a:cs typeface="Calibri"/>
              </a:defRPr>
            </a:defPPr>
            <a:lvl1pPr algn="ctr">
              <a:defRPr sz="1300" b="1">
                <a:solidFill>
                  <a:srgbClr val="FFFFFF"/>
                </a:solidFill>
                <a:latin typeface="Calibri"/>
                <a:ea typeface="Calibri"/>
                <a:cs typeface="Calibri"/>
              </a:defRPr>
            </a:lvl1pPr>
            <a:lvl2pPr algn="ctr">
              <a:defRPr sz="1300" b="1">
                <a:solidFill>
                  <a:srgbClr val="FFFFFF"/>
                </a:solidFill>
                <a:latin typeface="Calibri"/>
                <a:ea typeface="Calibri"/>
                <a:cs typeface="Calibri"/>
              </a:defRPr>
            </a:lvl2pPr>
            <a:lvl3pPr algn="ctr">
              <a:defRPr sz="1300" b="1">
                <a:solidFill>
                  <a:srgbClr val="FFFFFF"/>
                </a:solidFill>
                <a:latin typeface="Calibri"/>
                <a:ea typeface="Calibri"/>
                <a:cs typeface="Calibri"/>
              </a:defRPr>
            </a:lvl3pPr>
            <a:lvl4pPr algn="ctr">
              <a:defRPr sz="1300" b="1">
                <a:solidFill>
                  <a:srgbClr val="FFFFFF"/>
                </a:solidFill>
                <a:latin typeface="Calibri"/>
                <a:ea typeface="Calibri"/>
                <a:cs typeface="Calibri"/>
              </a:defRPr>
            </a:lvl4pPr>
            <a:lvl5pPr algn="ctr">
              <a:defRPr sz="1300" b="1">
                <a:solidFill>
                  <a:srgbClr val="FFFFFF"/>
                </a:solidFill>
                <a:latin typeface="Calibri"/>
                <a:ea typeface="Calibri"/>
                <a:cs typeface="Calibri"/>
              </a:defRPr>
            </a:lvl5pPr>
            <a:lvl6pPr algn="ctr">
              <a:defRPr sz="1300" b="1">
                <a:solidFill>
                  <a:srgbClr val="FFFFFF"/>
                </a:solidFill>
                <a:latin typeface="Calibri"/>
                <a:ea typeface="Calibri"/>
                <a:cs typeface="Calibri"/>
              </a:defRPr>
            </a:lvl6pPr>
            <a:lvl7pPr algn="ctr">
              <a:defRPr sz="1300" b="1">
                <a:solidFill>
                  <a:srgbClr val="FFFFFF"/>
                </a:solidFill>
                <a:latin typeface="Calibri"/>
                <a:ea typeface="Calibri"/>
                <a:cs typeface="Calibri"/>
              </a:defRPr>
            </a:lvl7pPr>
            <a:lvl8pPr algn="ctr">
              <a:defRPr sz="1300" b="1">
                <a:solidFill>
                  <a:srgbClr val="FFFFFF"/>
                </a:solidFill>
                <a:latin typeface="Calibri"/>
                <a:ea typeface="Calibri"/>
                <a:cs typeface="Calibri"/>
              </a:defRPr>
            </a:lvl8pPr>
            <a:lvl9pPr algn="ctr">
              <a:defRPr sz="1300" b="1">
                <a:solidFill>
                  <a:srgbClr val="FFFFFF"/>
                </a:solidFill>
                <a:latin typeface="Calibri"/>
                <a:ea typeface="Calibri"/>
                <a:cs typeface="Calibri"/>
              </a:defRPr>
            </a:lvl9pPr>
          </a:lstStyle>
          <a:p>
            <a:pPr defTabSz="1219170">
              <a:defRPr sz="1300" b="1">
                <a:solidFill>
                  <a:srgbClr val="FFFFFF"/>
                </a:solidFill>
                <a:latin typeface="Calibri"/>
                <a:ea typeface="Calibri"/>
                <a:cs typeface="Calibri"/>
              </a:defRPr>
            </a:pPr>
            <a:r>
              <a:rPr sz="1733"/>
              <a:t>G</a:t>
            </a:r>
          </a:p>
        </p:txBody>
      </p:sp>
      <p:sp>
        <p:nvSpPr>
          <p:cNvPr id="65" name="Rectangle 64">
            <a:extLst>
              <a:ext uri="{FF2B5EF4-FFF2-40B4-BE49-F238E27FC236}">
                <a16:creationId xmlns:a16="http://schemas.microsoft.com/office/drawing/2014/main" id="{FF501997-5A6C-45D0-A4E6-237845E908DA}"/>
              </a:ext>
            </a:extLst>
          </p:cNvPr>
          <p:cNvSpPr>
            <a:spLocks noGrp="1"/>
          </p:cNvSpPr>
          <p:nvPr/>
        </p:nvSpPr>
        <p:spPr>
          <a:xfrm>
            <a:off x="7096126" y="2190750"/>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66" name="Rectangle 65">
            <a:extLst>
              <a:ext uri="{FF2B5EF4-FFF2-40B4-BE49-F238E27FC236}">
                <a16:creationId xmlns:a16="http://schemas.microsoft.com/office/drawing/2014/main" id="{379255CA-7564-4E79-A787-5018E10DAC58}"/>
              </a:ext>
            </a:extLst>
          </p:cNvPr>
          <p:cNvSpPr>
            <a:spLocks noGrp="1"/>
          </p:cNvSpPr>
          <p:nvPr/>
        </p:nvSpPr>
        <p:spPr>
          <a:xfrm>
            <a:off x="7715251" y="2190750"/>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67" name="Rectangle 66">
            <a:extLst>
              <a:ext uri="{FF2B5EF4-FFF2-40B4-BE49-F238E27FC236}">
                <a16:creationId xmlns:a16="http://schemas.microsoft.com/office/drawing/2014/main" id="{04862CA1-6499-4DCD-98C6-10B37CE15FF9}"/>
              </a:ext>
            </a:extLst>
          </p:cNvPr>
          <p:cNvSpPr>
            <a:spLocks noGrp="1"/>
          </p:cNvSpPr>
          <p:nvPr/>
        </p:nvSpPr>
        <p:spPr>
          <a:xfrm>
            <a:off x="8334375" y="2190750"/>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68" name="Rectangle 67">
            <a:extLst>
              <a:ext uri="{FF2B5EF4-FFF2-40B4-BE49-F238E27FC236}">
                <a16:creationId xmlns:a16="http://schemas.microsoft.com/office/drawing/2014/main" id="{FCF82600-C805-4558-B307-FF28DDB168D5}"/>
              </a:ext>
            </a:extLst>
          </p:cNvPr>
          <p:cNvSpPr>
            <a:spLocks noGrp="1"/>
          </p:cNvSpPr>
          <p:nvPr/>
        </p:nvSpPr>
        <p:spPr>
          <a:xfrm>
            <a:off x="8953500" y="2190750"/>
            <a:ext cx="590549" cy="590549"/>
          </a:xfrm>
          <a:prstGeom prst="rect">
            <a:avLst/>
          </a:prstGeom>
          <a:solidFill>
            <a:srgbClr val="FBE5E5"/>
          </a:solidFill>
          <a:ln w="7144">
            <a:solidFill>
              <a:srgbClr val="FFFFFF"/>
            </a:solidFill>
            <a:prstDash val="solid"/>
          </a:ln>
        </p:spPr>
        <p:txBody>
          <a:bodyPr/>
          <a:lstStyle/>
          <a:p>
            <a:pPr defTabSz="1219170"/>
            <a:endParaRPr sz="2400">
              <a:solidFill>
                <a:srgbClr val="1B1F3B"/>
              </a:solidFill>
              <a:latin typeface="Calibri"/>
            </a:endParaRPr>
          </a:p>
        </p:txBody>
      </p:sp>
      <p:sp>
        <p:nvSpPr>
          <p:cNvPr id="69" name="Rectangle 68">
            <a:extLst>
              <a:ext uri="{FF2B5EF4-FFF2-40B4-BE49-F238E27FC236}">
                <a16:creationId xmlns:a16="http://schemas.microsoft.com/office/drawing/2014/main" id="{8D74D8D2-A85C-4D32-8214-E2A9A1731365}"/>
              </a:ext>
            </a:extLst>
          </p:cNvPr>
          <p:cNvSpPr>
            <a:spLocks noGrp="1"/>
          </p:cNvSpPr>
          <p:nvPr/>
        </p:nvSpPr>
        <p:spPr>
          <a:xfrm>
            <a:off x="8953500" y="2190750"/>
            <a:ext cx="590549" cy="590549"/>
          </a:xfrm>
          <a:prstGeom prst="rect">
            <a:avLst/>
          </a:prstGeom>
          <a:noFill/>
          <a:ln w="0">
            <a:noFill/>
            <a:prstDash val="solid"/>
          </a:ln>
        </p:spPr>
        <p:txBody>
          <a:bodyPr wrap="square" lIns="0" tIns="0" rIns="0" bIns="0" anchor="ctr">
            <a:noAutofit/>
          </a:bodyPr>
          <a:lstStyle>
            <a:defPPr algn="ctr">
              <a:defRPr sz="1850" b="1">
                <a:solidFill>
                  <a:srgbClr val="E55B5B"/>
                </a:solidFill>
                <a:latin typeface="Calibri"/>
                <a:ea typeface="Calibri"/>
                <a:cs typeface="Calibri"/>
              </a:defRPr>
            </a:defPPr>
            <a:lvl1pPr algn="ctr">
              <a:defRPr sz="1850" b="1">
                <a:solidFill>
                  <a:srgbClr val="E55B5B"/>
                </a:solidFill>
                <a:latin typeface="Calibri"/>
                <a:ea typeface="Calibri"/>
                <a:cs typeface="Calibri"/>
              </a:defRPr>
            </a:lvl1pPr>
            <a:lvl2pPr algn="ctr">
              <a:defRPr sz="1850" b="1">
                <a:solidFill>
                  <a:srgbClr val="E55B5B"/>
                </a:solidFill>
                <a:latin typeface="Calibri"/>
                <a:ea typeface="Calibri"/>
                <a:cs typeface="Calibri"/>
              </a:defRPr>
            </a:lvl2pPr>
            <a:lvl3pPr algn="ctr">
              <a:defRPr sz="1850" b="1">
                <a:solidFill>
                  <a:srgbClr val="E55B5B"/>
                </a:solidFill>
                <a:latin typeface="Calibri"/>
                <a:ea typeface="Calibri"/>
                <a:cs typeface="Calibri"/>
              </a:defRPr>
            </a:lvl3pPr>
            <a:lvl4pPr algn="ctr">
              <a:defRPr sz="1850" b="1">
                <a:solidFill>
                  <a:srgbClr val="E55B5B"/>
                </a:solidFill>
                <a:latin typeface="Calibri"/>
                <a:ea typeface="Calibri"/>
                <a:cs typeface="Calibri"/>
              </a:defRPr>
            </a:lvl4pPr>
            <a:lvl5pPr algn="ctr">
              <a:defRPr sz="1850" b="1">
                <a:solidFill>
                  <a:srgbClr val="E55B5B"/>
                </a:solidFill>
                <a:latin typeface="Calibri"/>
                <a:ea typeface="Calibri"/>
                <a:cs typeface="Calibri"/>
              </a:defRPr>
            </a:lvl5pPr>
            <a:lvl6pPr algn="ctr">
              <a:defRPr sz="1850" b="1">
                <a:solidFill>
                  <a:srgbClr val="E55B5B"/>
                </a:solidFill>
                <a:latin typeface="Calibri"/>
                <a:ea typeface="Calibri"/>
                <a:cs typeface="Calibri"/>
              </a:defRPr>
            </a:lvl6pPr>
            <a:lvl7pPr algn="ctr">
              <a:defRPr sz="1850" b="1">
                <a:solidFill>
                  <a:srgbClr val="E55B5B"/>
                </a:solidFill>
                <a:latin typeface="Calibri"/>
                <a:ea typeface="Calibri"/>
                <a:cs typeface="Calibri"/>
              </a:defRPr>
            </a:lvl7pPr>
            <a:lvl8pPr algn="ctr">
              <a:defRPr sz="1850" b="1">
                <a:solidFill>
                  <a:srgbClr val="E55B5B"/>
                </a:solidFill>
                <a:latin typeface="Calibri"/>
                <a:ea typeface="Calibri"/>
                <a:cs typeface="Calibri"/>
              </a:defRPr>
            </a:lvl8pPr>
            <a:lvl9pPr algn="ctr">
              <a:defRPr sz="1850" b="1">
                <a:solidFill>
                  <a:srgbClr val="E55B5B"/>
                </a:solidFill>
                <a:latin typeface="Calibri"/>
                <a:ea typeface="Calibri"/>
                <a:cs typeface="Calibri"/>
              </a:defRPr>
            </a:lvl9pPr>
          </a:lstStyle>
          <a:p>
            <a:pPr defTabSz="1219170">
              <a:defRPr sz="1850" b="1">
                <a:solidFill>
                  <a:srgbClr val="E55B5B"/>
                </a:solidFill>
                <a:latin typeface="Calibri"/>
                <a:ea typeface="Calibri"/>
                <a:cs typeface="Calibri"/>
              </a:defRPr>
            </a:pPr>
            <a:r>
              <a:rPr sz="2467"/>
              <a:t>×</a:t>
            </a:r>
          </a:p>
        </p:txBody>
      </p:sp>
      <p:sp>
        <p:nvSpPr>
          <p:cNvPr id="70" name="Rectangle 69">
            <a:extLst>
              <a:ext uri="{FF2B5EF4-FFF2-40B4-BE49-F238E27FC236}">
                <a16:creationId xmlns:a16="http://schemas.microsoft.com/office/drawing/2014/main" id="{1E0CD5A5-A39E-4CBB-ACAA-69A95FEB4AAE}"/>
              </a:ext>
            </a:extLst>
          </p:cNvPr>
          <p:cNvSpPr>
            <a:spLocks noGrp="1"/>
          </p:cNvSpPr>
          <p:nvPr/>
        </p:nvSpPr>
        <p:spPr>
          <a:xfrm>
            <a:off x="9572626" y="2190750"/>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71" name="Rectangle 70">
            <a:extLst>
              <a:ext uri="{FF2B5EF4-FFF2-40B4-BE49-F238E27FC236}">
                <a16:creationId xmlns:a16="http://schemas.microsoft.com/office/drawing/2014/main" id="{B048BCDC-BBFB-4BF0-AB5C-F440E8861C6E}"/>
              </a:ext>
            </a:extLst>
          </p:cNvPr>
          <p:cNvSpPr>
            <a:spLocks noGrp="1"/>
          </p:cNvSpPr>
          <p:nvPr/>
        </p:nvSpPr>
        <p:spPr>
          <a:xfrm>
            <a:off x="10191750" y="2190750"/>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72" name="Rectangle 71">
            <a:extLst>
              <a:ext uri="{FF2B5EF4-FFF2-40B4-BE49-F238E27FC236}">
                <a16:creationId xmlns:a16="http://schemas.microsoft.com/office/drawing/2014/main" id="{E050CB72-46FB-4CAD-BD92-D2F84850F880}"/>
              </a:ext>
            </a:extLst>
          </p:cNvPr>
          <p:cNvSpPr>
            <a:spLocks noGrp="1"/>
          </p:cNvSpPr>
          <p:nvPr/>
        </p:nvSpPr>
        <p:spPr>
          <a:xfrm>
            <a:off x="10810875" y="2190750"/>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73" name="Rectangle 72">
            <a:extLst>
              <a:ext uri="{FF2B5EF4-FFF2-40B4-BE49-F238E27FC236}">
                <a16:creationId xmlns:a16="http://schemas.microsoft.com/office/drawing/2014/main" id="{8922EABD-352A-4706-9708-4AFD0681B714}"/>
              </a:ext>
            </a:extLst>
          </p:cNvPr>
          <p:cNvSpPr>
            <a:spLocks noGrp="1"/>
          </p:cNvSpPr>
          <p:nvPr/>
        </p:nvSpPr>
        <p:spPr>
          <a:xfrm>
            <a:off x="7096126" y="2809875"/>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74" name="Rectangle 73">
            <a:extLst>
              <a:ext uri="{FF2B5EF4-FFF2-40B4-BE49-F238E27FC236}">
                <a16:creationId xmlns:a16="http://schemas.microsoft.com/office/drawing/2014/main" id="{C6369DB8-F1B2-455E-BD25-A744F493D4CA}"/>
              </a:ext>
            </a:extLst>
          </p:cNvPr>
          <p:cNvSpPr>
            <a:spLocks noGrp="1"/>
          </p:cNvSpPr>
          <p:nvPr/>
        </p:nvSpPr>
        <p:spPr>
          <a:xfrm>
            <a:off x="7715251" y="2809875"/>
            <a:ext cx="590549" cy="590549"/>
          </a:xfrm>
          <a:prstGeom prst="rect">
            <a:avLst/>
          </a:prstGeom>
          <a:solidFill>
            <a:srgbClr val="F8D19C"/>
          </a:solidFill>
          <a:ln w="7144">
            <a:solidFill>
              <a:srgbClr val="FFFFFF"/>
            </a:solidFill>
            <a:prstDash val="solid"/>
          </a:ln>
        </p:spPr>
        <p:txBody>
          <a:bodyPr/>
          <a:lstStyle/>
          <a:p>
            <a:pPr defTabSz="1219170"/>
            <a:endParaRPr sz="2400">
              <a:solidFill>
                <a:srgbClr val="1B1F3B"/>
              </a:solidFill>
              <a:latin typeface="Calibri"/>
            </a:endParaRPr>
          </a:p>
        </p:txBody>
      </p:sp>
      <p:sp>
        <p:nvSpPr>
          <p:cNvPr id="75" name="Rectangle 74">
            <a:extLst>
              <a:ext uri="{FF2B5EF4-FFF2-40B4-BE49-F238E27FC236}">
                <a16:creationId xmlns:a16="http://schemas.microsoft.com/office/drawing/2014/main" id="{E4C2668F-18A2-4000-A83C-E86D82B341C7}"/>
              </a:ext>
            </a:extLst>
          </p:cNvPr>
          <p:cNvSpPr>
            <a:spLocks noGrp="1"/>
          </p:cNvSpPr>
          <p:nvPr/>
        </p:nvSpPr>
        <p:spPr>
          <a:xfrm>
            <a:off x="8334375" y="2809875"/>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76" name="Rectangle 75">
            <a:extLst>
              <a:ext uri="{FF2B5EF4-FFF2-40B4-BE49-F238E27FC236}">
                <a16:creationId xmlns:a16="http://schemas.microsoft.com/office/drawing/2014/main" id="{330419BC-3B77-40B1-86D1-0FC8889601A3}"/>
              </a:ext>
            </a:extLst>
          </p:cNvPr>
          <p:cNvSpPr>
            <a:spLocks noGrp="1"/>
          </p:cNvSpPr>
          <p:nvPr/>
        </p:nvSpPr>
        <p:spPr>
          <a:xfrm>
            <a:off x="8953500" y="2809875"/>
            <a:ext cx="590549" cy="590549"/>
          </a:xfrm>
          <a:prstGeom prst="rect">
            <a:avLst/>
          </a:prstGeom>
          <a:solidFill>
            <a:srgbClr val="FBE5E5"/>
          </a:solidFill>
          <a:ln w="7144">
            <a:solidFill>
              <a:srgbClr val="FFFFFF"/>
            </a:solidFill>
            <a:prstDash val="solid"/>
          </a:ln>
        </p:spPr>
        <p:txBody>
          <a:bodyPr/>
          <a:lstStyle/>
          <a:p>
            <a:pPr defTabSz="1219170"/>
            <a:endParaRPr sz="2400">
              <a:solidFill>
                <a:srgbClr val="1B1F3B"/>
              </a:solidFill>
              <a:latin typeface="Calibri"/>
            </a:endParaRPr>
          </a:p>
        </p:txBody>
      </p:sp>
      <p:sp>
        <p:nvSpPr>
          <p:cNvPr id="77" name="Rectangle 76">
            <a:extLst>
              <a:ext uri="{FF2B5EF4-FFF2-40B4-BE49-F238E27FC236}">
                <a16:creationId xmlns:a16="http://schemas.microsoft.com/office/drawing/2014/main" id="{FCC1DC44-7B74-40CA-8910-2BCDF528F1DC}"/>
              </a:ext>
            </a:extLst>
          </p:cNvPr>
          <p:cNvSpPr>
            <a:spLocks noGrp="1"/>
          </p:cNvSpPr>
          <p:nvPr/>
        </p:nvSpPr>
        <p:spPr>
          <a:xfrm>
            <a:off x="8953500" y="2809875"/>
            <a:ext cx="590549" cy="590549"/>
          </a:xfrm>
          <a:prstGeom prst="rect">
            <a:avLst/>
          </a:prstGeom>
          <a:noFill/>
          <a:ln w="0">
            <a:noFill/>
            <a:prstDash val="solid"/>
          </a:ln>
        </p:spPr>
        <p:txBody>
          <a:bodyPr wrap="square" lIns="0" tIns="0" rIns="0" bIns="0" anchor="ctr">
            <a:noAutofit/>
          </a:bodyPr>
          <a:lstStyle>
            <a:defPPr algn="ctr">
              <a:defRPr sz="1850" b="1">
                <a:solidFill>
                  <a:srgbClr val="E55B5B"/>
                </a:solidFill>
                <a:latin typeface="Calibri"/>
                <a:ea typeface="Calibri"/>
                <a:cs typeface="Calibri"/>
              </a:defRPr>
            </a:defPPr>
            <a:lvl1pPr algn="ctr">
              <a:defRPr sz="1850" b="1">
                <a:solidFill>
                  <a:srgbClr val="E55B5B"/>
                </a:solidFill>
                <a:latin typeface="Calibri"/>
                <a:ea typeface="Calibri"/>
                <a:cs typeface="Calibri"/>
              </a:defRPr>
            </a:lvl1pPr>
            <a:lvl2pPr algn="ctr">
              <a:defRPr sz="1850" b="1">
                <a:solidFill>
                  <a:srgbClr val="E55B5B"/>
                </a:solidFill>
                <a:latin typeface="Calibri"/>
                <a:ea typeface="Calibri"/>
                <a:cs typeface="Calibri"/>
              </a:defRPr>
            </a:lvl2pPr>
            <a:lvl3pPr algn="ctr">
              <a:defRPr sz="1850" b="1">
                <a:solidFill>
                  <a:srgbClr val="E55B5B"/>
                </a:solidFill>
                <a:latin typeface="Calibri"/>
                <a:ea typeface="Calibri"/>
                <a:cs typeface="Calibri"/>
              </a:defRPr>
            </a:lvl3pPr>
            <a:lvl4pPr algn="ctr">
              <a:defRPr sz="1850" b="1">
                <a:solidFill>
                  <a:srgbClr val="E55B5B"/>
                </a:solidFill>
                <a:latin typeface="Calibri"/>
                <a:ea typeface="Calibri"/>
                <a:cs typeface="Calibri"/>
              </a:defRPr>
            </a:lvl4pPr>
            <a:lvl5pPr algn="ctr">
              <a:defRPr sz="1850" b="1">
                <a:solidFill>
                  <a:srgbClr val="E55B5B"/>
                </a:solidFill>
                <a:latin typeface="Calibri"/>
                <a:ea typeface="Calibri"/>
                <a:cs typeface="Calibri"/>
              </a:defRPr>
            </a:lvl5pPr>
            <a:lvl6pPr algn="ctr">
              <a:defRPr sz="1850" b="1">
                <a:solidFill>
                  <a:srgbClr val="E55B5B"/>
                </a:solidFill>
                <a:latin typeface="Calibri"/>
                <a:ea typeface="Calibri"/>
                <a:cs typeface="Calibri"/>
              </a:defRPr>
            </a:lvl6pPr>
            <a:lvl7pPr algn="ctr">
              <a:defRPr sz="1850" b="1">
                <a:solidFill>
                  <a:srgbClr val="E55B5B"/>
                </a:solidFill>
                <a:latin typeface="Calibri"/>
                <a:ea typeface="Calibri"/>
                <a:cs typeface="Calibri"/>
              </a:defRPr>
            </a:lvl7pPr>
            <a:lvl8pPr algn="ctr">
              <a:defRPr sz="1850" b="1">
                <a:solidFill>
                  <a:srgbClr val="E55B5B"/>
                </a:solidFill>
                <a:latin typeface="Calibri"/>
                <a:ea typeface="Calibri"/>
                <a:cs typeface="Calibri"/>
              </a:defRPr>
            </a:lvl8pPr>
            <a:lvl9pPr algn="ctr">
              <a:defRPr sz="1850" b="1">
                <a:solidFill>
                  <a:srgbClr val="E55B5B"/>
                </a:solidFill>
                <a:latin typeface="Calibri"/>
                <a:ea typeface="Calibri"/>
                <a:cs typeface="Calibri"/>
              </a:defRPr>
            </a:lvl9pPr>
          </a:lstStyle>
          <a:p>
            <a:pPr defTabSz="1219170">
              <a:defRPr sz="1850" b="1">
                <a:solidFill>
                  <a:srgbClr val="E55B5B"/>
                </a:solidFill>
                <a:latin typeface="Calibri"/>
                <a:ea typeface="Calibri"/>
                <a:cs typeface="Calibri"/>
              </a:defRPr>
            </a:pPr>
            <a:r>
              <a:rPr sz="2467"/>
              <a:t>×</a:t>
            </a:r>
          </a:p>
        </p:txBody>
      </p:sp>
      <p:sp>
        <p:nvSpPr>
          <p:cNvPr id="78" name="Rectangle 77">
            <a:extLst>
              <a:ext uri="{FF2B5EF4-FFF2-40B4-BE49-F238E27FC236}">
                <a16:creationId xmlns:a16="http://schemas.microsoft.com/office/drawing/2014/main" id="{D5654908-4A95-40EE-A191-11CBB30864DA}"/>
              </a:ext>
            </a:extLst>
          </p:cNvPr>
          <p:cNvSpPr>
            <a:spLocks noGrp="1"/>
          </p:cNvSpPr>
          <p:nvPr/>
        </p:nvSpPr>
        <p:spPr>
          <a:xfrm>
            <a:off x="9572626" y="2809875"/>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79" name="Rectangle 78">
            <a:extLst>
              <a:ext uri="{FF2B5EF4-FFF2-40B4-BE49-F238E27FC236}">
                <a16:creationId xmlns:a16="http://schemas.microsoft.com/office/drawing/2014/main" id="{273E1888-65A5-45EF-8D6E-CDB04CD4287C}"/>
              </a:ext>
            </a:extLst>
          </p:cNvPr>
          <p:cNvSpPr>
            <a:spLocks noGrp="1"/>
          </p:cNvSpPr>
          <p:nvPr/>
        </p:nvSpPr>
        <p:spPr>
          <a:xfrm>
            <a:off x="10191750" y="2809875"/>
            <a:ext cx="590549" cy="590549"/>
          </a:xfrm>
          <a:prstGeom prst="rect">
            <a:avLst/>
          </a:prstGeom>
          <a:solidFill>
            <a:srgbClr val="F8D19C"/>
          </a:solidFill>
          <a:ln w="7144">
            <a:solidFill>
              <a:srgbClr val="FFFFFF"/>
            </a:solidFill>
            <a:prstDash val="solid"/>
          </a:ln>
        </p:spPr>
        <p:txBody>
          <a:bodyPr/>
          <a:lstStyle/>
          <a:p>
            <a:pPr defTabSz="1219170"/>
            <a:endParaRPr sz="2400">
              <a:solidFill>
                <a:srgbClr val="1B1F3B"/>
              </a:solidFill>
              <a:latin typeface="Calibri"/>
            </a:endParaRPr>
          </a:p>
        </p:txBody>
      </p:sp>
      <p:sp>
        <p:nvSpPr>
          <p:cNvPr id="80" name="Rectangle 79">
            <a:extLst>
              <a:ext uri="{FF2B5EF4-FFF2-40B4-BE49-F238E27FC236}">
                <a16:creationId xmlns:a16="http://schemas.microsoft.com/office/drawing/2014/main" id="{BE9803E7-618B-44E5-B66B-262780EB03F4}"/>
              </a:ext>
            </a:extLst>
          </p:cNvPr>
          <p:cNvSpPr>
            <a:spLocks noGrp="1"/>
          </p:cNvSpPr>
          <p:nvPr/>
        </p:nvSpPr>
        <p:spPr>
          <a:xfrm>
            <a:off x="10810875" y="2809875"/>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81" name="Rectangle 80">
            <a:extLst>
              <a:ext uri="{FF2B5EF4-FFF2-40B4-BE49-F238E27FC236}">
                <a16:creationId xmlns:a16="http://schemas.microsoft.com/office/drawing/2014/main" id="{C129B418-002A-49D4-9BEB-84DD2AC5EECB}"/>
              </a:ext>
            </a:extLst>
          </p:cNvPr>
          <p:cNvSpPr>
            <a:spLocks noGrp="1"/>
          </p:cNvSpPr>
          <p:nvPr/>
        </p:nvSpPr>
        <p:spPr>
          <a:xfrm>
            <a:off x="7096126" y="3429000"/>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82" name="Rectangle 81">
            <a:extLst>
              <a:ext uri="{FF2B5EF4-FFF2-40B4-BE49-F238E27FC236}">
                <a16:creationId xmlns:a16="http://schemas.microsoft.com/office/drawing/2014/main" id="{5E711637-3563-419D-AAB2-12DC4CF10F2F}"/>
              </a:ext>
            </a:extLst>
          </p:cNvPr>
          <p:cNvSpPr>
            <a:spLocks noGrp="1"/>
          </p:cNvSpPr>
          <p:nvPr/>
        </p:nvSpPr>
        <p:spPr>
          <a:xfrm>
            <a:off x="7715251" y="3429000"/>
            <a:ext cx="590549" cy="590549"/>
          </a:xfrm>
          <a:prstGeom prst="rect">
            <a:avLst/>
          </a:prstGeom>
          <a:solidFill>
            <a:srgbClr val="F8D19C"/>
          </a:solidFill>
          <a:ln w="7144">
            <a:solidFill>
              <a:srgbClr val="FFFFFF"/>
            </a:solidFill>
            <a:prstDash val="solid"/>
          </a:ln>
        </p:spPr>
        <p:txBody>
          <a:bodyPr/>
          <a:lstStyle/>
          <a:p>
            <a:pPr defTabSz="1219170"/>
            <a:endParaRPr sz="2400">
              <a:solidFill>
                <a:srgbClr val="1B1F3B"/>
              </a:solidFill>
              <a:latin typeface="Calibri"/>
            </a:endParaRPr>
          </a:p>
        </p:txBody>
      </p:sp>
      <p:sp>
        <p:nvSpPr>
          <p:cNvPr id="83" name="Rectangle 82">
            <a:extLst>
              <a:ext uri="{FF2B5EF4-FFF2-40B4-BE49-F238E27FC236}">
                <a16:creationId xmlns:a16="http://schemas.microsoft.com/office/drawing/2014/main" id="{D23C8132-299F-4642-A439-A04014ABC5B1}"/>
              </a:ext>
            </a:extLst>
          </p:cNvPr>
          <p:cNvSpPr>
            <a:spLocks noGrp="1"/>
          </p:cNvSpPr>
          <p:nvPr/>
        </p:nvSpPr>
        <p:spPr>
          <a:xfrm>
            <a:off x="8334375" y="3429000"/>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84" name="Rectangle 83">
            <a:extLst>
              <a:ext uri="{FF2B5EF4-FFF2-40B4-BE49-F238E27FC236}">
                <a16:creationId xmlns:a16="http://schemas.microsoft.com/office/drawing/2014/main" id="{FB23B18A-A688-4D44-9B51-BDF1E016A096}"/>
              </a:ext>
            </a:extLst>
          </p:cNvPr>
          <p:cNvSpPr>
            <a:spLocks noGrp="1"/>
          </p:cNvSpPr>
          <p:nvPr/>
        </p:nvSpPr>
        <p:spPr>
          <a:xfrm>
            <a:off x="8953500" y="3429000"/>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85" name="Rectangle 84">
            <a:extLst>
              <a:ext uri="{FF2B5EF4-FFF2-40B4-BE49-F238E27FC236}">
                <a16:creationId xmlns:a16="http://schemas.microsoft.com/office/drawing/2014/main" id="{902DB6B7-A3FD-4DA7-8D38-7D8C2DFA6E1A}"/>
              </a:ext>
            </a:extLst>
          </p:cNvPr>
          <p:cNvSpPr>
            <a:spLocks noGrp="1"/>
          </p:cNvSpPr>
          <p:nvPr/>
        </p:nvSpPr>
        <p:spPr>
          <a:xfrm>
            <a:off x="9572626" y="3429000"/>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86" name="Rectangle 85">
            <a:extLst>
              <a:ext uri="{FF2B5EF4-FFF2-40B4-BE49-F238E27FC236}">
                <a16:creationId xmlns:a16="http://schemas.microsoft.com/office/drawing/2014/main" id="{893C926D-7814-4C5E-A2EE-AE9C392F395C}"/>
              </a:ext>
            </a:extLst>
          </p:cNvPr>
          <p:cNvSpPr>
            <a:spLocks noGrp="1"/>
          </p:cNvSpPr>
          <p:nvPr/>
        </p:nvSpPr>
        <p:spPr>
          <a:xfrm>
            <a:off x="10191750" y="3429000"/>
            <a:ext cx="590549" cy="590549"/>
          </a:xfrm>
          <a:prstGeom prst="rect">
            <a:avLst/>
          </a:prstGeom>
          <a:solidFill>
            <a:srgbClr val="F8D19C"/>
          </a:solidFill>
          <a:ln w="7144">
            <a:solidFill>
              <a:srgbClr val="FFFFFF"/>
            </a:solidFill>
            <a:prstDash val="solid"/>
          </a:ln>
        </p:spPr>
        <p:txBody>
          <a:bodyPr/>
          <a:lstStyle/>
          <a:p>
            <a:pPr defTabSz="1219170"/>
            <a:endParaRPr sz="2400">
              <a:solidFill>
                <a:srgbClr val="1B1F3B"/>
              </a:solidFill>
              <a:latin typeface="Calibri"/>
            </a:endParaRPr>
          </a:p>
        </p:txBody>
      </p:sp>
      <p:sp>
        <p:nvSpPr>
          <p:cNvPr id="87" name="Rectangle 86">
            <a:extLst>
              <a:ext uri="{FF2B5EF4-FFF2-40B4-BE49-F238E27FC236}">
                <a16:creationId xmlns:a16="http://schemas.microsoft.com/office/drawing/2014/main" id="{B8F8505D-8D43-4280-96E6-C0E57390BB54}"/>
              </a:ext>
            </a:extLst>
          </p:cNvPr>
          <p:cNvSpPr>
            <a:spLocks noGrp="1"/>
          </p:cNvSpPr>
          <p:nvPr/>
        </p:nvSpPr>
        <p:spPr>
          <a:xfrm>
            <a:off x="10810875" y="3429000"/>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88" name="Rectangle 87">
            <a:extLst>
              <a:ext uri="{FF2B5EF4-FFF2-40B4-BE49-F238E27FC236}">
                <a16:creationId xmlns:a16="http://schemas.microsoft.com/office/drawing/2014/main" id="{1A3E3010-417C-4626-B619-62B9C0B64A24}"/>
              </a:ext>
            </a:extLst>
          </p:cNvPr>
          <p:cNvSpPr>
            <a:spLocks noGrp="1"/>
          </p:cNvSpPr>
          <p:nvPr/>
        </p:nvSpPr>
        <p:spPr>
          <a:xfrm>
            <a:off x="7096126" y="4048126"/>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89" name="Rectangle 88">
            <a:extLst>
              <a:ext uri="{FF2B5EF4-FFF2-40B4-BE49-F238E27FC236}">
                <a16:creationId xmlns:a16="http://schemas.microsoft.com/office/drawing/2014/main" id="{CF525951-9242-4867-938E-7CB0C653CE43}"/>
              </a:ext>
            </a:extLst>
          </p:cNvPr>
          <p:cNvSpPr>
            <a:spLocks noGrp="1"/>
          </p:cNvSpPr>
          <p:nvPr/>
        </p:nvSpPr>
        <p:spPr>
          <a:xfrm>
            <a:off x="7715251" y="4048126"/>
            <a:ext cx="590549" cy="590549"/>
          </a:xfrm>
          <a:prstGeom prst="rect">
            <a:avLst/>
          </a:prstGeom>
          <a:solidFill>
            <a:srgbClr val="F8D19C"/>
          </a:solidFill>
          <a:ln w="7144">
            <a:solidFill>
              <a:srgbClr val="FFFFFF"/>
            </a:solidFill>
            <a:prstDash val="solid"/>
          </a:ln>
        </p:spPr>
        <p:txBody>
          <a:bodyPr/>
          <a:lstStyle/>
          <a:p>
            <a:pPr defTabSz="1219170"/>
            <a:endParaRPr sz="2400">
              <a:solidFill>
                <a:srgbClr val="1B1F3B"/>
              </a:solidFill>
              <a:latin typeface="Calibri"/>
            </a:endParaRPr>
          </a:p>
        </p:txBody>
      </p:sp>
      <p:sp>
        <p:nvSpPr>
          <p:cNvPr id="90" name="Rectangle 89">
            <a:extLst>
              <a:ext uri="{FF2B5EF4-FFF2-40B4-BE49-F238E27FC236}">
                <a16:creationId xmlns:a16="http://schemas.microsoft.com/office/drawing/2014/main" id="{BDB0C76E-54ED-40A7-B7D3-9CDFD5CBC665}"/>
              </a:ext>
            </a:extLst>
          </p:cNvPr>
          <p:cNvSpPr>
            <a:spLocks noGrp="1"/>
          </p:cNvSpPr>
          <p:nvPr/>
        </p:nvSpPr>
        <p:spPr>
          <a:xfrm>
            <a:off x="8334375" y="4048126"/>
            <a:ext cx="590549" cy="590549"/>
          </a:xfrm>
          <a:prstGeom prst="rect">
            <a:avLst/>
          </a:prstGeom>
          <a:solidFill>
            <a:srgbClr val="FBE5E5"/>
          </a:solidFill>
          <a:ln w="7144">
            <a:solidFill>
              <a:srgbClr val="FFFFFF"/>
            </a:solidFill>
            <a:prstDash val="solid"/>
          </a:ln>
        </p:spPr>
        <p:txBody>
          <a:bodyPr/>
          <a:lstStyle/>
          <a:p>
            <a:pPr defTabSz="1219170"/>
            <a:endParaRPr sz="2400">
              <a:solidFill>
                <a:srgbClr val="1B1F3B"/>
              </a:solidFill>
              <a:latin typeface="Calibri"/>
            </a:endParaRPr>
          </a:p>
        </p:txBody>
      </p:sp>
      <p:sp>
        <p:nvSpPr>
          <p:cNvPr id="91" name="Rectangle 90">
            <a:extLst>
              <a:ext uri="{FF2B5EF4-FFF2-40B4-BE49-F238E27FC236}">
                <a16:creationId xmlns:a16="http://schemas.microsoft.com/office/drawing/2014/main" id="{E6BFC275-5A5F-4AC5-933E-F71A79B63AA0}"/>
              </a:ext>
            </a:extLst>
          </p:cNvPr>
          <p:cNvSpPr>
            <a:spLocks noGrp="1"/>
          </p:cNvSpPr>
          <p:nvPr/>
        </p:nvSpPr>
        <p:spPr>
          <a:xfrm>
            <a:off x="8334375" y="4048126"/>
            <a:ext cx="590549" cy="590549"/>
          </a:xfrm>
          <a:prstGeom prst="rect">
            <a:avLst/>
          </a:prstGeom>
          <a:noFill/>
          <a:ln w="0">
            <a:noFill/>
            <a:prstDash val="solid"/>
          </a:ln>
        </p:spPr>
        <p:txBody>
          <a:bodyPr wrap="square" lIns="0" tIns="0" rIns="0" bIns="0" anchor="ctr">
            <a:noAutofit/>
          </a:bodyPr>
          <a:lstStyle>
            <a:defPPr algn="ctr">
              <a:defRPr sz="1850" b="1">
                <a:solidFill>
                  <a:srgbClr val="E55B5B"/>
                </a:solidFill>
                <a:latin typeface="Calibri"/>
                <a:ea typeface="Calibri"/>
                <a:cs typeface="Calibri"/>
              </a:defRPr>
            </a:defPPr>
            <a:lvl1pPr algn="ctr">
              <a:defRPr sz="1850" b="1">
                <a:solidFill>
                  <a:srgbClr val="E55B5B"/>
                </a:solidFill>
                <a:latin typeface="Calibri"/>
                <a:ea typeface="Calibri"/>
                <a:cs typeface="Calibri"/>
              </a:defRPr>
            </a:lvl1pPr>
            <a:lvl2pPr algn="ctr">
              <a:defRPr sz="1850" b="1">
                <a:solidFill>
                  <a:srgbClr val="E55B5B"/>
                </a:solidFill>
                <a:latin typeface="Calibri"/>
                <a:ea typeface="Calibri"/>
                <a:cs typeface="Calibri"/>
              </a:defRPr>
            </a:lvl2pPr>
            <a:lvl3pPr algn="ctr">
              <a:defRPr sz="1850" b="1">
                <a:solidFill>
                  <a:srgbClr val="E55B5B"/>
                </a:solidFill>
                <a:latin typeface="Calibri"/>
                <a:ea typeface="Calibri"/>
                <a:cs typeface="Calibri"/>
              </a:defRPr>
            </a:lvl3pPr>
            <a:lvl4pPr algn="ctr">
              <a:defRPr sz="1850" b="1">
                <a:solidFill>
                  <a:srgbClr val="E55B5B"/>
                </a:solidFill>
                <a:latin typeface="Calibri"/>
                <a:ea typeface="Calibri"/>
                <a:cs typeface="Calibri"/>
              </a:defRPr>
            </a:lvl4pPr>
            <a:lvl5pPr algn="ctr">
              <a:defRPr sz="1850" b="1">
                <a:solidFill>
                  <a:srgbClr val="E55B5B"/>
                </a:solidFill>
                <a:latin typeface="Calibri"/>
                <a:ea typeface="Calibri"/>
                <a:cs typeface="Calibri"/>
              </a:defRPr>
            </a:lvl5pPr>
            <a:lvl6pPr algn="ctr">
              <a:defRPr sz="1850" b="1">
                <a:solidFill>
                  <a:srgbClr val="E55B5B"/>
                </a:solidFill>
                <a:latin typeface="Calibri"/>
                <a:ea typeface="Calibri"/>
                <a:cs typeface="Calibri"/>
              </a:defRPr>
            </a:lvl6pPr>
            <a:lvl7pPr algn="ctr">
              <a:defRPr sz="1850" b="1">
                <a:solidFill>
                  <a:srgbClr val="E55B5B"/>
                </a:solidFill>
                <a:latin typeface="Calibri"/>
                <a:ea typeface="Calibri"/>
                <a:cs typeface="Calibri"/>
              </a:defRPr>
            </a:lvl7pPr>
            <a:lvl8pPr algn="ctr">
              <a:defRPr sz="1850" b="1">
                <a:solidFill>
                  <a:srgbClr val="E55B5B"/>
                </a:solidFill>
                <a:latin typeface="Calibri"/>
                <a:ea typeface="Calibri"/>
                <a:cs typeface="Calibri"/>
              </a:defRPr>
            </a:lvl8pPr>
            <a:lvl9pPr algn="ctr">
              <a:defRPr sz="1850" b="1">
                <a:solidFill>
                  <a:srgbClr val="E55B5B"/>
                </a:solidFill>
                <a:latin typeface="Calibri"/>
                <a:ea typeface="Calibri"/>
                <a:cs typeface="Calibri"/>
              </a:defRPr>
            </a:lvl9pPr>
          </a:lstStyle>
          <a:p>
            <a:pPr defTabSz="1219170">
              <a:defRPr sz="1850" b="1">
                <a:solidFill>
                  <a:srgbClr val="E55B5B"/>
                </a:solidFill>
                <a:latin typeface="Calibri"/>
                <a:ea typeface="Calibri"/>
                <a:cs typeface="Calibri"/>
              </a:defRPr>
            </a:pPr>
            <a:r>
              <a:rPr sz="2467"/>
              <a:t>×</a:t>
            </a:r>
          </a:p>
        </p:txBody>
      </p:sp>
      <p:sp>
        <p:nvSpPr>
          <p:cNvPr id="92" name="Rectangle 91">
            <a:extLst>
              <a:ext uri="{FF2B5EF4-FFF2-40B4-BE49-F238E27FC236}">
                <a16:creationId xmlns:a16="http://schemas.microsoft.com/office/drawing/2014/main" id="{FB53A97C-6F8D-43D4-BA31-92358CE03BBC}"/>
              </a:ext>
            </a:extLst>
          </p:cNvPr>
          <p:cNvSpPr>
            <a:spLocks noGrp="1"/>
          </p:cNvSpPr>
          <p:nvPr/>
        </p:nvSpPr>
        <p:spPr>
          <a:xfrm>
            <a:off x="8953500" y="4048126"/>
            <a:ext cx="590549" cy="590549"/>
          </a:xfrm>
          <a:prstGeom prst="rect">
            <a:avLst/>
          </a:prstGeom>
          <a:solidFill>
            <a:srgbClr val="FBE5E5"/>
          </a:solidFill>
          <a:ln w="7144">
            <a:solidFill>
              <a:srgbClr val="FFFFFF"/>
            </a:solidFill>
            <a:prstDash val="solid"/>
          </a:ln>
        </p:spPr>
        <p:txBody>
          <a:bodyPr/>
          <a:lstStyle/>
          <a:p>
            <a:pPr defTabSz="1219170"/>
            <a:endParaRPr sz="2400">
              <a:solidFill>
                <a:srgbClr val="1B1F3B"/>
              </a:solidFill>
              <a:latin typeface="Calibri"/>
            </a:endParaRPr>
          </a:p>
        </p:txBody>
      </p:sp>
      <p:sp>
        <p:nvSpPr>
          <p:cNvPr id="93" name="Rectangle 92">
            <a:extLst>
              <a:ext uri="{FF2B5EF4-FFF2-40B4-BE49-F238E27FC236}">
                <a16:creationId xmlns:a16="http://schemas.microsoft.com/office/drawing/2014/main" id="{74AFD24D-2AD3-445C-BC14-06F4691CB63A}"/>
              </a:ext>
            </a:extLst>
          </p:cNvPr>
          <p:cNvSpPr>
            <a:spLocks noGrp="1"/>
          </p:cNvSpPr>
          <p:nvPr/>
        </p:nvSpPr>
        <p:spPr>
          <a:xfrm>
            <a:off x="8953500" y="4048126"/>
            <a:ext cx="590549" cy="590549"/>
          </a:xfrm>
          <a:prstGeom prst="rect">
            <a:avLst/>
          </a:prstGeom>
          <a:noFill/>
          <a:ln w="0">
            <a:noFill/>
            <a:prstDash val="solid"/>
          </a:ln>
        </p:spPr>
        <p:txBody>
          <a:bodyPr wrap="square" lIns="0" tIns="0" rIns="0" bIns="0" anchor="ctr">
            <a:noAutofit/>
          </a:bodyPr>
          <a:lstStyle>
            <a:defPPr algn="ctr">
              <a:defRPr sz="1850" b="1">
                <a:solidFill>
                  <a:srgbClr val="E55B5B"/>
                </a:solidFill>
                <a:latin typeface="Calibri"/>
                <a:ea typeface="Calibri"/>
                <a:cs typeface="Calibri"/>
              </a:defRPr>
            </a:defPPr>
            <a:lvl1pPr algn="ctr">
              <a:defRPr sz="1850" b="1">
                <a:solidFill>
                  <a:srgbClr val="E55B5B"/>
                </a:solidFill>
                <a:latin typeface="Calibri"/>
                <a:ea typeface="Calibri"/>
                <a:cs typeface="Calibri"/>
              </a:defRPr>
            </a:lvl1pPr>
            <a:lvl2pPr algn="ctr">
              <a:defRPr sz="1850" b="1">
                <a:solidFill>
                  <a:srgbClr val="E55B5B"/>
                </a:solidFill>
                <a:latin typeface="Calibri"/>
                <a:ea typeface="Calibri"/>
                <a:cs typeface="Calibri"/>
              </a:defRPr>
            </a:lvl2pPr>
            <a:lvl3pPr algn="ctr">
              <a:defRPr sz="1850" b="1">
                <a:solidFill>
                  <a:srgbClr val="E55B5B"/>
                </a:solidFill>
                <a:latin typeface="Calibri"/>
                <a:ea typeface="Calibri"/>
                <a:cs typeface="Calibri"/>
              </a:defRPr>
            </a:lvl3pPr>
            <a:lvl4pPr algn="ctr">
              <a:defRPr sz="1850" b="1">
                <a:solidFill>
                  <a:srgbClr val="E55B5B"/>
                </a:solidFill>
                <a:latin typeface="Calibri"/>
                <a:ea typeface="Calibri"/>
                <a:cs typeface="Calibri"/>
              </a:defRPr>
            </a:lvl4pPr>
            <a:lvl5pPr algn="ctr">
              <a:defRPr sz="1850" b="1">
                <a:solidFill>
                  <a:srgbClr val="E55B5B"/>
                </a:solidFill>
                <a:latin typeface="Calibri"/>
                <a:ea typeface="Calibri"/>
                <a:cs typeface="Calibri"/>
              </a:defRPr>
            </a:lvl5pPr>
            <a:lvl6pPr algn="ctr">
              <a:defRPr sz="1850" b="1">
                <a:solidFill>
                  <a:srgbClr val="E55B5B"/>
                </a:solidFill>
                <a:latin typeface="Calibri"/>
                <a:ea typeface="Calibri"/>
                <a:cs typeface="Calibri"/>
              </a:defRPr>
            </a:lvl6pPr>
            <a:lvl7pPr algn="ctr">
              <a:defRPr sz="1850" b="1">
                <a:solidFill>
                  <a:srgbClr val="E55B5B"/>
                </a:solidFill>
                <a:latin typeface="Calibri"/>
                <a:ea typeface="Calibri"/>
                <a:cs typeface="Calibri"/>
              </a:defRPr>
            </a:lvl7pPr>
            <a:lvl8pPr algn="ctr">
              <a:defRPr sz="1850" b="1">
                <a:solidFill>
                  <a:srgbClr val="E55B5B"/>
                </a:solidFill>
                <a:latin typeface="Calibri"/>
                <a:ea typeface="Calibri"/>
                <a:cs typeface="Calibri"/>
              </a:defRPr>
            </a:lvl8pPr>
            <a:lvl9pPr algn="ctr">
              <a:defRPr sz="1850" b="1">
                <a:solidFill>
                  <a:srgbClr val="E55B5B"/>
                </a:solidFill>
                <a:latin typeface="Calibri"/>
                <a:ea typeface="Calibri"/>
                <a:cs typeface="Calibri"/>
              </a:defRPr>
            </a:lvl9pPr>
          </a:lstStyle>
          <a:p>
            <a:pPr defTabSz="1219170">
              <a:defRPr sz="1850" b="1">
                <a:solidFill>
                  <a:srgbClr val="E55B5B"/>
                </a:solidFill>
                <a:latin typeface="Calibri"/>
                <a:ea typeface="Calibri"/>
                <a:cs typeface="Calibri"/>
              </a:defRPr>
            </a:pPr>
            <a:r>
              <a:rPr sz="2467"/>
              <a:t>×</a:t>
            </a:r>
          </a:p>
        </p:txBody>
      </p:sp>
      <p:sp>
        <p:nvSpPr>
          <p:cNvPr id="94" name="Rectangle 93">
            <a:extLst>
              <a:ext uri="{FF2B5EF4-FFF2-40B4-BE49-F238E27FC236}">
                <a16:creationId xmlns:a16="http://schemas.microsoft.com/office/drawing/2014/main" id="{2FA0C418-8E02-4647-A7DB-FA9BEB9B6BA6}"/>
              </a:ext>
            </a:extLst>
          </p:cNvPr>
          <p:cNvSpPr>
            <a:spLocks noGrp="1"/>
          </p:cNvSpPr>
          <p:nvPr/>
        </p:nvSpPr>
        <p:spPr>
          <a:xfrm>
            <a:off x="9572626" y="4048126"/>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95" name="Rectangle 94">
            <a:extLst>
              <a:ext uri="{FF2B5EF4-FFF2-40B4-BE49-F238E27FC236}">
                <a16:creationId xmlns:a16="http://schemas.microsoft.com/office/drawing/2014/main" id="{7B81DB37-0521-4429-A88F-A25B9C908FFE}"/>
              </a:ext>
            </a:extLst>
          </p:cNvPr>
          <p:cNvSpPr>
            <a:spLocks noGrp="1"/>
          </p:cNvSpPr>
          <p:nvPr/>
        </p:nvSpPr>
        <p:spPr>
          <a:xfrm>
            <a:off x="10191750" y="4048126"/>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96" name="Rectangle 95">
            <a:extLst>
              <a:ext uri="{FF2B5EF4-FFF2-40B4-BE49-F238E27FC236}">
                <a16:creationId xmlns:a16="http://schemas.microsoft.com/office/drawing/2014/main" id="{C2A4B19C-0EE0-4799-BFAE-DD2794B9D604}"/>
              </a:ext>
            </a:extLst>
          </p:cNvPr>
          <p:cNvSpPr>
            <a:spLocks noGrp="1"/>
          </p:cNvSpPr>
          <p:nvPr/>
        </p:nvSpPr>
        <p:spPr>
          <a:xfrm>
            <a:off x="10810875" y="4048126"/>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97" name="Rectangle 96">
            <a:extLst>
              <a:ext uri="{FF2B5EF4-FFF2-40B4-BE49-F238E27FC236}">
                <a16:creationId xmlns:a16="http://schemas.microsoft.com/office/drawing/2014/main" id="{D8DA4C84-2C7A-49D2-82F1-7EB5AA832710}"/>
              </a:ext>
            </a:extLst>
          </p:cNvPr>
          <p:cNvSpPr>
            <a:spLocks noGrp="1"/>
          </p:cNvSpPr>
          <p:nvPr/>
        </p:nvSpPr>
        <p:spPr>
          <a:xfrm>
            <a:off x="7096126" y="4667251"/>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98" name="Rectangle 97">
            <a:extLst>
              <a:ext uri="{FF2B5EF4-FFF2-40B4-BE49-F238E27FC236}">
                <a16:creationId xmlns:a16="http://schemas.microsoft.com/office/drawing/2014/main" id="{C25335DE-9740-4039-928B-0820CB03C262}"/>
              </a:ext>
            </a:extLst>
          </p:cNvPr>
          <p:cNvSpPr>
            <a:spLocks noGrp="1"/>
          </p:cNvSpPr>
          <p:nvPr/>
        </p:nvSpPr>
        <p:spPr>
          <a:xfrm>
            <a:off x="7715251" y="4667251"/>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99" name="Rectangle 98">
            <a:extLst>
              <a:ext uri="{FF2B5EF4-FFF2-40B4-BE49-F238E27FC236}">
                <a16:creationId xmlns:a16="http://schemas.microsoft.com/office/drawing/2014/main" id="{8B7B996E-6FB9-4152-B627-E7D8ECD75EA1}"/>
              </a:ext>
            </a:extLst>
          </p:cNvPr>
          <p:cNvSpPr>
            <a:spLocks noGrp="1"/>
          </p:cNvSpPr>
          <p:nvPr/>
        </p:nvSpPr>
        <p:spPr>
          <a:xfrm>
            <a:off x="8334375" y="4667251"/>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00" name="Rectangle 99">
            <a:extLst>
              <a:ext uri="{FF2B5EF4-FFF2-40B4-BE49-F238E27FC236}">
                <a16:creationId xmlns:a16="http://schemas.microsoft.com/office/drawing/2014/main" id="{0B9E8F6D-CB1B-4B33-9ECF-3E74477C88CA}"/>
              </a:ext>
            </a:extLst>
          </p:cNvPr>
          <p:cNvSpPr>
            <a:spLocks noGrp="1"/>
          </p:cNvSpPr>
          <p:nvPr/>
        </p:nvSpPr>
        <p:spPr>
          <a:xfrm>
            <a:off x="8953500" y="4667251"/>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01" name="Rectangle 100">
            <a:extLst>
              <a:ext uri="{FF2B5EF4-FFF2-40B4-BE49-F238E27FC236}">
                <a16:creationId xmlns:a16="http://schemas.microsoft.com/office/drawing/2014/main" id="{28EF7FE8-43A3-4CFA-85A6-A87BA3BD8A7A}"/>
              </a:ext>
            </a:extLst>
          </p:cNvPr>
          <p:cNvSpPr>
            <a:spLocks noGrp="1"/>
          </p:cNvSpPr>
          <p:nvPr/>
        </p:nvSpPr>
        <p:spPr>
          <a:xfrm>
            <a:off x="9572626" y="4667251"/>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02" name="Rectangle 101">
            <a:extLst>
              <a:ext uri="{FF2B5EF4-FFF2-40B4-BE49-F238E27FC236}">
                <a16:creationId xmlns:a16="http://schemas.microsoft.com/office/drawing/2014/main" id="{D67143FC-7D2C-49D0-A338-B39E84E7B8FD}"/>
              </a:ext>
            </a:extLst>
          </p:cNvPr>
          <p:cNvSpPr>
            <a:spLocks noGrp="1"/>
          </p:cNvSpPr>
          <p:nvPr/>
        </p:nvSpPr>
        <p:spPr>
          <a:xfrm>
            <a:off x="10191750" y="4667251"/>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03" name="Rectangle 102">
            <a:extLst>
              <a:ext uri="{FF2B5EF4-FFF2-40B4-BE49-F238E27FC236}">
                <a16:creationId xmlns:a16="http://schemas.microsoft.com/office/drawing/2014/main" id="{1E897E27-570D-4D1E-B4C2-0E1530C8234B}"/>
              </a:ext>
            </a:extLst>
          </p:cNvPr>
          <p:cNvSpPr>
            <a:spLocks noGrp="1"/>
          </p:cNvSpPr>
          <p:nvPr/>
        </p:nvSpPr>
        <p:spPr>
          <a:xfrm>
            <a:off x="10810875" y="4667251"/>
            <a:ext cx="590549" cy="590549"/>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04" name="Oval 103">
            <a:extLst>
              <a:ext uri="{FF2B5EF4-FFF2-40B4-BE49-F238E27FC236}">
                <a16:creationId xmlns:a16="http://schemas.microsoft.com/office/drawing/2014/main" id="{74EA372B-7904-427F-AE1B-5043C0F18633}"/>
              </a:ext>
            </a:extLst>
          </p:cNvPr>
          <p:cNvSpPr>
            <a:spLocks noGrp="1"/>
          </p:cNvSpPr>
          <p:nvPr/>
        </p:nvSpPr>
        <p:spPr>
          <a:xfrm>
            <a:off x="7200900" y="4772025"/>
            <a:ext cx="381000" cy="381000"/>
          </a:xfrm>
          <a:prstGeom prst="ellipse">
            <a:avLst/>
          </a:prstGeom>
          <a:solidFill>
            <a:srgbClr val="2D3A8C"/>
          </a:solidFill>
          <a:ln w="21431">
            <a:solidFill>
              <a:srgbClr val="FFFFFF"/>
            </a:solidFill>
            <a:prstDash val="solid"/>
          </a:ln>
        </p:spPr>
        <p:txBody>
          <a:bodyPr/>
          <a:lstStyle/>
          <a:p>
            <a:pPr defTabSz="1219170"/>
            <a:endParaRPr sz="2400">
              <a:solidFill>
                <a:srgbClr val="1B1F3B"/>
              </a:solidFill>
              <a:latin typeface="Calibri"/>
            </a:endParaRPr>
          </a:p>
        </p:txBody>
      </p:sp>
      <p:sp>
        <p:nvSpPr>
          <p:cNvPr id="105" name="Rectangle 104">
            <a:extLst>
              <a:ext uri="{FF2B5EF4-FFF2-40B4-BE49-F238E27FC236}">
                <a16:creationId xmlns:a16="http://schemas.microsoft.com/office/drawing/2014/main" id="{226A994A-C61F-41D7-89D8-61EBB10C745F}"/>
              </a:ext>
            </a:extLst>
          </p:cNvPr>
          <p:cNvSpPr>
            <a:spLocks noGrp="1"/>
          </p:cNvSpPr>
          <p:nvPr/>
        </p:nvSpPr>
        <p:spPr>
          <a:xfrm>
            <a:off x="7200900" y="4762500"/>
            <a:ext cx="381000" cy="381000"/>
          </a:xfrm>
          <a:prstGeom prst="rect">
            <a:avLst/>
          </a:prstGeom>
          <a:noFill/>
          <a:ln w="0">
            <a:noFill/>
            <a:prstDash val="solid"/>
          </a:ln>
        </p:spPr>
        <p:txBody>
          <a:bodyPr wrap="square" lIns="0" tIns="0" rIns="0" bIns="0" anchor="ctr">
            <a:noAutofit/>
          </a:bodyPr>
          <a:lstStyle>
            <a:defPPr algn="ctr">
              <a:defRPr sz="1300" b="1">
                <a:solidFill>
                  <a:srgbClr val="FFFFFF"/>
                </a:solidFill>
                <a:latin typeface="Calibri"/>
                <a:ea typeface="Calibri"/>
                <a:cs typeface="Calibri"/>
              </a:defRPr>
            </a:defPPr>
            <a:lvl1pPr algn="ctr">
              <a:defRPr sz="1300" b="1">
                <a:solidFill>
                  <a:srgbClr val="FFFFFF"/>
                </a:solidFill>
                <a:latin typeface="Calibri"/>
                <a:ea typeface="Calibri"/>
                <a:cs typeface="Calibri"/>
              </a:defRPr>
            </a:lvl1pPr>
            <a:lvl2pPr algn="ctr">
              <a:defRPr sz="1300" b="1">
                <a:solidFill>
                  <a:srgbClr val="FFFFFF"/>
                </a:solidFill>
                <a:latin typeface="Calibri"/>
                <a:ea typeface="Calibri"/>
                <a:cs typeface="Calibri"/>
              </a:defRPr>
            </a:lvl2pPr>
            <a:lvl3pPr algn="ctr">
              <a:defRPr sz="1300" b="1">
                <a:solidFill>
                  <a:srgbClr val="FFFFFF"/>
                </a:solidFill>
                <a:latin typeface="Calibri"/>
                <a:ea typeface="Calibri"/>
                <a:cs typeface="Calibri"/>
              </a:defRPr>
            </a:lvl3pPr>
            <a:lvl4pPr algn="ctr">
              <a:defRPr sz="1300" b="1">
                <a:solidFill>
                  <a:srgbClr val="FFFFFF"/>
                </a:solidFill>
                <a:latin typeface="Calibri"/>
                <a:ea typeface="Calibri"/>
                <a:cs typeface="Calibri"/>
              </a:defRPr>
            </a:lvl4pPr>
            <a:lvl5pPr algn="ctr">
              <a:defRPr sz="1300" b="1">
                <a:solidFill>
                  <a:srgbClr val="FFFFFF"/>
                </a:solidFill>
                <a:latin typeface="Calibri"/>
                <a:ea typeface="Calibri"/>
                <a:cs typeface="Calibri"/>
              </a:defRPr>
            </a:lvl5pPr>
            <a:lvl6pPr algn="ctr">
              <a:defRPr sz="1300" b="1">
                <a:solidFill>
                  <a:srgbClr val="FFFFFF"/>
                </a:solidFill>
                <a:latin typeface="Calibri"/>
                <a:ea typeface="Calibri"/>
                <a:cs typeface="Calibri"/>
              </a:defRPr>
            </a:lvl6pPr>
            <a:lvl7pPr algn="ctr">
              <a:defRPr sz="1300" b="1">
                <a:solidFill>
                  <a:srgbClr val="FFFFFF"/>
                </a:solidFill>
                <a:latin typeface="Calibri"/>
                <a:ea typeface="Calibri"/>
                <a:cs typeface="Calibri"/>
              </a:defRPr>
            </a:lvl7pPr>
            <a:lvl8pPr algn="ctr">
              <a:defRPr sz="1300" b="1">
                <a:solidFill>
                  <a:srgbClr val="FFFFFF"/>
                </a:solidFill>
                <a:latin typeface="Calibri"/>
                <a:ea typeface="Calibri"/>
                <a:cs typeface="Calibri"/>
              </a:defRPr>
            </a:lvl8pPr>
            <a:lvl9pPr algn="ctr">
              <a:defRPr sz="1300" b="1">
                <a:solidFill>
                  <a:srgbClr val="FFFFFF"/>
                </a:solidFill>
                <a:latin typeface="Calibri"/>
                <a:ea typeface="Calibri"/>
                <a:cs typeface="Calibri"/>
              </a:defRPr>
            </a:lvl9pPr>
          </a:lstStyle>
          <a:p>
            <a:pPr defTabSz="1219170">
              <a:defRPr sz="1300" b="1">
                <a:solidFill>
                  <a:srgbClr val="FFFFFF"/>
                </a:solidFill>
                <a:latin typeface="Calibri"/>
                <a:ea typeface="Calibri"/>
                <a:cs typeface="Calibri"/>
              </a:defRPr>
            </a:pPr>
            <a:r>
              <a:rPr sz="1733"/>
              <a:t>S</a:t>
            </a:r>
          </a:p>
        </p:txBody>
      </p:sp>
      <p:sp>
        <p:nvSpPr>
          <p:cNvPr id="106" name="Oval 105">
            <a:extLst>
              <a:ext uri="{FF2B5EF4-FFF2-40B4-BE49-F238E27FC236}">
                <a16:creationId xmlns:a16="http://schemas.microsoft.com/office/drawing/2014/main" id="{DCA42942-9CB2-48BB-95E7-D9501D687EA2}"/>
              </a:ext>
            </a:extLst>
          </p:cNvPr>
          <p:cNvSpPr>
            <a:spLocks noGrp="1"/>
          </p:cNvSpPr>
          <p:nvPr/>
        </p:nvSpPr>
        <p:spPr>
          <a:xfrm>
            <a:off x="10915651" y="2295525"/>
            <a:ext cx="381000" cy="381000"/>
          </a:xfrm>
          <a:prstGeom prst="ellipse">
            <a:avLst/>
          </a:prstGeom>
          <a:solidFill>
            <a:srgbClr val="1B1F3B"/>
          </a:solidFill>
          <a:ln w="21431">
            <a:solidFill>
              <a:srgbClr val="FFFFFF"/>
            </a:solidFill>
            <a:prstDash val="solid"/>
          </a:ln>
        </p:spPr>
        <p:txBody>
          <a:bodyPr/>
          <a:lstStyle/>
          <a:p>
            <a:pPr defTabSz="1219170"/>
            <a:endParaRPr sz="2400">
              <a:solidFill>
                <a:srgbClr val="1B1F3B"/>
              </a:solidFill>
              <a:latin typeface="Calibri"/>
            </a:endParaRPr>
          </a:p>
        </p:txBody>
      </p:sp>
      <p:sp>
        <p:nvSpPr>
          <p:cNvPr id="107" name="Rectangle 106">
            <a:extLst>
              <a:ext uri="{FF2B5EF4-FFF2-40B4-BE49-F238E27FC236}">
                <a16:creationId xmlns:a16="http://schemas.microsoft.com/office/drawing/2014/main" id="{64207ADF-6B22-4BBE-866C-8FD279932B62}"/>
              </a:ext>
            </a:extLst>
          </p:cNvPr>
          <p:cNvSpPr>
            <a:spLocks noGrp="1"/>
          </p:cNvSpPr>
          <p:nvPr/>
        </p:nvSpPr>
        <p:spPr>
          <a:xfrm>
            <a:off x="10915651" y="2286000"/>
            <a:ext cx="381000" cy="381000"/>
          </a:xfrm>
          <a:prstGeom prst="rect">
            <a:avLst/>
          </a:prstGeom>
          <a:noFill/>
          <a:ln w="0">
            <a:noFill/>
            <a:prstDash val="solid"/>
          </a:ln>
        </p:spPr>
        <p:txBody>
          <a:bodyPr wrap="square" lIns="0" tIns="0" rIns="0" bIns="0" anchor="ctr">
            <a:noAutofit/>
          </a:bodyPr>
          <a:lstStyle>
            <a:defPPr algn="ctr">
              <a:defRPr sz="1300" b="1">
                <a:solidFill>
                  <a:srgbClr val="FFFFFF"/>
                </a:solidFill>
                <a:latin typeface="Calibri"/>
                <a:ea typeface="Calibri"/>
                <a:cs typeface="Calibri"/>
              </a:defRPr>
            </a:defPPr>
            <a:lvl1pPr algn="ctr">
              <a:defRPr sz="1300" b="1">
                <a:solidFill>
                  <a:srgbClr val="FFFFFF"/>
                </a:solidFill>
                <a:latin typeface="Calibri"/>
                <a:ea typeface="Calibri"/>
                <a:cs typeface="Calibri"/>
              </a:defRPr>
            </a:lvl1pPr>
            <a:lvl2pPr algn="ctr">
              <a:defRPr sz="1300" b="1">
                <a:solidFill>
                  <a:srgbClr val="FFFFFF"/>
                </a:solidFill>
                <a:latin typeface="Calibri"/>
                <a:ea typeface="Calibri"/>
                <a:cs typeface="Calibri"/>
              </a:defRPr>
            </a:lvl2pPr>
            <a:lvl3pPr algn="ctr">
              <a:defRPr sz="1300" b="1">
                <a:solidFill>
                  <a:srgbClr val="FFFFFF"/>
                </a:solidFill>
                <a:latin typeface="Calibri"/>
                <a:ea typeface="Calibri"/>
                <a:cs typeface="Calibri"/>
              </a:defRPr>
            </a:lvl3pPr>
            <a:lvl4pPr algn="ctr">
              <a:defRPr sz="1300" b="1">
                <a:solidFill>
                  <a:srgbClr val="FFFFFF"/>
                </a:solidFill>
                <a:latin typeface="Calibri"/>
                <a:ea typeface="Calibri"/>
                <a:cs typeface="Calibri"/>
              </a:defRPr>
            </a:lvl4pPr>
            <a:lvl5pPr algn="ctr">
              <a:defRPr sz="1300" b="1">
                <a:solidFill>
                  <a:srgbClr val="FFFFFF"/>
                </a:solidFill>
                <a:latin typeface="Calibri"/>
                <a:ea typeface="Calibri"/>
                <a:cs typeface="Calibri"/>
              </a:defRPr>
            </a:lvl5pPr>
            <a:lvl6pPr algn="ctr">
              <a:defRPr sz="1300" b="1">
                <a:solidFill>
                  <a:srgbClr val="FFFFFF"/>
                </a:solidFill>
                <a:latin typeface="Calibri"/>
                <a:ea typeface="Calibri"/>
                <a:cs typeface="Calibri"/>
              </a:defRPr>
            </a:lvl6pPr>
            <a:lvl7pPr algn="ctr">
              <a:defRPr sz="1300" b="1">
                <a:solidFill>
                  <a:srgbClr val="FFFFFF"/>
                </a:solidFill>
                <a:latin typeface="Calibri"/>
                <a:ea typeface="Calibri"/>
                <a:cs typeface="Calibri"/>
              </a:defRPr>
            </a:lvl7pPr>
            <a:lvl8pPr algn="ctr">
              <a:defRPr sz="1300" b="1">
                <a:solidFill>
                  <a:srgbClr val="FFFFFF"/>
                </a:solidFill>
                <a:latin typeface="Calibri"/>
                <a:ea typeface="Calibri"/>
                <a:cs typeface="Calibri"/>
              </a:defRPr>
            </a:lvl8pPr>
            <a:lvl9pPr algn="ctr">
              <a:defRPr sz="1300" b="1">
                <a:solidFill>
                  <a:srgbClr val="FFFFFF"/>
                </a:solidFill>
                <a:latin typeface="Calibri"/>
                <a:ea typeface="Calibri"/>
                <a:cs typeface="Calibri"/>
              </a:defRPr>
            </a:lvl9pPr>
          </a:lstStyle>
          <a:p>
            <a:pPr defTabSz="1219170">
              <a:defRPr sz="1300" b="1">
                <a:solidFill>
                  <a:srgbClr val="FFFFFF"/>
                </a:solidFill>
                <a:latin typeface="Calibri"/>
                <a:ea typeface="Calibri"/>
                <a:cs typeface="Calibri"/>
              </a:defRPr>
            </a:pPr>
            <a:r>
              <a:rPr sz="1733"/>
              <a:t>G</a:t>
            </a:r>
          </a:p>
        </p:txBody>
      </p:sp>
      <p:sp>
        <p:nvSpPr>
          <p:cNvPr id="108" name="Rectangle 107">
            <a:extLst>
              <a:ext uri="{FF2B5EF4-FFF2-40B4-BE49-F238E27FC236}">
                <a16:creationId xmlns:a16="http://schemas.microsoft.com/office/drawing/2014/main" id="{056CA4FB-1ECC-42C6-B759-B7433DBF6E38}"/>
              </a:ext>
            </a:extLst>
          </p:cNvPr>
          <p:cNvSpPr>
            <a:spLocks noGrp="1"/>
          </p:cNvSpPr>
          <p:nvPr/>
        </p:nvSpPr>
        <p:spPr>
          <a:xfrm>
            <a:off x="666749" y="1476375"/>
            <a:ext cx="4286251" cy="523875"/>
          </a:xfrm>
          <a:prstGeom prst="rect">
            <a:avLst/>
          </a:prstGeom>
          <a:noFill/>
          <a:ln w="0">
            <a:noFill/>
            <a:prstDash val="solid"/>
          </a:ln>
        </p:spPr>
        <p:txBody>
          <a:bodyPr wrap="square" lIns="0" tIns="0" rIns="0" bIns="0" anchor="ctr">
            <a:noAutofit/>
          </a:bodyPr>
          <a:lstStyle>
            <a:defPPr algn="l">
              <a:defRPr sz="1750" b="1">
                <a:solidFill>
                  <a:srgbClr val="1B1F3B"/>
                </a:solidFill>
                <a:latin typeface="Calibri"/>
                <a:ea typeface="Calibri"/>
                <a:cs typeface="Calibri"/>
              </a:defRPr>
            </a:defPPr>
            <a:lvl1pPr algn="l">
              <a:defRPr sz="1750" b="1">
                <a:solidFill>
                  <a:srgbClr val="1B1F3B"/>
                </a:solidFill>
                <a:latin typeface="Calibri"/>
                <a:ea typeface="Calibri"/>
                <a:cs typeface="Calibri"/>
              </a:defRPr>
            </a:lvl1pPr>
            <a:lvl2pPr algn="l">
              <a:defRPr sz="1750" b="1">
                <a:solidFill>
                  <a:srgbClr val="1B1F3B"/>
                </a:solidFill>
                <a:latin typeface="Calibri"/>
                <a:ea typeface="Calibri"/>
                <a:cs typeface="Calibri"/>
              </a:defRPr>
            </a:lvl2pPr>
            <a:lvl3pPr algn="l">
              <a:defRPr sz="1750" b="1">
                <a:solidFill>
                  <a:srgbClr val="1B1F3B"/>
                </a:solidFill>
                <a:latin typeface="Calibri"/>
                <a:ea typeface="Calibri"/>
                <a:cs typeface="Calibri"/>
              </a:defRPr>
            </a:lvl3pPr>
            <a:lvl4pPr algn="l">
              <a:defRPr sz="1750" b="1">
                <a:solidFill>
                  <a:srgbClr val="1B1F3B"/>
                </a:solidFill>
                <a:latin typeface="Calibri"/>
                <a:ea typeface="Calibri"/>
                <a:cs typeface="Calibri"/>
              </a:defRPr>
            </a:lvl4pPr>
            <a:lvl5pPr algn="l">
              <a:defRPr sz="1750" b="1">
                <a:solidFill>
                  <a:srgbClr val="1B1F3B"/>
                </a:solidFill>
                <a:latin typeface="Calibri"/>
                <a:ea typeface="Calibri"/>
                <a:cs typeface="Calibri"/>
              </a:defRPr>
            </a:lvl5pPr>
            <a:lvl6pPr algn="l">
              <a:defRPr sz="1750" b="1">
                <a:solidFill>
                  <a:srgbClr val="1B1F3B"/>
                </a:solidFill>
                <a:latin typeface="Calibri"/>
                <a:ea typeface="Calibri"/>
                <a:cs typeface="Calibri"/>
              </a:defRPr>
            </a:lvl6pPr>
            <a:lvl7pPr algn="l">
              <a:defRPr sz="1750" b="1">
                <a:solidFill>
                  <a:srgbClr val="1B1F3B"/>
                </a:solidFill>
                <a:latin typeface="Calibri"/>
                <a:ea typeface="Calibri"/>
                <a:cs typeface="Calibri"/>
              </a:defRPr>
            </a:lvl7pPr>
            <a:lvl8pPr algn="l">
              <a:defRPr sz="1750" b="1">
                <a:solidFill>
                  <a:srgbClr val="1B1F3B"/>
                </a:solidFill>
                <a:latin typeface="Calibri"/>
                <a:ea typeface="Calibri"/>
                <a:cs typeface="Calibri"/>
              </a:defRPr>
            </a:lvl8pPr>
            <a:lvl9pPr algn="l">
              <a:defRPr sz="1750" b="1">
                <a:solidFill>
                  <a:srgbClr val="1B1F3B"/>
                </a:solidFill>
                <a:latin typeface="Calibri"/>
                <a:ea typeface="Calibri"/>
                <a:cs typeface="Calibri"/>
              </a:defRPr>
            </a:lvl9pPr>
          </a:lstStyle>
          <a:p>
            <a:pPr defTabSz="1219170">
              <a:defRPr sz="1750" b="1">
                <a:solidFill>
                  <a:srgbClr val="1B1F3B"/>
                </a:solidFill>
                <a:latin typeface="Calibri"/>
                <a:ea typeface="Calibri"/>
                <a:cs typeface="Calibri"/>
              </a:defRPr>
            </a:pPr>
            <a:r>
              <a:rPr sz="2333"/>
              <a:t>Layout A</a:t>
            </a:r>
          </a:p>
        </p:txBody>
      </p:sp>
      <p:sp>
        <p:nvSpPr>
          <p:cNvPr id="109" name="Rectangle 108">
            <a:extLst>
              <a:ext uri="{FF2B5EF4-FFF2-40B4-BE49-F238E27FC236}">
                <a16:creationId xmlns:a16="http://schemas.microsoft.com/office/drawing/2014/main" id="{F05D3A5D-B5A4-46C5-8EB2-2D0AE1689718}"/>
              </a:ext>
            </a:extLst>
          </p:cNvPr>
          <p:cNvSpPr>
            <a:spLocks noGrp="1"/>
          </p:cNvSpPr>
          <p:nvPr/>
        </p:nvSpPr>
        <p:spPr>
          <a:xfrm>
            <a:off x="7096125" y="1476375"/>
            <a:ext cx="4286251" cy="523875"/>
          </a:xfrm>
          <a:prstGeom prst="rect">
            <a:avLst/>
          </a:prstGeom>
          <a:noFill/>
          <a:ln w="0">
            <a:noFill/>
            <a:prstDash val="solid"/>
          </a:ln>
        </p:spPr>
        <p:txBody>
          <a:bodyPr wrap="square" lIns="0" tIns="0" rIns="0" bIns="0" anchor="ctr">
            <a:noAutofit/>
          </a:bodyPr>
          <a:lstStyle>
            <a:defPPr algn="l">
              <a:defRPr sz="1750" b="1">
                <a:solidFill>
                  <a:srgbClr val="1B1F3B"/>
                </a:solidFill>
                <a:latin typeface="Calibri"/>
                <a:ea typeface="Calibri"/>
                <a:cs typeface="Calibri"/>
              </a:defRPr>
            </a:defPPr>
            <a:lvl1pPr algn="l">
              <a:defRPr sz="1750" b="1">
                <a:solidFill>
                  <a:srgbClr val="1B1F3B"/>
                </a:solidFill>
                <a:latin typeface="Calibri"/>
                <a:ea typeface="Calibri"/>
                <a:cs typeface="Calibri"/>
              </a:defRPr>
            </a:lvl1pPr>
            <a:lvl2pPr algn="l">
              <a:defRPr sz="1750" b="1">
                <a:solidFill>
                  <a:srgbClr val="1B1F3B"/>
                </a:solidFill>
                <a:latin typeface="Calibri"/>
                <a:ea typeface="Calibri"/>
                <a:cs typeface="Calibri"/>
              </a:defRPr>
            </a:lvl2pPr>
            <a:lvl3pPr algn="l">
              <a:defRPr sz="1750" b="1">
                <a:solidFill>
                  <a:srgbClr val="1B1F3B"/>
                </a:solidFill>
                <a:latin typeface="Calibri"/>
                <a:ea typeface="Calibri"/>
                <a:cs typeface="Calibri"/>
              </a:defRPr>
            </a:lvl3pPr>
            <a:lvl4pPr algn="l">
              <a:defRPr sz="1750" b="1">
                <a:solidFill>
                  <a:srgbClr val="1B1F3B"/>
                </a:solidFill>
                <a:latin typeface="Calibri"/>
                <a:ea typeface="Calibri"/>
                <a:cs typeface="Calibri"/>
              </a:defRPr>
            </a:lvl4pPr>
            <a:lvl5pPr algn="l">
              <a:defRPr sz="1750" b="1">
                <a:solidFill>
                  <a:srgbClr val="1B1F3B"/>
                </a:solidFill>
                <a:latin typeface="Calibri"/>
                <a:ea typeface="Calibri"/>
                <a:cs typeface="Calibri"/>
              </a:defRPr>
            </a:lvl5pPr>
            <a:lvl6pPr algn="l">
              <a:defRPr sz="1750" b="1">
                <a:solidFill>
                  <a:srgbClr val="1B1F3B"/>
                </a:solidFill>
                <a:latin typeface="Calibri"/>
                <a:ea typeface="Calibri"/>
                <a:cs typeface="Calibri"/>
              </a:defRPr>
            </a:lvl6pPr>
            <a:lvl7pPr algn="l">
              <a:defRPr sz="1750" b="1">
                <a:solidFill>
                  <a:srgbClr val="1B1F3B"/>
                </a:solidFill>
                <a:latin typeface="Calibri"/>
                <a:ea typeface="Calibri"/>
                <a:cs typeface="Calibri"/>
              </a:defRPr>
            </a:lvl7pPr>
            <a:lvl8pPr algn="l">
              <a:defRPr sz="1750" b="1">
                <a:solidFill>
                  <a:srgbClr val="1B1F3B"/>
                </a:solidFill>
                <a:latin typeface="Calibri"/>
                <a:ea typeface="Calibri"/>
                <a:cs typeface="Calibri"/>
              </a:defRPr>
            </a:lvl8pPr>
            <a:lvl9pPr algn="l">
              <a:defRPr sz="1750" b="1">
                <a:solidFill>
                  <a:srgbClr val="1B1F3B"/>
                </a:solidFill>
                <a:latin typeface="Calibri"/>
                <a:ea typeface="Calibri"/>
                <a:cs typeface="Calibri"/>
              </a:defRPr>
            </a:lvl9pPr>
          </a:lstStyle>
          <a:p>
            <a:pPr defTabSz="1219170">
              <a:defRPr sz="1750" b="1">
                <a:solidFill>
                  <a:srgbClr val="1B1F3B"/>
                </a:solidFill>
                <a:latin typeface="Calibri"/>
                <a:ea typeface="Calibri"/>
                <a:cs typeface="Calibri"/>
              </a:defRPr>
            </a:pPr>
            <a:r>
              <a:rPr sz="2333"/>
              <a:t>Layout B</a:t>
            </a:r>
          </a:p>
        </p:txBody>
      </p:sp>
      <p:sp>
        <p:nvSpPr>
          <p:cNvPr id="110" name="Rectangle 109">
            <a:extLst>
              <a:ext uri="{FF2B5EF4-FFF2-40B4-BE49-F238E27FC236}">
                <a16:creationId xmlns:a16="http://schemas.microsoft.com/office/drawing/2014/main" id="{C5F4C903-A0FB-41D1-88D7-199570616E53}"/>
              </a:ext>
            </a:extLst>
          </p:cNvPr>
          <p:cNvSpPr>
            <a:spLocks noGrp="1"/>
          </p:cNvSpPr>
          <p:nvPr/>
        </p:nvSpPr>
        <p:spPr>
          <a:xfrm>
            <a:off x="609600" y="5619749"/>
            <a:ext cx="10972800" cy="457200"/>
          </a:xfrm>
          <a:prstGeom prst="rect">
            <a:avLst/>
          </a:prstGeom>
          <a:noFill/>
          <a:ln w="0">
            <a:noFill/>
            <a:prstDash val="solid"/>
          </a:ln>
        </p:spPr>
        <p:txBody>
          <a:bodyPr wrap="square" lIns="0" tIns="0" rIns="0" bIns="0" anchor="ctr">
            <a:noAutofit/>
          </a:bodyPr>
          <a:lstStyle>
            <a:defPPr algn="l">
              <a:defRPr sz="1300" b="0">
                <a:solidFill>
                  <a:srgbClr val="4A4F6A"/>
                </a:solidFill>
                <a:latin typeface="Calibri"/>
                <a:ea typeface="Calibri"/>
                <a:cs typeface="Calibri"/>
              </a:defRPr>
            </a:defPPr>
            <a:lvl1pPr algn="l">
              <a:defRPr sz="1300" b="0">
                <a:solidFill>
                  <a:srgbClr val="4A4F6A"/>
                </a:solidFill>
                <a:latin typeface="Calibri"/>
                <a:ea typeface="Calibri"/>
                <a:cs typeface="Calibri"/>
              </a:defRPr>
            </a:lvl1pPr>
            <a:lvl2pPr algn="l">
              <a:defRPr sz="1300" b="0">
                <a:solidFill>
                  <a:srgbClr val="4A4F6A"/>
                </a:solidFill>
                <a:latin typeface="Calibri"/>
                <a:ea typeface="Calibri"/>
                <a:cs typeface="Calibri"/>
              </a:defRPr>
            </a:lvl2pPr>
            <a:lvl3pPr algn="l">
              <a:defRPr sz="1300" b="0">
                <a:solidFill>
                  <a:srgbClr val="4A4F6A"/>
                </a:solidFill>
                <a:latin typeface="Calibri"/>
                <a:ea typeface="Calibri"/>
                <a:cs typeface="Calibri"/>
              </a:defRPr>
            </a:lvl3pPr>
            <a:lvl4pPr algn="l">
              <a:defRPr sz="1300" b="0">
                <a:solidFill>
                  <a:srgbClr val="4A4F6A"/>
                </a:solidFill>
                <a:latin typeface="Calibri"/>
                <a:ea typeface="Calibri"/>
                <a:cs typeface="Calibri"/>
              </a:defRPr>
            </a:lvl4pPr>
            <a:lvl5pPr algn="l">
              <a:defRPr sz="1300" b="0">
                <a:solidFill>
                  <a:srgbClr val="4A4F6A"/>
                </a:solidFill>
                <a:latin typeface="Calibri"/>
                <a:ea typeface="Calibri"/>
                <a:cs typeface="Calibri"/>
              </a:defRPr>
            </a:lvl5pPr>
            <a:lvl6pPr algn="l">
              <a:defRPr sz="1300" b="0">
                <a:solidFill>
                  <a:srgbClr val="4A4F6A"/>
                </a:solidFill>
                <a:latin typeface="Calibri"/>
                <a:ea typeface="Calibri"/>
                <a:cs typeface="Calibri"/>
              </a:defRPr>
            </a:lvl6pPr>
            <a:lvl7pPr algn="l">
              <a:defRPr sz="1300" b="0">
                <a:solidFill>
                  <a:srgbClr val="4A4F6A"/>
                </a:solidFill>
                <a:latin typeface="Calibri"/>
                <a:ea typeface="Calibri"/>
                <a:cs typeface="Calibri"/>
              </a:defRPr>
            </a:lvl7pPr>
            <a:lvl8pPr algn="l">
              <a:defRPr sz="1300" b="0">
                <a:solidFill>
                  <a:srgbClr val="4A4F6A"/>
                </a:solidFill>
                <a:latin typeface="Calibri"/>
                <a:ea typeface="Calibri"/>
                <a:cs typeface="Calibri"/>
              </a:defRPr>
            </a:lvl8pPr>
            <a:lvl9pPr algn="l">
              <a:defRPr sz="1300" b="0">
                <a:solidFill>
                  <a:srgbClr val="4A4F6A"/>
                </a:solidFill>
                <a:latin typeface="Calibri"/>
                <a:ea typeface="Calibri"/>
                <a:cs typeface="Calibri"/>
              </a:defRPr>
            </a:lvl9pPr>
          </a:lstStyle>
          <a:p>
            <a:pPr defTabSz="1219170">
              <a:defRPr sz="1300" b="0">
                <a:solidFill>
                  <a:srgbClr val="4A4F6A"/>
                </a:solidFill>
                <a:latin typeface="Calibri"/>
                <a:ea typeface="Calibri"/>
                <a:cs typeface="Calibri"/>
              </a:defRPr>
            </a:pPr>
            <a:r>
              <a:rPr sz="1733"/>
              <a:t>Keep the policy fixed. Check whether the result transfers.</a:t>
            </a:r>
          </a:p>
        </p:txBody>
      </p:sp>
    </p:spTree>
    <p:extLst>
      <p:ext uri="{BB962C8B-B14F-4D97-AF65-F5344CB8AC3E}">
        <p14:creationId xmlns:p14="http://schemas.microsoft.com/office/powerpoint/2010/main" val="209278926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Rectangle 34"/>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sz="2400">
              <a:solidFill>
                <a:srgbClr val="FFFFFF"/>
              </a:solidFill>
              <a:latin typeface="Calibri"/>
            </a:endParaRPr>
          </a:p>
        </p:txBody>
      </p:sp>
      <p:sp>
        <p:nvSpPr>
          <p:cNvPr id="2" name="Rectangle 1">
            <a:extLst>
              <a:ext uri="{FF2B5EF4-FFF2-40B4-BE49-F238E27FC236}">
                <a16:creationId xmlns:a16="http://schemas.microsoft.com/office/drawing/2014/main" id="{458767E0-4AC8-418E-A01B-518EC691EEF2}"/>
              </a:ext>
            </a:extLst>
          </p:cNvPr>
          <p:cNvSpPr>
            <a:spLocks noGrp="1"/>
          </p:cNvSpPr>
          <p:nvPr/>
        </p:nvSpPr>
        <p:spPr>
          <a:xfrm>
            <a:off x="731520" y="365760"/>
            <a:ext cx="10728960" cy="853440"/>
          </a:xfrm>
          <a:prstGeom prst="rect">
            <a:avLst/>
          </a:prstGeom>
          <a:noFill/>
          <a:ln w="0">
            <a:noFill/>
            <a:prstDash val="solid"/>
          </a:ln>
        </p:spPr>
        <p:txBody>
          <a:bodyPr wrap="square" lIns="0" tIns="0" rIns="0" bIns="0" anchor="ctr">
            <a:noAutofit/>
          </a:bodyPr>
          <a:lstStyle>
            <a:defPPr algn="l">
              <a:defRPr sz="2350" b="1">
                <a:solidFill>
                  <a:srgbClr val="1B1F3B"/>
                </a:solidFill>
                <a:latin typeface="Calibri"/>
                <a:ea typeface="Calibri"/>
                <a:cs typeface="Calibri"/>
              </a:defRPr>
            </a:defPPr>
            <a:lvl1pPr algn="l">
              <a:defRPr sz="2350" b="1">
                <a:solidFill>
                  <a:srgbClr val="1B1F3B"/>
                </a:solidFill>
                <a:latin typeface="Calibri"/>
                <a:ea typeface="Calibri"/>
                <a:cs typeface="Calibri"/>
              </a:defRPr>
            </a:lvl1pPr>
            <a:lvl2pPr algn="l">
              <a:defRPr sz="2350" b="1">
                <a:solidFill>
                  <a:srgbClr val="1B1F3B"/>
                </a:solidFill>
                <a:latin typeface="Calibri"/>
                <a:ea typeface="Calibri"/>
                <a:cs typeface="Calibri"/>
              </a:defRPr>
            </a:lvl2pPr>
            <a:lvl3pPr algn="l">
              <a:defRPr sz="2350" b="1">
                <a:solidFill>
                  <a:srgbClr val="1B1F3B"/>
                </a:solidFill>
                <a:latin typeface="Calibri"/>
                <a:ea typeface="Calibri"/>
                <a:cs typeface="Calibri"/>
              </a:defRPr>
            </a:lvl3pPr>
            <a:lvl4pPr algn="l">
              <a:defRPr sz="2350" b="1">
                <a:solidFill>
                  <a:srgbClr val="1B1F3B"/>
                </a:solidFill>
                <a:latin typeface="Calibri"/>
                <a:ea typeface="Calibri"/>
                <a:cs typeface="Calibri"/>
              </a:defRPr>
            </a:lvl4pPr>
            <a:lvl5pPr algn="l">
              <a:defRPr sz="2350" b="1">
                <a:solidFill>
                  <a:srgbClr val="1B1F3B"/>
                </a:solidFill>
                <a:latin typeface="Calibri"/>
                <a:ea typeface="Calibri"/>
                <a:cs typeface="Calibri"/>
              </a:defRPr>
            </a:lvl5pPr>
            <a:lvl6pPr algn="l">
              <a:defRPr sz="2350" b="1">
                <a:solidFill>
                  <a:srgbClr val="1B1F3B"/>
                </a:solidFill>
                <a:latin typeface="Calibri"/>
                <a:ea typeface="Calibri"/>
                <a:cs typeface="Calibri"/>
              </a:defRPr>
            </a:lvl6pPr>
            <a:lvl7pPr algn="l">
              <a:defRPr sz="2350" b="1">
                <a:solidFill>
                  <a:srgbClr val="1B1F3B"/>
                </a:solidFill>
                <a:latin typeface="Calibri"/>
                <a:ea typeface="Calibri"/>
                <a:cs typeface="Calibri"/>
              </a:defRPr>
            </a:lvl7pPr>
            <a:lvl8pPr algn="l">
              <a:defRPr sz="2350" b="1">
                <a:solidFill>
                  <a:srgbClr val="1B1F3B"/>
                </a:solidFill>
                <a:latin typeface="Calibri"/>
                <a:ea typeface="Calibri"/>
                <a:cs typeface="Calibri"/>
              </a:defRPr>
            </a:lvl8pPr>
            <a:lvl9pPr algn="l">
              <a:defRPr sz="2350" b="1">
                <a:solidFill>
                  <a:srgbClr val="1B1F3B"/>
                </a:solidFill>
                <a:latin typeface="Calibri"/>
                <a:ea typeface="Calibri"/>
                <a:cs typeface="Calibri"/>
              </a:defRPr>
            </a:lvl9pPr>
          </a:lstStyle>
          <a:p>
            <a:pPr defTabSz="1219170">
              <a:defRPr sz="2350" b="1">
                <a:solidFill>
                  <a:srgbClr val="1B1F3B"/>
                </a:solidFill>
                <a:latin typeface="Calibri"/>
                <a:ea typeface="Calibri"/>
                <a:cs typeface="Calibri"/>
              </a:defRPr>
            </a:pPr>
            <a:r>
              <a:rPr sz="3733"/>
              <a:t>Predictions can hide a blocked road</a:t>
            </a:r>
          </a:p>
        </p:txBody>
      </p:sp>
      <p:sp>
        <p:nvSpPr>
          <p:cNvPr id="3" name="Rectangle 2">
            <a:extLst>
              <a:ext uri="{FF2B5EF4-FFF2-40B4-BE49-F238E27FC236}">
                <a16:creationId xmlns:a16="http://schemas.microsoft.com/office/drawing/2014/main" id="{A1324089-9C12-44B9-85FA-77237BC438E2}"/>
              </a:ext>
            </a:extLst>
          </p:cNvPr>
          <p:cNvSpPr>
            <a:spLocks noGrp="1"/>
          </p:cNvSpPr>
          <p:nvPr/>
        </p:nvSpPr>
        <p:spPr>
          <a:xfrm>
            <a:off x="609601" y="6229350"/>
            <a:ext cx="9334500" cy="266700"/>
          </a:xfrm>
          <a:prstGeom prst="rect">
            <a:avLst/>
          </a:prstGeom>
          <a:noFill/>
          <a:ln w="0">
            <a:noFill/>
            <a:prstDash val="solid"/>
          </a:ln>
        </p:spPr>
        <p:txBody>
          <a:bodyPr wrap="square" lIns="0" tIns="0" rIns="0" bIns="0" anchor="ctr">
            <a:noAutofit/>
          </a:bodyPr>
          <a:lstStyle>
            <a:defPPr algn="l">
              <a:defRPr sz="950" b="0">
                <a:solidFill>
                  <a:srgbClr val="4A4F6A"/>
                </a:solidFill>
                <a:latin typeface="Calibri"/>
                <a:ea typeface="Calibri"/>
                <a:cs typeface="Calibri"/>
              </a:defRPr>
            </a:defPPr>
            <a:lvl1pPr algn="l">
              <a:defRPr sz="950" b="0">
                <a:solidFill>
                  <a:srgbClr val="4A4F6A"/>
                </a:solidFill>
                <a:latin typeface="Calibri"/>
                <a:ea typeface="Calibri"/>
                <a:cs typeface="Calibri"/>
              </a:defRPr>
            </a:lvl1pPr>
            <a:lvl2pPr algn="l">
              <a:defRPr sz="950" b="0">
                <a:solidFill>
                  <a:srgbClr val="4A4F6A"/>
                </a:solidFill>
                <a:latin typeface="Calibri"/>
                <a:ea typeface="Calibri"/>
                <a:cs typeface="Calibri"/>
              </a:defRPr>
            </a:lvl2pPr>
            <a:lvl3pPr algn="l">
              <a:defRPr sz="950" b="0">
                <a:solidFill>
                  <a:srgbClr val="4A4F6A"/>
                </a:solidFill>
                <a:latin typeface="Calibri"/>
                <a:ea typeface="Calibri"/>
                <a:cs typeface="Calibri"/>
              </a:defRPr>
            </a:lvl3pPr>
            <a:lvl4pPr algn="l">
              <a:defRPr sz="950" b="0">
                <a:solidFill>
                  <a:srgbClr val="4A4F6A"/>
                </a:solidFill>
                <a:latin typeface="Calibri"/>
                <a:ea typeface="Calibri"/>
                <a:cs typeface="Calibri"/>
              </a:defRPr>
            </a:lvl4pPr>
            <a:lvl5pPr algn="l">
              <a:defRPr sz="950" b="0">
                <a:solidFill>
                  <a:srgbClr val="4A4F6A"/>
                </a:solidFill>
                <a:latin typeface="Calibri"/>
                <a:ea typeface="Calibri"/>
                <a:cs typeface="Calibri"/>
              </a:defRPr>
            </a:lvl5pPr>
            <a:lvl6pPr algn="l">
              <a:defRPr sz="950" b="0">
                <a:solidFill>
                  <a:srgbClr val="4A4F6A"/>
                </a:solidFill>
                <a:latin typeface="Calibri"/>
                <a:ea typeface="Calibri"/>
                <a:cs typeface="Calibri"/>
              </a:defRPr>
            </a:lvl6pPr>
            <a:lvl7pPr algn="l">
              <a:defRPr sz="950" b="0">
                <a:solidFill>
                  <a:srgbClr val="4A4F6A"/>
                </a:solidFill>
                <a:latin typeface="Calibri"/>
                <a:ea typeface="Calibri"/>
                <a:cs typeface="Calibri"/>
              </a:defRPr>
            </a:lvl7pPr>
            <a:lvl8pPr algn="l">
              <a:defRPr sz="950" b="0">
                <a:solidFill>
                  <a:srgbClr val="4A4F6A"/>
                </a:solidFill>
                <a:latin typeface="Calibri"/>
                <a:ea typeface="Calibri"/>
                <a:cs typeface="Calibri"/>
              </a:defRPr>
            </a:lvl8pPr>
            <a:lvl9pPr algn="l">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7  Comparison and scenarios</a:t>
            </a:r>
          </a:p>
        </p:txBody>
      </p:sp>
      <p:sp>
        <p:nvSpPr>
          <p:cNvPr id="4" name="Rectangle 3">
            <a:extLst>
              <a:ext uri="{FF2B5EF4-FFF2-40B4-BE49-F238E27FC236}">
                <a16:creationId xmlns:a16="http://schemas.microsoft.com/office/drawing/2014/main" id="{6DCAE676-4EA7-4802-A1AE-90166F7225E7}"/>
              </a:ext>
            </a:extLst>
          </p:cNvPr>
          <p:cNvSpPr>
            <a:spLocks noGrp="1"/>
          </p:cNvSpPr>
          <p:nvPr/>
        </p:nvSpPr>
        <p:spPr>
          <a:xfrm>
            <a:off x="10953750" y="6229350"/>
            <a:ext cx="619125" cy="266700"/>
          </a:xfrm>
          <a:prstGeom prst="rect">
            <a:avLst/>
          </a:prstGeom>
          <a:noFill/>
          <a:ln w="0">
            <a:noFill/>
            <a:prstDash val="solid"/>
          </a:ln>
        </p:spPr>
        <p:txBody>
          <a:bodyPr wrap="square" lIns="0" tIns="0" rIns="0" bIns="0" anchor="ctr">
            <a:noAutofit/>
          </a:bodyPr>
          <a:lstStyle>
            <a:defPPr algn="r">
              <a:defRPr sz="950" b="0">
                <a:solidFill>
                  <a:srgbClr val="4A4F6A"/>
                </a:solidFill>
                <a:latin typeface="Calibri"/>
                <a:ea typeface="Calibri"/>
                <a:cs typeface="Calibri"/>
              </a:defRPr>
            </a:defPPr>
            <a:lvl1pPr algn="r">
              <a:defRPr sz="950" b="0">
                <a:solidFill>
                  <a:srgbClr val="4A4F6A"/>
                </a:solidFill>
                <a:latin typeface="Calibri"/>
                <a:ea typeface="Calibri"/>
                <a:cs typeface="Calibri"/>
              </a:defRPr>
            </a:lvl1pPr>
            <a:lvl2pPr algn="r">
              <a:defRPr sz="950" b="0">
                <a:solidFill>
                  <a:srgbClr val="4A4F6A"/>
                </a:solidFill>
                <a:latin typeface="Calibri"/>
                <a:ea typeface="Calibri"/>
                <a:cs typeface="Calibri"/>
              </a:defRPr>
            </a:lvl2pPr>
            <a:lvl3pPr algn="r">
              <a:defRPr sz="950" b="0">
                <a:solidFill>
                  <a:srgbClr val="4A4F6A"/>
                </a:solidFill>
                <a:latin typeface="Calibri"/>
                <a:ea typeface="Calibri"/>
                <a:cs typeface="Calibri"/>
              </a:defRPr>
            </a:lvl3pPr>
            <a:lvl4pPr algn="r">
              <a:defRPr sz="950" b="0">
                <a:solidFill>
                  <a:srgbClr val="4A4F6A"/>
                </a:solidFill>
                <a:latin typeface="Calibri"/>
                <a:ea typeface="Calibri"/>
                <a:cs typeface="Calibri"/>
              </a:defRPr>
            </a:lvl4pPr>
            <a:lvl5pPr algn="r">
              <a:defRPr sz="950" b="0">
                <a:solidFill>
                  <a:srgbClr val="4A4F6A"/>
                </a:solidFill>
                <a:latin typeface="Calibri"/>
                <a:ea typeface="Calibri"/>
                <a:cs typeface="Calibri"/>
              </a:defRPr>
            </a:lvl5pPr>
            <a:lvl6pPr algn="r">
              <a:defRPr sz="950" b="0">
                <a:solidFill>
                  <a:srgbClr val="4A4F6A"/>
                </a:solidFill>
                <a:latin typeface="Calibri"/>
                <a:ea typeface="Calibri"/>
                <a:cs typeface="Calibri"/>
              </a:defRPr>
            </a:lvl6pPr>
            <a:lvl7pPr algn="r">
              <a:defRPr sz="950" b="0">
                <a:solidFill>
                  <a:srgbClr val="4A4F6A"/>
                </a:solidFill>
                <a:latin typeface="Calibri"/>
                <a:ea typeface="Calibri"/>
                <a:cs typeface="Calibri"/>
              </a:defRPr>
            </a:lvl7pPr>
            <a:lvl8pPr algn="r">
              <a:defRPr sz="950" b="0">
                <a:solidFill>
                  <a:srgbClr val="4A4F6A"/>
                </a:solidFill>
                <a:latin typeface="Calibri"/>
                <a:ea typeface="Calibri"/>
                <a:cs typeface="Calibri"/>
              </a:defRPr>
            </a:lvl8pPr>
            <a:lvl9pPr algn="r">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26</a:t>
            </a:r>
          </a:p>
        </p:txBody>
      </p:sp>
      <p:sp>
        <p:nvSpPr>
          <p:cNvPr id="5" name="Rectangle 4">
            <a:extLst>
              <a:ext uri="{FF2B5EF4-FFF2-40B4-BE49-F238E27FC236}">
                <a16:creationId xmlns:a16="http://schemas.microsoft.com/office/drawing/2014/main" id="{EA136A31-9430-4894-9049-6E82F7DA7B70}"/>
              </a:ext>
            </a:extLst>
          </p:cNvPr>
          <p:cNvSpPr>
            <a:spLocks noGrp="1"/>
          </p:cNvSpPr>
          <p:nvPr/>
        </p:nvSpPr>
        <p:spPr>
          <a:xfrm>
            <a:off x="857251" y="1666875"/>
            <a:ext cx="4762500" cy="571500"/>
          </a:xfrm>
          <a:prstGeom prst="rect">
            <a:avLst/>
          </a:prstGeom>
          <a:noFill/>
          <a:ln w="0">
            <a:noFill/>
            <a:prstDash val="solid"/>
          </a:ln>
        </p:spPr>
        <p:txBody>
          <a:bodyPr wrap="square" lIns="0" tIns="0" rIns="0" bIns="0" anchor="ctr">
            <a:noAutofit/>
          </a:bodyPr>
          <a:lstStyle>
            <a:defPPr algn="l">
              <a:defRPr sz="1700" b="1">
                <a:solidFill>
                  <a:srgbClr val="1B1F3B"/>
                </a:solidFill>
                <a:latin typeface="Calibri"/>
                <a:ea typeface="Calibri"/>
                <a:cs typeface="Calibri"/>
              </a:defRPr>
            </a:defPPr>
            <a:lvl1pPr algn="l">
              <a:defRPr sz="1700" b="1">
                <a:solidFill>
                  <a:srgbClr val="1B1F3B"/>
                </a:solidFill>
                <a:latin typeface="Calibri"/>
                <a:ea typeface="Calibri"/>
                <a:cs typeface="Calibri"/>
              </a:defRPr>
            </a:lvl1pPr>
            <a:lvl2pPr algn="l">
              <a:defRPr sz="1700" b="1">
                <a:solidFill>
                  <a:srgbClr val="1B1F3B"/>
                </a:solidFill>
                <a:latin typeface="Calibri"/>
                <a:ea typeface="Calibri"/>
                <a:cs typeface="Calibri"/>
              </a:defRPr>
            </a:lvl2pPr>
            <a:lvl3pPr algn="l">
              <a:defRPr sz="1700" b="1">
                <a:solidFill>
                  <a:srgbClr val="1B1F3B"/>
                </a:solidFill>
                <a:latin typeface="Calibri"/>
                <a:ea typeface="Calibri"/>
                <a:cs typeface="Calibri"/>
              </a:defRPr>
            </a:lvl3pPr>
            <a:lvl4pPr algn="l">
              <a:defRPr sz="1700" b="1">
                <a:solidFill>
                  <a:srgbClr val="1B1F3B"/>
                </a:solidFill>
                <a:latin typeface="Calibri"/>
                <a:ea typeface="Calibri"/>
                <a:cs typeface="Calibri"/>
              </a:defRPr>
            </a:lvl4pPr>
            <a:lvl5pPr algn="l">
              <a:defRPr sz="1700" b="1">
                <a:solidFill>
                  <a:srgbClr val="1B1F3B"/>
                </a:solidFill>
                <a:latin typeface="Calibri"/>
                <a:ea typeface="Calibri"/>
                <a:cs typeface="Calibri"/>
              </a:defRPr>
            </a:lvl5pPr>
            <a:lvl6pPr algn="l">
              <a:defRPr sz="1700" b="1">
                <a:solidFill>
                  <a:srgbClr val="1B1F3B"/>
                </a:solidFill>
                <a:latin typeface="Calibri"/>
                <a:ea typeface="Calibri"/>
                <a:cs typeface="Calibri"/>
              </a:defRPr>
            </a:lvl6pPr>
            <a:lvl7pPr algn="l">
              <a:defRPr sz="1700" b="1">
                <a:solidFill>
                  <a:srgbClr val="1B1F3B"/>
                </a:solidFill>
                <a:latin typeface="Calibri"/>
                <a:ea typeface="Calibri"/>
                <a:cs typeface="Calibri"/>
              </a:defRPr>
            </a:lvl7pPr>
            <a:lvl8pPr algn="l">
              <a:defRPr sz="1700" b="1">
                <a:solidFill>
                  <a:srgbClr val="1B1F3B"/>
                </a:solidFill>
                <a:latin typeface="Calibri"/>
                <a:ea typeface="Calibri"/>
                <a:cs typeface="Calibri"/>
              </a:defRPr>
            </a:lvl8pPr>
            <a:lvl9pPr algn="l">
              <a:defRPr sz="1700" b="1">
                <a:solidFill>
                  <a:srgbClr val="1B1F3B"/>
                </a:solidFill>
                <a:latin typeface="Calibri"/>
                <a:ea typeface="Calibri"/>
                <a:cs typeface="Calibri"/>
              </a:defRPr>
            </a:lvl9pPr>
          </a:lstStyle>
          <a:p>
            <a:pPr defTabSz="1219170">
              <a:defRPr sz="1700" b="1">
                <a:solidFill>
                  <a:srgbClr val="1B1F3B"/>
                </a:solidFill>
                <a:latin typeface="Calibri"/>
                <a:ea typeface="Calibri"/>
                <a:cs typeface="Calibri"/>
              </a:defRPr>
            </a:pPr>
            <a:r>
              <a:rPr sz="2267"/>
              <a:t>What the model predicts</a:t>
            </a:r>
          </a:p>
        </p:txBody>
      </p:sp>
      <p:sp>
        <p:nvSpPr>
          <p:cNvPr id="6" name="Rectangle 5">
            <a:extLst>
              <a:ext uri="{FF2B5EF4-FFF2-40B4-BE49-F238E27FC236}">
                <a16:creationId xmlns:a16="http://schemas.microsoft.com/office/drawing/2014/main" id="{8C7EAEBC-41AD-4C33-8C42-D6C79A4577D0}"/>
              </a:ext>
            </a:extLst>
          </p:cNvPr>
          <p:cNvSpPr>
            <a:spLocks noGrp="1"/>
          </p:cNvSpPr>
          <p:nvPr/>
        </p:nvSpPr>
        <p:spPr>
          <a:xfrm>
            <a:off x="6572251" y="1666875"/>
            <a:ext cx="5143500" cy="571500"/>
          </a:xfrm>
          <a:prstGeom prst="rect">
            <a:avLst/>
          </a:prstGeom>
          <a:noFill/>
          <a:ln w="0">
            <a:noFill/>
            <a:prstDash val="solid"/>
          </a:ln>
        </p:spPr>
        <p:txBody>
          <a:bodyPr wrap="square" lIns="0" tIns="0" rIns="0" bIns="0" anchor="ctr">
            <a:noAutofit/>
          </a:bodyPr>
          <a:lstStyle>
            <a:defPPr algn="l">
              <a:defRPr sz="1700" b="1">
                <a:solidFill>
                  <a:srgbClr val="1B1F3B"/>
                </a:solidFill>
                <a:latin typeface="Calibri"/>
                <a:ea typeface="Calibri"/>
                <a:cs typeface="Calibri"/>
              </a:defRPr>
            </a:defPPr>
            <a:lvl1pPr algn="l">
              <a:defRPr sz="1700" b="1">
                <a:solidFill>
                  <a:srgbClr val="1B1F3B"/>
                </a:solidFill>
                <a:latin typeface="Calibri"/>
                <a:ea typeface="Calibri"/>
                <a:cs typeface="Calibri"/>
              </a:defRPr>
            </a:lvl1pPr>
            <a:lvl2pPr algn="l">
              <a:defRPr sz="1700" b="1">
                <a:solidFill>
                  <a:srgbClr val="1B1F3B"/>
                </a:solidFill>
                <a:latin typeface="Calibri"/>
                <a:ea typeface="Calibri"/>
                <a:cs typeface="Calibri"/>
              </a:defRPr>
            </a:lvl2pPr>
            <a:lvl3pPr algn="l">
              <a:defRPr sz="1700" b="1">
                <a:solidFill>
                  <a:srgbClr val="1B1F3B"/>
                </a:solidFill>
                <a:latin typeface="Calibri"/>
                <a:ea typeface="Calibri"/>
                <a:cs typeface="Calibri"/>
              </a:defRPr>
            </a:lvl3pPr>
            <a:lvl4pPr algn="l">
              <a:defRPr sz="1700" b="1">
                <a:solidFill>
                  <a:srgbClr val="1B1F3B"/>
                </a:solidFill>
                <a:latin typeface="Calibri"/>
                <a:ea typeface="Calibri"/>
                <a:cs typeface="Calibri"/>
              </a:defRPr>
            </a:lvl4pPr>
            <a:lvl5pPr algn="l">
              <a:defRPr sz="1700" b="1">
                <a:solidFill>
                  <a:srgbClr val="1B1F3B"/>
                </a:solidFill>
                <a:latin typeface="Calibri"/>
                <a:ea typeface="Calibri"/>
                <a:cs typeface="Calibri"/>
              </a:defRPr>
            </a:lvl5pPr>
            <a:lvl6pPr algn="l">
              <a:defRPr sz="1700" b="1">
                <a:solidFill>
                  <a:srgbClr val="1B1F3B"/>
                </a:solidFill>
                <a:latin typeface="Calibri"/>
                <a:ea typeface="Calibri"/>
                <a:cs typeface="Calibri"/>
              </a:defRPr>
            </a:lvl6pPr>
            <a:lvl7pPr algn="l">
              <a:defRPr sz="1700" b="1">
                <a:solidFill>
                  <a:srgbClr val="1B1F3B"/>
                </a:solidFill>
                <a:latin typeface="Calibri"/>
                <a:ea typeface="Calibri"/>
                <a:cs typeface="Calibri"/>
              </a:defRPr>
            </a:lvl7pPr>
            <a:lvl8pPr algn="l">
              <a:defRPr sz="1700" b="1">
                <a:solidFill>
                  <a:srgbClr val="1B1F3B"/>
                </a:solidFill>
                <a:latin typeface="Calibri"/>
                <a:ea typeface="Calibri"/>
                <a:cs typeface="Calibri"/>
              </a:defRPr>
            </a:lvl8pPr>
            <a:lvl9pPr algn="l">
              <a:defRPr sz="1700" b="1">
                <a:solidFill>
                  <a:srgbClr val="1B1F3B"/>
                </a:solidFill>
                <a:latin typeface="Calibri"/>
                <a:ea typeface="Calibri"/>
                <a:cs typeface="Calibri"/>
              </a:defRPr>
            </a:lvl9pPr>
          </a:lstStyle>
          <a:p>
            <a:pPr defTabSz="1219170">
              <a:defRPr sz="1700" b="1">
                <a:solidFill>
                  <a:srgbClr val="1B1F3B"/>
                </a:solidFill>
                <a:latin typeface="Calibri"/>
                <a:ea typeface="Calibri"/>
                <a:cs typeface="Calibri"/>
              </a:defRPr>
            </a:pPr>
            <a:r>
              <a:rPr sz="2267"/>
              <a:t>What the hidden answer reveals</a:t>
            </a:r>
          </a:p>
        </p:txBody>
      </p:sp>
      <p:sp>
        <p:nvSpPr>
          <p:cNvPr id="7" name="Rectangle 6">
            <a:extLst>
              <a:ext uri="{FF2B5EF4-FFF2-40B4-BE49-F238E27FC236}">
                <a16:creationId xmlns:a16="http://schemas.microsoft.com/office/drawing/2014/main" id="{8E95D710-E584-4468-B10E-278A0906293E}"/>
              </a:ext>
            </a:extLst>
          </p:cNvPr>
          <p:cNvSpPr>
            <a:spLocks noGrp="1"/>
          </p:cNvSpPr>
          <p:nvPr/>
        </p:nvSpPr>
        <p:spPr>
          <a:xfrm>
            <a:off x="857251" y="2714626"/>
            <a:ext cx="1019175" cy="1019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8" name="Rectangle 7">
            <a:extLst>
              <a:ext uri="{FF2B5EF4-FFF2-40B4-BE49-F238E27FC236}">
                <a16:creationId xmlns:a16="http://schemas.microsoft.com/office/drawing/2014/main" id="{F9E8FBD7-7BB7-4969-84C8-84664D9DDD25}"/>
              </a:ext>
            </a:extLst>
          </p:cNvPr>
          <p:cNvSpPr>
            <a:spLocks noGrp="1"/>
          </p:cNvSpPr>
          <p:nvPr/>
        </p:nvSpPr>
        <p:spPr>
          <a:xfrm>
            <a:off x="1905001" y="2714626"/>
            <a:ext cx="1019175" cy="1019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9" name="Rectangle 8">
            <a:extLst>
              <a:ext uri="{FF2B5EF4-FFF2-40B4-BE49-F238E27FC236}">
                <a16:creationId xmlns:a16="http://schemas.microsoft.com/office/drawing/2014/main" id="{D7B1B487-C58B-40E9-8351-5BAFC5081422}"/>
              </a:ext>
            </a:extLst>
          </p:cNvPr>
          <p:cNvSpPr>
            <a:spLocks noGrp="1"/>
          </p:cNvSpPr>
          <p:nvPr/>
        </p:nvSpPr>
        <p:spPr>
          <a:xfrm>
            <a:off x="2952750" y="2714626"/>
            <a:ext cx="1019175" cy="1019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0" name="Rectangle 9">
            <a:extLst>
              <a:ext uri="{FF2B5EF4-FFF2-40B4-BE49-F238E27FC236}">
                <a16:creationId xmlns:a16="http://schemas.microsoft.com/office/drawing/2014/main" id="{74A4A6EE-3E94-40D3-9C75-5A427B086D3D}"/>
              </a:ext>
            </a:extLst>
          </p:cNvPr>
          <p:cNvSpPr>
            <a:spLocks noGrp="1"/>
          </p:cNvSpPr>
          <p:nvPr/>
        </p:nvSpPr>
        <p:spPr>
          <a:xfrm>
            <a:off x="4000501" y="2714626"/>
            <a:ext cx="1019175" cy="1019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11" name="Rectangle 10">
            <a:extLst>
              <a:ext uri="{FF2B5EF4-FFF2-40B4-BE49-F238E27FC236}">
                <a16:creationId xmlns:a16="http://schemas.microsoft.com/office/drawing/2014/main" id="{6811D359-170C-441A-A84C-FA7782842BC5}"/>
              </a:ext>
            </a:extLst>
          </p:cNvPr>
          <p:cNvSpPr>
            <a:spLocks noGrp="1"/>
          </p:cNvSpPr>
          <p:nvPr/>
        </p:nvSpPr>
        <p:spPr>
          <a:xfrm>
            <a:off x="1357313" y="3214688"/>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12" name="Rectangle 11">
            <a:extLst>
              <a:ext uri="{FF2B5EF4-FFF2-40B4-BE49-F238E27FC236}">
                <a16:creationId xmlns:a16="http://schemas.microsoft.com/office/drawing/2014/main" id="{7FDD54BC-7107-4881-851B-124DB1D32E02}"/>
              </a:ext>
            </a:extLst>
          </p:cNvPr>
          <p:cNvSpPr>
            <a:spLocks noGrp="1"/>
          </p:cNvSpPr>
          <p:nvPr/>
        </p:nvSpPr>
        <p:spPr>
          <a:xfrm>
            <a:off x="2405063" y="3214688"/>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13" name="Straight Arrow Connector 12">
            <a:extLst>
              <a:ext uri="{FF2B5EF4-FFF2-40B4-BE49-F238E27FC236}">
                <a16:creationId xmlns:a16="http://schemas.microsoft.com/office/drawing/2014/main" id="{F89DC7CF-F17C-4BB3-8C16-3AEAA7084AB3}"/>
              </a:ext>
            </a:extLst>
          </p:cNvPr>
          <p:cNvCxnSpPr>
            <a:stCxn id="11" idx="3"/>
            <a:endCxn id="12" idx="1"/>
          </p:cNvCxnSpPr>
          <p:nvPr/>
        </p:nvCxnSpPr>
        <p:spPr>
          <a:xfrm>
            <a:off x="1376363" y="3224213"/>
            <a:ext cx="1028700" cy="0"/>
          </a:xfrm>
          <a:prstGeom prst="straightConnector1">
            <a:avLst/>
          </a:prstGeom>
          <a:ln w="42862">
            <a:solidFill>
              <a:srgbClr val="2D3A8C"/>
            </a:solidFill>
            <a:prstDash val="solid"/>
          </a:ln>
        </p:spPr>
      </p:cxnSp>
      <p:sp>
        <p:nvSpPr>
          <p:cNvPr id="14" name="Rectangle 13">
            <a:extLst>
              <a:ext uri="{FF2B5EF4-FFF2-40B4-BE49-F238E27FC236}">
                <a16:creationId xmlns:a16="http://schemas.microsoft.com/office/drawing/2014/main" id="{D3361476-A14B-405F-8745-107A2971930C}"/>
              </a:ext>
            </a:extLst>
          </p:cNvPr>
          <p:cNvSpPr>
            <a:spLocks noGrp="1"/>
          </p:cNvSpPr>
          <p:nvPr/>
        </p:nvSpPr>
        <p:spPr>
          <a:xfrm>
            <a:off x="2405063" y="3214688"/>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15" name="Rectangle 14">
            <a:extLst>
              <a:ext uri="{FF2B5EF4-FFF2-40B4-BE49-F238E27FC236}">
                <a16:creationId xmlns:a16="http://schemas.microsoft.com/office/drawing/2014/main" id="{5A8CE80C-7260-4C8E-A659-216EF9B1BDB3}"/>
              </a:ext>
            </a:extLst>
          </p:cNvPr>
          <p:cNvSpPr>
            <a:spLocks noGrp="1"/>
          </p:cNvSpPr>
          <p:nvPr/>
        </p:nvSpPr>
        <p:spPr>
          <a:xfrm>
            <a:off x="3452813" y="3214688"/>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16" name="Straight Arrow Connector 15">
            <a:extLst>
              <a:ext uri="{FF2B5EF4-FFF2-40B4-BE49-F238E27FC236}">
                <a16:creationId xmlns:a16="http://schemas.microsoft.com/office/drawing/2014/main" id="{F038BF69-4E82-4FF4-9287-1278D9EF4740}"/>
              </a:ext>
            </a:extLst>
          </p:cNvPr>
          <p:cNvCxnSpPr>
            <a:stCxn id="14" idx="3"/>
            <a:endCxn id="15" idx="1"/>
          </p:cNvCxnSpPr>
          <p:nvPr/>
        </p:nvCxnSpPr>
        <p:spPr>
          <a:xfrm>
            <a:off x="2424114" y="3224213"/>
            <a:ext cx="1028700" cy="0"/>
          </a:xfrm>
          <a:prstGeom prst="straightConnector1">
            <a:avLst/>
          </a:prstGeom>
          <a:ln w="42862">
            <a:solidFill>
              <a:srgbClr val="2D3A8C"/>
            </a:solidFill>
            <a:prstDash val="solid"/>
          </a:ln>
        </p:spPr>
      </p:cxnSp>
      <p:sp>
        <p:nvSpPr>
          <p:cNvPr id="17" name="Rectangle 16">
            <a:extLst>
              <a:ext uri="{FF2B5EF4-FFF2-40B4-BE49-F238E27FC236}">
                <a16:creationId xmlns:a16="http://schemas.microsoft.com/office/drawing/2014/main" id="{7F5D5176-9F54-4B39-976F-0D47FCE08B87}"/>
              </a:ext>
            </a:extLst>
          </p:cNvPr>
          <p:cNvSpPr>
            <a:spLocks noGrp="1"/>
          </p:cNvSpPr>
          <p:nvPr/>
        </p:nvSpPr>
        <p:spPr>
          <a:xfrm>
            <a:off x="3452813" y="3214688"/>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18" name="Rectangle 17">
            <a:extLst>
              <a:ext uri="{FF2B5EF4-FFF2-40B4-BE49-F238E27FC236}">
                <a16:creationId xmlns:a16="http://schemas.microsoft.com/office/drawing/2014/main" id="{AAF6A843-5D1C-40AB-9AEF-4B0D6588FB4E}"/>
              </a:ext>
            </a:extLst>
          </p:cNvPr>
          <p:cNvSpPr>
            <a:spLocks noGrp="1"/>
          </p:cNvSpPr>
          <p:nvPr/>
        </p:nvSpPr>
        <p:spPr>
          <a:xfrm>
            <a:off x="4500563" y="3214688"/>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19" name="Straight Arrow Connector 18">
            <a:extLst>
              <a:ext uri="{FF2B5EF4-FFF2-40B4-BE49-F238E27FC236}">
                <a16:creationId xmlns:a16="http://schemas.microsoft.com/office/drawing/2014/main" id="{4B66413C-0A32-4742-ABFA-12B6C38982B0}"/>
              </a:ext>
            </a:extLst>
          </p:cNvPr>
          <p:cNvCxnSpPr>
            <a:stCxn id="17" idx="3"/>
            <a:endCxn id="18" idx="1"/>
          </p:cNvCxnSpPr>
          <p:nvPr/>
        </p:nvCxnSpPr>
        <p:spPr>
          <a:xfrm>
            <a:off x="3471863" y="3224213"/>
            <a:ext cx="1028700" cy="0"/>
          </a:xfrm>
          <a:prstGeom prst="straightConnector1">
            <a:avLst/>
          </a:prstGeom>
          <a:ln w="42862">
            <a:solidFill>
              <a:srgbClr val="2D3A8C"/>
            </a:solidFill>
            <a:prstDash val="solid"/>
          </a:ln>
        </p:spPr>
      </p:cxnSp>
      <p:sp>
        <p:nvSpPr>
          <p:cNvPr id="20" name="Rectangle 19">
            <a:extLst>
              <a:ext uri="{FF2B5EF4-FFF2-40B4-BE49-F238E27FC236}">
                <a16:creationId xmlns:a16="http://schemas.microsoft.com/office/drawing/2014/main" id="{596CED22-25CB-4014-8E1A-6DD16FC0E996}"/>
              </a:ext>
            </a:extLst>
          </p:cNvPr>
          <p:cNvSpPr>
            <a:spLocks noGrp="1"/>
          </p:cNvSpPr>
          <p:nvPr/>
        </p:nvSpPr>
        <p:spPr>
          <a:xfrm>
            <a:off x="6572251" y="2714626"/>
            <a:ext cx="1019175" cy="1019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1" name="Rectangle 20">
            <a:extLst>
              <a:ext uri="{FF2B5EF4-FFF2-40B4-BE49-F238E27FC236}">
                <a16:creationId xmlns:a16="http://schemas.microsoft.com/office/drawing/2014/main" id="{AFC6EE7F-2310-4BE9-BCB6-017E83BCBCF0}"/>
              </a:ext>
            </a:extLst>
          </p:cNvPr>
          <p:cNvSpPr>
            <a:spLocks noGrp="1"/>
          </p:cNvSpPr>
          <p:nvPr/>
        </p:nvSpPr>
        <p:spPr>
          <a:xfrm>
            <a:off x="7620001" y="2714626"/>
            <a:ext cx="1019175" cy="1019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2" name="Rectangle 21">
            <a:extLst>
              <a:ext uri="{FF2B5EF4-FFF2-40B4-BE49-F238E27FC236}">
                <a16:creationId xmlns:a16="http://schemas.microsoft.com/office/drawing/2014/main" id="{0459924A-A008-49BB-AA06-B1A0FDED76E4}"/>
              </a:ext>
            </a:extLst>
          </p:cNvPr>
          <p:cNvSpPr>
            <a:spLocks noGrp="1"/>
          </p:cNvSpPr>
          <p:nvPr/>
        </p:nvSpPr>
        <p:spPr>
          <a:xfrm>
            <a:off x="8667750" y="2714626"/>
            <a:ext cx="1019175" cy="1019175"/>
          </a:xfrm>
          <a:prstGeom prst="rect">
            <a:avLst/>
          </a:prstGeom>
          <a:solidFill>
            <a:srgbClr val="FBE5E5"/>
          </a:solidFill>
          <a:ln w="7144">
            <a:solidFill>
              <a:srgbClr val="FFFFFF"/>
            </a:solidFill>
            <a:prstDash val="solid"/>
          </a:ln>
        </p:spPr>
        <p:txBody>
          <a:bodyPr/>
          <a:lstStyle/>
          <a:p>
            <a:pPr defTabSz="1219170"/>
            <a:endParaRPr sz="2400">
              <a:solidFill>
                <a:srgbClr val="1B1F3B"/>
              </a:solidFill>
              <a:latin typeface="Calibri"/>
            </a:endParaRPr>
          </a:p>
        </p:txBody>
      </p:sp>
      <p:sp>
        <p:nvSpPr>
          <p:cNvPr id="23" name="Rectangle 22">
            <a:extLst>
              <a:ext uri="{FF2B5EF4-FFF2-40B4-BE49-F238E27FC236}">
                <a16:creationId xmlns:a16="http://schemas.microsoft.com/office/drawing/2014/main" id="{E8E2DDEE-09DE-4D17-B121-3E74469029DA}"/>
              </a:ext>
            </a:extLst>
          </p:cNvPr>
          <p:cNvSpPr>
            <a:spLocks noGrp="1"/>
          </p:cNvSpPr>
          <p:nvPr/>
        </p:nvSpPr>
        <p:spPr>
          <a:xfrm>
            <a:off x="8667750" y="2714626"/>
            <a:ext cx="1019175" cy="1019175"/>
          </a:xfrm>
          <a:prstGeom prst="rect">
            <a:avLst/>
          </a:prstGeom>
          <a:noFill/>
          <a:ln w="0">
            <a:noFill/>
            <a:prstDash val="solid"/>
          </a:ln>
        </p:spPr>
        <p:txBody>
          <a:bodyPr wrap="square" lIns="0" tIns="0" rIns="0" bIns="0" anchor="ctr">
            <a:noAutofit/>
          </a:bodyPr>
          <a:lstStyle>
            <a:defPPr algn="ctr">
              <a:defRPr sz="1850" b="1">
                <a:solidFill>
                  <a:srgbClr val="E55B5B"/>
                </a:solidFill>
                <a:latin typeface="Calibri"/>
                <a:ea typeface="Calibri"/>
                <a:cs typeface="Calibri"/>
              </a:defRPr>
            </a:defPPr>
            <a:lvl1pPr algn="ctr">
              <a:defRPr sz="1850" b="1">
                <a:solidFill>
                  <a:srgbClr val="E55B5B"/>
                </a:solidFill>
                <a:latin typeface="Calibri"/>
                <a:ea typeface="Calibri"/>
                <a:cs typeface="Calibri"/>
              </a:defRPr>
            </a:lvl1pPr>
            <a:lvl2pPr algn="ctr">
              <a:defRPr sz="1850" b="1">
                <a:solidFill>
                  <a:srgbClr val="E55B5B"/>
                </a:solidFill>
                <a:latin typeface="Calibri"/>
                <a:ea typeface="Calibri"/>
                <a:cs typeface="Calibri"/>
              </a:defRPr>
            </a:lvl2pPr>
            <a:lvl3pPr algn="ctr">
              <a:defRPr sz="1850" b="1">
                <a:solidFill>
                  <a:srgbClr val="E55B5B"/>
                </a:solidFill>
                <a:latin typeface="Calibri"/>
                <a:ea typeface="Calibri"/>
                <a:cs typeface="Calibri"/>
              </a:defRPr>
            </a:lvl3pPr>
            <a:lvl4pPr algn="ctr">
              <a:defRPr sz="1850" b="1">
                <a:solidFill>
                  <a:srgbClr val="E55B5B"/>
                </a:solidFill>
                <a:latin typeface="Calibri"/>
                <a:ea typeface="Calibri"/>
                <a:cs typeface="Calibri"/>
              </a:defRPr>
            </a:lvl4pPr>
            <a:lvl5pPr algn="ctr">
              <a:defRPr sz="1850" b="1">
                <a:solidFill>
                  <a:srgbClr val="E55B5B"/>
                </a:solidFill>
                <a:latin typeface="Calibri"/>
                <a:ea typeface="Calibri"/>
                <a:cs typeface="Calibri"/>
              </a:defRPr>
            </a:lvl5pPr>
            <a:lvl6pPr algn="ctr">
              <a:defRPr sz="1850" b="1">
                <a:solidFill>
                  <a:srgbClr val="E55B5B"/>
                </a:solidFill>
                <a:latin typeface="Calibri"/>
                <a:ea typeface="Calibri"/>
                <a:cs typeface="Calibri"/>
              </a:defRPr>
            </a:lvl6pPr>
            <a:lvl7pPr algn="ctr">
              <a:defRPr sz="1850" b="1">
                <a:solidFill>
                  <a:srgbClr val="E55B5B"/>
                </a:solidFill>
                <a:latin typeface="Calibri"/>
                <a:ea typeface="Calibri"/>
                <a:cs typeface="Calibri"/>
              </a:defRPr>
            </a:lvl7pPr>
            <a:lvl8pPr algn="ctr">
              <a:defRPr sz="1850" b="1">
                <a:solidFill>
                  <a:srgbClr val="E55B5B"/>
                </a:solidFill>
                <a:latin typeface="Calibri"/>
                <a:ea typeface="Calibri"/>
                <a:cs typeface="Calibri"/>
              </a:defRPr>
            </a:lvl8pPr>
            <a:lvl9pPr algn="ctr">
              <a:defRPr sz="1850" b="1">
                <a:solidFill>
                  <a:srgbClr val="E55B5B"/>
                </a:solidFill>
                <a:latin typeface="Calibri"/>
                <a:ea typeface="Calibri"/>
                <a:cs typeface="Calibri"/>
              </a:defRPr>
            </a:lvl9pPr>
          </a:lstStyle>
          <a:p>
            <a:pPr defTabSz="1219170">
              <a:defRPr sz="1850" b="1">
                <a:solidFill>
                  <a:srgbClr val="E55B5B"/>
                </a:solidFill>
                <a:latin typeface="Calibri"/>
                <a:ea typeface="Calibri"/>
                <a:cs typeface="Calibri"/>
              </a:defRPr>
            </a:pPr>
            <a:r>
              <a:rPr sz="2467"/>
              <a:t>×</a:t>
            </a:r>
          </a:p>
        </p:txBody>
      </p:sp>
      <p:sp>
        <p:nvSpPr>
          <p:cNvPr id="24" name="Rectangle 23">
            <a:extLst>
              <a:ext uri="{FF2B5EF4-FFF2-40B4-BE49-F238E27FC236}">
                <a16:creationId xmlns:a16="http://schemas.microsoft.com/office/drawing/2014/main" id="{D434F9CA-89F4-4702-9926-AF8D022EF0C2}"/>
              </a:ext>
            </a:extLst>
          </p:cNvPr>
          <p:cNvSpPr>
            <a:spLocks noGrp="1"/>
          </p:cNvSpPr>
          <p:nvPr/>
        </p:nvSpPr>
        <p:spPr>
          <a:xfrm>
            <a:off x="9715501" y="2714626"/>
            <a:ext cx="1019175" cy="1019175"/>
          </a:xfrm>
          <a:prstGeom prst="rect">
            <a:avLst/>
          </a:prstGeom>
          <a:solidFill>
            <a:srgbClr val="E0F1ED"/>
          </a:solidFill>
          <a:ln w="7144">
            <a:solidFill>
              <a:srgbClr val="FFFFFF"/>
            </a:solidFill>
            <a:prstDash val="solid"/>
          </a:ln>
        </p:spPr>
        <p:txBody>
          <a:bodyPr/>
          <a:lstStyle/>
          <a:p>
            <a:pPr defTabSz="1219170"/>
            <a:endParaRPr sz="2400">
              <a:solidFill>
                <a:srgbClr val="1B1F3B"/>
              </a:solidFill>
              <a:latin typeface="Calibri"/>
            </a:endParaRPr>
          </a:p>
        </p:txBody>
      </p:sp>
      <p:sp>
        <p:nvSpPr>
          <p:cNvPr id="25" name="Rectangle 24">
            <a:extLst>
              <a:ext uri="{FF2B5EF4-FFF2-40B4-BE49-F238E27FC236}">
                <a16:creationId xmlns:a16="http://schemas.microsoft.com/office/drawing/2014/main" id="{BFB79842-77BF-43E7-BF8F-448C87958E6B}"/>
              </a:ext>
            </a:extLst>
          </p:cNvPr>
          <p:cNvSpPr>
            <a:spLocks noGrp="1"/>
          </p:cNvSpPr>
          <p:nvPr/>
        </p:nvSpPr>
        <p:spPr>
          <a:xfrm>
            <a:off x="7072313" y="3214688"/>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26" name="Rectangle 25">
            <a:extLst>
              <a:ext uri="{FF2B5EF4-FFF2-40B4-BE49-F238E27FC236}">
                <a16:creationId xmlns:a16="http://schemas.microsoft.com/office/drawing/2014/main" id="{4604BE6A-53A7-4896-8FE7-619FACDC3C49}"/>
              </a:ext>
            </a:extLst>
          </p:cNvPr>
          <p:cNvSpPr>
            <a:spLocks noGrp="1"/>
          </p:cNvSpPr>
          <p:nvPr/>
        </p:nvSpPr>
        <p:spPr>
          <a:xfrm>
            <a:off x="8120063" y="3214688"/>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27" name="Straight Arrow Connector 26">
            <a:extLst>
              <a:ext uri="{FF2B5EF4-FFF2-40B4-BE49-F238E27FC236}">
                <a16:creationId xmlns:a16="http://schemas.microsoft.com/office/drawing/2014/main" id="{E892E4F7-DB94-4EB0-B955-F235911C16E8}"/>
              </a:ext>
            </a:extLst>
          </p:cNvPr>
          <p:cNvCxnSpPr>
            <a:stCxn id="25" idx="3"/>
            <a:endCxn id="26" idx="1"/>
          </p:cNvCxnSpPr>
          <p:nvPr/>
        </p:nvCxnSpPr>
        <p:spPr>
          <a:xfrm>
            <a:off x="7091363" y="3224213"/>
            <a:ext cx="1028700" cy="0"/>
          </a:xfrm>
          <a:prstGeom prst="straightConnector1">
            <a:avLst/>
          </a:prstGeom>
          <a:ln w="42862">
            <a:solidFill>
              <a:srgbClr val="2D3A8C"/>
            </a:solidFill>
            <a:prstDash val="solid"/>
          </a:ln>
        </p:spPr>
      </p:cxnSp>
      <p:sp>
        <p:nvSpPr>
          <p:cNvPr id="28" name="Rectangle 27">
            <a:extLst>
              <a:ext uri="{FF2B5EF4-FFF2-40B4-BE49-F238E27FC236}">
                <a16:creationId xmlns:a16="http://schemas.microsoft.com/office/drawing/2014/main" id="{BC8C6F58-9B48-443D-8ACA-38853A052A55}"/>
              </a:ext>
            </a:extLst>
          </p:cNvPr>
          <p:cNvSpPr>
            <a:spLocks noGrp="1"/>
          </p:cNvSpPr>
          <p:nvPr/>
        </p:nvSpPr>
        <p:spPr>
          <a:xfrm>
            <a:off x="8120063" y="3214688"/>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29" name="Rectangle 28">
            <a:extLst>
              <a:ext uri="{FF2B5EF4-FFF2-40B4-BE49-F238E27FC236}">
                <a16:creationId xmlns:a16="http://schemas.microsoft.com/office/drawing/2014/main" id="{11911F60-BACB-4F06-8615-4CB88EAC93DD}"/>
              </a:ext>
            </a:extLst>
          </p:cNvPr>
          <p:cNvSpPr>
            <a:spLocks noGrp="1"/>
          </p:cNvSpPr>
          <p:nvPr/>
        </p:nvSpPr>
        <p:spPr>
          <a:xfrm>
            <a:off x="9167813" y="3214688"/>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30" name="Straight Arrow Connector 29">
            <a:extLst>
              <a:ext uri="{FF2B5EF4-FFF2-40B4-BE49-F238E27FC236}">
                <a16:creationId xmlns:a16="http://schemas.microsoft.com/office/drawing/2014/main" id="{254626F7-C7E3-4D3D-A67A-99F8C2870CD4}"/>
              </a:ext>
            </a:extLst>
          </p:cNvPr>
          <p:cNvCxnSpPr>
            <a:stCxn id="28" idx="3"/>
            <a:endCxn id="29" idx="1"/>
          </p:cNvCxnSpPr>
          <p:nvPr/>
        </p:nvCxnSpPr>
        <p:spPr>
          <a:xfrm>
            <a:off x="8139114" y="3224213"/>
            <a:ext cx="1028700" cy="0"/>
          </a:xfrm>
          <a:prstGeom prst="straightConnector1">
            <a:avLst/>
          </a:prstGeom>
          <a:ln w="42862">
            <a:solidFill>
              <a:srgbClr val="2D3A8C"/>
            </a:solidFill>
            <a:prstDash val="solid"/>
          </a:ln>
        </p:spPr>
      </p:cxnSp>
      <p:sp>
        <p:nvSpPr>
          <p:cNvPr id="31" name="Rectangle 30">
            <a:extLst>
              <a:ext uri="{FF2B5EF4-FFF2-40B4-BE49-F238E27FC236}">
                <a16:creationId xmlns:a16="http://schemas.microsoft.com/office/drawing/2014/main" id="{78A0C901-7D02-4A25-9F60-53EE59BA5947}"/>
              </a:ext>
            </a:extLst>
          </p:cNvPr>
          <p:cNvSpPr>
            <a:spLocks noGrp="1"/>
          </p:cNvSpPr>
          <p:nvPr/>
        </p:nvSpPr>
        <p:spPr>
          <a:xfrm>
            <a:off x="9167813" y="3214688"/>
            <a:ext cx="19051" cy="19051"/>
          </a:xfrm>
          <a:prstGeom prst="rect">
            <a:avLst/>
          </a:prstGeom>
          <a:noFill/>
          <a:ln w="0">
            <a:noFill/>
            <a:prstDash val="solid"/>
          </a:ln>
        </p:spPr>
        <p:txBody>
          <a:bodyPr/>
          <a:lstStyle/>
          <a:p>
            <a:pPr defTabSz="1219170"/>
            <a:endParaRPr sz="2400">
              <a:solidFill>
                <a:srgbClr val="1B1F3B"/>
              </a:solidFill>
              <a:latin typeface="Calibri"/>
            </a:endParaRPr>
          </a:p>
        </p:txBody>
      </p:sp>
      <p:sp>
        <p:nvSpPr>
          <p:cNvPr id="32" name="Rectangle 31">
            <a:extLst>
              <a:ext uri="{FF2B5EF4-FFF2-40B4-BE49-F238E27FC236}">
                <a16:creationId xmlns:a16="http://schemas.microsoft.com/office/drawing/2014/main" id="{F37177C7-C18E-457D-8704-6DDF8E9702E5}"/>
              </a:ext>
            </a:extLst>
          </p:cNvPr>
          <p:cNvSpPr>
            <a:spLocks noGrp="1"/>
          </p:cNvSpPr>
          <p:nvPr/>
        </p:nvSpPr>
        <p:spPr>
          <a:xfrm>
            <a:off x="10215563" y="3214688"/>
            <a:ext cx="19051" cy="19051"/>
          </a:xfrm>
          <a:prstGeom prst="rect">
            <a:avLst/>
          </a:prstGeom>
          <a:noFill/>
          <a:ln w="0">
            <a:noFill/>
            <a:prstDash val="solid"/>
          </a:ln>
        </p:spPr>
        <p:txBody>
          <a:bodyPr/>
          <a:lstStyle/>
          <a:p>
            <a:pPr defTabSz="1219170"/>
            <a:endParaRPr sz="2400">
              <a:solidFill>
                <a:srgbClr val="1B1F3B"/>
              </a:solidFill>
              <a:latin typeface="Calibri"/>
            </a:endParaRPr>
          </a:p>
        </p:txBody>
      </p:sp>
      <p:cxnSp>
        <p:nvCxnSpPr>
          <p:cNvPr id="33" name="Straight Arrow Connector 32">
            <a:extLst>
              <a:ext uri="{FF2B5EF4-FFF2-40B4-BE49-F238E27FC236}">
                <a16:creationId xmlns:a16="http://schemas.microsoft.com/office/drawing/2014/main" id="{8A405016-445A-4476-85B7-0B1D0D954898}"/>
              </a:ext>
            </a:extLst>
          </p:cNvPr>
          <p:cNvCxnSpPr>
            <a:stCxn id="31" idx="3"/>
            <a:endCxn id="32" idx="1"/>
          </p:cNvCxnSpPr>
          <p:nvPr/>
        </p:nvCxnSpPr>
        <p:spPr>
          <a:xfrm>
            <a:off x="9186863" y="3224213"/>
            <a:ext cx="1028700" cy="0"/>
          </a:xfrm>
          <a:prstGeom prst="straightConnector1">
            <a:avLst/>
          </a:prstGeom>
          <a:ln w="42862">
            <a:solidFill>
              <a:srgbClr val="2D3A8C"/>
            </a:solidFill>
            <a:prstDash val="solid"/>
          </a:ln>
        </p:spPr>
      </p:cxnSp>
      <p:sp>
        <p:nvSpPr>
          <p:cNvPr id="34" name="Rectangle 33">
            <a:extLst>
              <a:ext uri="{FF2B5EF4-FFF2-40B4-BE49-F238E27FC236}">
                <a16:creationId xmlns:a16="http://schemas.microsoft.com/office/drawing/2014/main" id="{CB09D4F6-E5F5-4E39-9EC6-AD15A2EB923D}"/>
              </a:ext>
            </a:extLst>
          </p:cNvPr>
          <p:cNvSpPr>
            <a:spLocks noGrp="1"/>
          </p:cNvSpPr>
          <p:nvPr/>
        </p:nvSpPr>
        <p:spPr>
          <a:xfrm>
            <a:off x="609600" y="5048251"/>
            <a:ext cx="10972800" cy="457200"/>
          </a:xfrm>
          <a:prstGeom prst="rect">
            <a:avLst/>
          </a:prstGeom>
          <a:noFill/>
          <a:ln w="0">
            <a:noFill/>
            <a:prstDash val="solid"/>
          </a:ln>
        </p:spPr>
        <p:txBody>
          <a:bodyPr wrap="square" lIns="0" tIns="0" rIns="0" bIns="0" anchor="ctr">
            <a:noAutofit/>
          </a:bodyPr>
          <a:lstStyle>
            <a:defPPr algn="l">
              <a:defRPr sz="1300" b="0">
                <a:solidFill>
                  <a:srgbClr val="E55B5B"/>
                </a:solidFill>
                <a:latin typeface="Calibri"/>
                <a:ea typeface="Calibri"/>
                <a:cs typeface="Calibri"/>
              </a:defRPr>
            </a:defPPr>
            <a:lvl1pPr algn="l">
              <a:defRPr sz="1300" b="0">
                <a:solidFill>
                  <a:srgbClr val="E55B5B"/>
                </a:solidFill>
                <a:latin typeface="Calibri"/>
                <a:ea typeface="Calibri"/>
                <a:cs typeface="Calibri"/>
              </a:defRPr>
            </a:lvl1pPr>
            <a:lvl2pPr algn="l">
              <a:defRPr sz="1300" b="0">
                <a:solidFill>
                  <a:srgbClr val="E55B5B"/>
                </a:solidFill>
                <a:latin typeface="Calibri"/>
                <a:ea typeface="Calibri"/>
                <a:cs typeface="Calibri"/>
              </a:defRPr>
            </a:lvl2pPr>
            <a:lvl3pPr algn="l">
              <a:defRPr sz="1300" b="0">
                <a:solidFill>
                  <a:srgbClr val="E55B5B"/>
                </a:solidFill>
                <a:latin typeface="Calibri"/>
                <a:ea typeface="Calibri"/>
                <a:cs typeface="Calibri"/>
              </a:defRPr>
            </a:lvl3pPr>
            <a:lvl4pPr algn="l">
              <a:defRPr sz="1300" b="0">
                <a:solidFill>
                  <a:srgbClr val="E55B5B"/>
                </a:solidFill>
                <a:latin typeface="Calibri"/>
                <a:ea typeface="Calibri"/>
                <a:cs typeface="Calibri"/>
              </a:defRPr>
            </a:lvl4pPr>
            <a:lvl5pPr algn="l">
              <a:defRPr sz="1300" b="0">
                <a:solidFill>
                  <a:srgbClr val="E55B5B"/>
                </a:solidFill>
                <a:latin typeface="Calibri"/>
                <a:ea typeface="Calibri"/>
                <a:cs typeface="Calibri"/>
              </a:defRPr>
            </a:lvl5pPr>
            <a:lvl6pPr algn="l">
              <a:defRPr sz="1300" b="0">
                <a:solidFill>
                  <a:srgbClr val="E55B5B"/>
                </a:solidFill>
                <a:latin typeface="Calibri"/>
                <a:ea typeface="Calibri"/>
                <a:cs typeface="Calibri"/>
              </a:defRPr>
            </a:lvl6pPr>
            <a:lvl7pPr algn="l">
              <a:defRPr sz="1300" b="0">
                <a:solidFill>
                  <a:srgbClr val="E55B5B"/>
                </a:solidFill>
                <a:latin typeface="Calibri"/>
                <a:ea typeface="Calibri"/>
                <a:cs typeface="Calibri"/>
              </a:defRPr>
            </a:lvl7pPr>
            <a:lvl8pPr algn="l">
              <a:defRPr sz="1300" b="0">
                <a:solidFill>
                  <a:srgbClr val="E55B5B"/>
                </a:solidFill>
                <a:latin typeface="Calibri"/>
                <a:ea typeface="Calibri"/>
                <a:cs typeface="Calibri"/>
              </a:defRPr>
            </a:lvl8pPr>
            <a:lvl9pPr algn="l">
              <a:defRPr sz="1300" b="0">
                <a:solidFill>
                  <a:srgbClr val="E55B5B"/>
                </a:solidFill>
                <a:latin typeface="Calibri"/>
                <a:ea typeface="Calibri"/>
                <a:cs typeface="Calibri"/>
              </a:defRPr>
            </a:lvl9pPr>
          </a:lstStyle>
          <a:p>
            <a:pPr defTabSz="1219170">
              <a:defRPr sz="1300" b="0">
                <a:solidFill>
                  <a:srgbClr val="E55B5B"/>
                </a:solidFill>
                <a:latin typeface="Calibri"/>
                <a:ea typeface="Calibri"/>
                <a:cs typeface="Calibri"/>
              </a:defRPr>
            </a:pPr>
            <a:r>
              <a:rPr sz="1733"/>
              <a:t>Lower predicted cost does not guarantee a truly passable route.</a:t>
            </a:r>
          </a:p>
        </p:txBody>
      </p:sp>
    </p:spTree>
    <p:extLst>
      <p:ext uri="{BB962C8B-B14F-4D97-AF65-F5344CB8AC3E}">
        <p14:creationId xmlns:p14="http://schemas.microsoft.com/office/powerpoint/2010/main" val="99262137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sz="2400">
              <a:solidFill>
                <a:srgbClr val="FFFFFF"/>
              </a:solidFill>
              <a:latin typeface="Calibri"/>
            </a:endParaRPr>
          </a:p>
        </p:txBody>
      </p:sp>
      <p:sp>
        <p:nvSpPr>
          <p:cNvPr id="2" name="Rectangle 1">
            <a:extLst>
              <a:ext uri="{FF2B5EF4-FFF2-40B4-BE49-F238E27FC236}">
                <a16:creationId xmlns:a16="http://schemas.microsoft.com/office/drawing/2014/main" id="{CD68694F-C1AA-490E-BAB5-27195360401F}"/>
              </a:ext>
            </a:extLst>
          </p:cNvPr>
          <p:cNvSpPr>
            <a:spLocks noGrp="1"/>
          </p:cNvSpPr>
          <p:nvPr/>
        </p:nvSpPr>
        <p:spPr>
          <a:xfrm>
            <a:off x="731520" y="365760"/>
            <a:ext cx="10728960" cy="853440"/>
          </a:xfrm>
          <a:prstGeom prst="rect">
            <a:avLst/>
          </a:prstGeom>
          <a:noFill/>
          <a:ln w="0">
            <a:noFill/>
            <a:prstDash val="solid"/>
          </a:ln>
        </p:spPr>
        <p:txBody>
          <a:bodyPr wrap="square" lIns="0" tIns="0" rIns="0" bIns="0" anchor="ctr">
            <a:noAutofit/>
          </a:bodyPr>
          <a:lstStyle>
            <a:defPPr algn="l">
              <a:defRPr sz="2350" b="1">
                <a:solidFill>
                  <a:srgbClr val="1B1F3B"/>
                </a:solidFill>
                <a:latin typeface="Calibri"/>
                <a:ea typeface="Calibri"/>
                <a:cs typeface="Calibri"/>
              </a:defRPr>
            </a:defPPr>
            <a:lvl1pPr algn="l">
              <a:defRPr sz="2350" b="1">
                <a:solidFill>
                  <a:srgbClr val="1B1F3B"/>
                </a:solidFill>
                <a:latin typeface="Calibri"/>
                <a:ea typeface="Calibri"/>
                <a:cs typeface="Calibri"/>
              </a:defRPr>
            </a:lvl1pPr>
            <a:lvl2pPr algn="l">
              <a:defRPr sz="2350" b="1">
                <a:solidFill>
                  <a:srgbClr val="1B1F3B"/>
                </a:solidFill>
                <a:latin typeface="Calibri"/>
                <a:ea typeface="Calibri"/>
                <a:cs typeface="Calibri"/>
              </a:defRPr>
            </a:lvl2pPr>
            <a:lvl3pPr algn="l">
              <a:defRPr sz="2350" b="1">
                <a:solidFill>
                  <a:srgbClr val="1B1F3B"/>
                </a:solidFill>
                <a:latin typeface="Calibri"/>
                <a:ea typeface="Calibri"/>
                <a:cs typeface="Calibri"/>
              </a:defRPr>
            </a:lvl3pPr>
            <a:lvl4pPr algn="l">
              <a:defRPr sz="2350" b="1">
                <a:solidFill>
                  <a:srgbClr val="1B1F3B"/>
                </a:solidFill>
                <a:latin typeface="Calibri"/>
                <a:ea typeface="Calibri"/>
                <a:cs typeface="Calibri"/>
              </a:defRPr>
            </a:lvl4pPr>
            <a:lvl5pPr algn="l">
              <a:defRPr sz="2350" b="1">
                <a:solidFill>
                  <a:srgbClr val="1B1F3B"/>
                </a:solidFill>
                <a:latin typeface="Calibri"/>
                <a:ea typeface="Calibri"/>
                <a:cs typeface="Calibri"/>
              </a:defRPr>
            </a:lvl5pPr>
            <a:lvl6pPr algn="l">
              <a:defRPr sz="2350" b="1">
                <a:solidFill>
                  <a:srgbClr val="1B1F3B"/>
                </a:solidFill>
                <a:latin typeface="Calibri"/>
                <a:ea typeface="Calibri"/>
                <a:cs typeface="Calibri"/>
              </a:defRPr>
            </a:lvl6pPr>
            <a:lvl7pPr algn="l">
              <a:defRPr sz="2350" b="1">
                <a:solidFill>
                  <a:srgbClr val="1B1F3B"/>
                </a:solidFill>
                <a:latin typeface="Calibri"/>
                <a:ea typeface="Calibri"/>
                <a:cs typeface="Calibri"/>
              </a:defRPr>
            </a:lvl7pPr>
            <a:lvl8pPr algn="l">
              <a:defRPr sz="2350" b="1">
                <a:solidFill>
                  <a:srgbClr val="1B1F3B"/>
                </a:solidFill>
                <a:latin typeface="Calibri"/>
                <a:ea typeface="Calibri"/>
                <a:cs typeface="Calibri"/>
              </a:defRPr>
            </a:lvl8pPr>
            <a:lvl9pPr algn="l">
              <a:defRPr sz="2350" b="1">
                <a:solidFill>
                  <a:srgbClr val="1B1F3B"/>
                </a:solidFill>
                <a:latin typeface="Calibri"/>
                <a:ea typeface="Calibri"/>
                <a:cs typeface="Calibri"/>
              </a:defRPr>
            </a:lvl9pPr>
          </a:lstStyle>
          <a:p>
            <a:pPr defTabSz="1219170">
              <a:defRPr sz="2350" b="1">
                <a:solidFill>
                  <a:srgbClr val="1B1F3B"/>
                </a:solidFill>
                <a:latin typeface="Calibri"/>
                <a:ea typeface="Calibri"/>
                <a:cs typeface="Calibri"/>
              </a:defRPr>
            </a:pPr>
            <a:r>
              <a:rPr sz="3733"/>
              <a:t>A weak result needs a diagnosis</a:t>
            </a:r>
          </a:p>
        </p:txBody>
      </p:sp>
      <p:sp>
        <p:nvSpPr>
          <p:cNvPr id="3" name="Rectangle 2">
            <a:extLst>
              <a:ext uri="{FF2B5EF4-FFF2-40B4-BE49-F238E27FC236}">
                <a16:creationId xmlns:a16="http://schemas.microsoft.com/office/drawing/2014/main" id="{48A6F939-E2E9-4117-BF23-434A30D05B3A}"/>
              </a:ext>
            </a:extLst>
          </p:cNvPr>
          <p:cNvSpPr>
            <a:spLocks noGrp="1"/>
          </p:cNvSpPr>
          <p:nvPr/>
        </p:nvSpPr>
        <p:spPr>
          <a:xfrm>
            <a:off x="609601" y="6229350"/>
            <a:ext cx="9334500" cy="266700"/>
          </a:xfrm>
          <a:prstGeom prst="rect">
            <a:avLst/>
          </a:prstGeom>
          <a:noFill/>
          <a:ln w="0">
            <a:noFill/>
            <a:prstDash val="solid"/>
          </a:ln>
        </p:spPr>
        <p:txBody>
          <a:bodyPr wrap="square" lIns="0" tIns="0" rIns="0" bIns="0" anchor="ctr">
            <a:noAutofit/>
          </a:bodyPr>
          <a:lstStyle>
            <a:defPPr algn="l">
              <a:defRPr sz="950" b="0">
                <a:solidFill>
                  <a:srgbClr val="4A4F6A"/>
                </a:solidFill>
                <a:latin typeface="Calibri"/>
                <a:ea typeface="Calibri"/>
                <a:cs typeface="Calibri"/>
              </a:defRPr>
            </a:defPPr>
            <a:lvl1pPr algn="l">
              <a:defRPr sz="950" b="0">
                <a:solidFill>
                  <a:srgbClr val="4A4F6A"/>
                </a:solidFill>
                <a:latin typeface="Calibri"/>
                <a:ea typeface="Calibri"/>
                <a:cs typeface="Calibri"/>
              </a:defRPr>
            </a:lvl1pPr>
            <a:lvl2pPr algn="l">
              <a:defRPr sz="950" b="0">
                <a:solidFill>
                  <a:srgbClr val="4A4F6A"/>
                </a:solidFill>
                <a:latin typeface="Calibri"/>
                <a:ea typeface="Calibri"/>
                <a:cs typeface="Calibri"/>
              </a:defRPr>
            </a:lvl2pPr>
            <a:lvl3pPr algn="l">
              <a:defRPr sz="950" b="0">
                <a:solidFill>
                  <a:srgbClr val="4A4F6A"/>
                </a:solidFill>
                <a:latin typeface="Calibri"/>
                <a:ea typeface="Calibri"/>
                <a:cs typeface="Calibri"/>
              </a:defRPr>
            </a:lvl3pPr>
            <a:lvl4pPr algn="l">
              <a:defRPr sz="950" b="0">
                <a:solidFill>
                  <a:srgbClr val="4A4F6A"/>
                </a:solidFill>
                <a:latin typeface="Calibri"/>
                <a:ea typeface="Calibri"/>
                <a:cs typeface="Calibri"/>
              </a:defRPr>
            </a:lvl4pPr>
            <a:lvl5pPr algn="l">
              <a:defRPr sz="950" b="0">
                <a:solidFill>
                  <a:srgbClr val="4A4F6A"/>
                </a:solidFill>
                <a:latin typeface="Calibri"/>
                <a:ea typeface="Calibri"/>
                <a:cs typeface="Calibri"/>
              </a:defRPr>
            </a:lvl5pPr>
            <a:lvl6pPr algn="l">
              <a:defRPr sz="950" b="0">
                <a:solidFill>
                  <a:srgbClr val="4A4F6A"/>
                </a:solidFill>
                <a:latin typeface="Calibri"/>
                <a:ea typeface="Calibri"/>
                <a:cs typeface="Calibri"/>
              </a:defRPr>
            </a:lvl6pPr>
            <a:lvl7pPr algn="l">
              <a:defRPr sz="950" b="0">
                <a:solidFill>
                  <a:srgbClr val="4A4F6A"/>
                </a:solidFill>
                <a:latin typeface="Calibri"/>
                <a:ea typeface="Calibri"/>
                <a:cs typeface="Calibri"/>
              </a:defRPr>
            </a:lvl7pPr>
            <a:lvl8pPr algn="l">
              <a:defRPr sz="950" b="0">
                <a:solidFill>
                  <a:srgbClr val="4A4F6A"/>
                </a:solidFill>
                <a:latin typeface="Calibri"/>
                <a:ea typeface="Calibri"/>
                <a:cs typeface="Calibri"/>
              </a:defRPr>
            </a:lvl8pPr>
            <a:lvl9pPr algn="l">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7  Comparison and scenarios</a:t>
            </a:r>
          </a:p>
        </p:txBody>
      </p:sp>
      <p:sp>
        <p:nvSpPr>
          <p:cNvPr id="4" name="Rectangle 3">
            <a:extLst>
              <a:ext uri="{FF2B5EF4-FFF2-40B4-BE49-F238E27FC236}">
                <a16:creationId xmlns:a16="http://schemas.microsoft.com/office/drawing/2014/main" id="{F9CE8FB6-F39C-4D94-B5BC-DA688B5D33E8}"/>
              </a:ext>
            </a:extLst>
          </p:cNvPr>
          <p:cNvSpPr>
            <a:spLocks noGrp="1"/>
          </p:cNvSpPr>
          <p:nvPr/>
        </p:nvSpPr>
        <p:spPr>
          <a:xfrm>
            <a:off x="10953750" y="6229350"/>
            <a:ext cx="619125" cy="266700"/>
          </a:xfrm>
          <a:prstGeom prst="rect">
            <a:avLst/>
          </a:prstGeom>
          <a:noFill/>
          <a:ln w="0">
            <a:noFill/>
            <a:prstDash val="solid"/>
          </a:ln>
        </p:spPr>
        <p:txBody>
          <a:bodyPr wrap="square" lIns="0" tIns="0" rIns="0" bIns="0" anchor="ctr">
            <a:noAutofit/>
          </a:bodyPr>
          <a:lstStyle>
            <a:defPPr algn="r">
              <a:defRPr sz="950" b="0">
                <a:solidFill>
                  <a:srgbClr val="4A4F6A"/>
                </a:solidFill>
                <a:latin typeface="Calibri"/>
                <a:ea typeface="Calibri"/>
                <a:cs typeface="Calibri"/>
              </a:defRPr>
            </a:defPPr>
            <a:lvl1pPr algn="r">
              <a:defRPr sz="950" b="0">
                <a:solidFill>
                  <a:srgbClr val="4A4F6A"/>
                </a:solidFill>
                <a:latin typeface="Calibri"/>
                <a:ea typeface="Calibri"/>
                <a:cs typeface="Calibri"/>
              </a:defRPr>
            </a:lvl1pPr>
            <a:lvl2pPr algn="r">
              <a:defRPr sz="950" b="0">
                <a:solidFill>
                  <a:srgbClr val="4A4F6A"/>
                </a:solidFill>
                <a:latin typeface="Calibri"/>
                <a:ea typeface="Calibri"/>
                <a:cs typeface="Calibri"/>
              </a:defRPr>
            </a:lvl2pPr>
            <a:lvl3pPr algn="r">
              <a:defRPr sz="950" b="0">
                <a:solidFill>
                  <a:srgbClr val="4A4F6A"/>
                </a:solidFill>
                <a:latin typeface="Calibri"/>
                <a:ea typeface="Calibri"/>
                <a:cs typeface="Calibri"/>
              </a:defRPr>
            </a:lvl3pPr>
            <a:lvl4pPr algn="r">
              <a:defRPr sz="950" b="0">
                <a:solidFill>
                  <a:srgbClr val="4A4F6A"/>
                </a:solidFill>
                <a:latin typeface="Calibri"/>
                <a:ea typeface="Calibri"/>
                <a:cs typeface="Calibri"/>
              </a:defRPr>
            </a:lvl4pPr>
            <a:lvl5pPr algn="r">
              <a:defRPr sz="950" b="0">
                <a:solidFill>
                  <a:srgbClr val="4A4F6A"/>
                </a:solidFill>
                <a:latin typeface="Calibri"/>
                <a:ea typeface="Calibri"/>
                <a:cs typeface="Calibri"/>
              </a:defRPr>
            </a:lvl5pPr>
            <a:lvl6pPr algn="r">
              <a:defRPr sz="950" b="0">
                <a:solidFill>
                  <a:srgbClr val="4A4F6A"/>
                </a:solidFill>
                <a:latin typeface="Calibri"/>
                <a:ea typeface="Calibri"/>
                <a:cs typeface="Calibri"/>
              </a:defRPr>
            </a:lvl6pPr>
            <a:lvl7pPr algn="r">
              <a:defRPr sz="950" b="0">
                <a:solidFill>
                  <a:srgbClr val="4A4F6A"/>
                </a:solidFill>
                <a:latin typeface="Calibri"/>
                <a:ea typeface="Calibri"/>
                <a:cs typeface="Calibri"/>
              </a:defRPr>
            </a:lvl7pPr>
            <a:lvl8pPr algn="r">
              <a:defRPr sz="950" b="0">
                <a:solidFill>
                  <a:srgbClr val="4A4F6A"/>
                </a:solidFill>
                <a:latin typeface="Calibri"/>
                <a:ea typeface="Calibri"/>
                <a:cs typeface="Calibri"/>
              </a:defRPr>
            </a:lvl8pPr>
            <a:lvl9pPr algn="r">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27</a:t>
            </a:r>
          </a:p>
        </p:txBody>
      </p:sp>
      <p:graphicFrame>
        <p:nvGraphicFramePr>
          <p:cNvPr id="5" name="Table 4">
            <a:extLst>
              <a:ext uri="{FF2B5EF4-FFF2-40B4-BE49-F238E27FC236}">
                <a16:creationId xmlns:a16="http://schemas.microsoft.com/office/drawing/2014/main" id="{9D5026E0-58F1-4819-8AE9-B85F25F79141}"/>
              </a:ext>
            </a:extLst>
          </p:cNvPr>
          <p:cNvGraphicFramePr/>
          <p:nvPr/>
        </p:nvGraphicFramePr>
        <p:xfrm>
          <a:off x="714375" y="1714500"/>
          <a:ext cx="10763249" cy="2809876"/>
        </p:xfrm>
        <a:graphic>
          <a:graphicData uri="http://schemas.openxmlformats.org/drawingml/2006/table">
            <a:tbl>
              <a:tblPr/>
              <a:tblGrid>
                <a:gridCol w="3333749">
                  <a:extLst>
                    <a:ext uri="{9D8B030D-6E8A-4147-A177-3AD203B41FA5}">
                      <a16:colId xmlns:a16="http://schemas.microsoft.com/office/drawing/2014/main" val="20000"/>
                    </a:ext>
                  </a:extLst>
                </a:gridCol>
                <a:gridCol w="7429500">
                  <a:extLst>
                    <a:ext uri="{9D8B030D-6E8A-4147-A177-3AD203B41FA5}">
                      <a16:colId xmlns:a16="http://schemas.microsoft.com/office/drawing/2014/main" val="20001"/>
                    </a:ext>
                  </a:extLst>
                </a:gridCol>
              </a:tblGrid>
              <a:tr h="702469">
                <a:tc>
                  <a:txBody>
                    <a:bodyPr/>
                    <a:lstStyle/>
                    <a:p>
                      <a:r>
                        <a:rPr sz="1700" b="1">
                          <a:solidFill>
                            <a:srgbClr val="FFFFFF"/>
                          </a:solidFill>
                          <a:latin typeface="Calibri"/>
                          <a:ea typeface="Calibri"/>
                          <a:cs typeface="Calibri"/>
                        </a:rPr>
                        <a:t>Possible cause</a:t>
                      </a:r>
                    </a:p>
                  </a:txBody>
                  <a:tcPr anchor="ctr">
                    <a:lnL w="7144">
                      <a:solidFill>
                        <a:srgbClr val="C9CEF2"/>
                      </a:solidFill>
                      <a:prstDash val="solid"/>
                    </a:lnL>
                    <a:lnR w="7144">
                      <a:solidFill>
                        <a:srgbClr val="C9CEF2"/>
                      </a:solidFill>
                      <a:prstDash val="solid"/>
                    </a:lnR>
                    <a:lnT w="7144">
                      <a:solidFill>
                        <a:srgbClr val="C9CEF2"/>
                      </a:solidFill>
                      <a:prstDash val="solid"/>
                    </a:lnT>
                    <a:lnB w="7144">
                      <a:solidFill>
                        <a:srgbClr val="C9CEF2"/>
                      </a:solidFill>
                      <a:prstDash val="solid"/>
                    </a:lnB>
                    <a:solidFill>
                      <a:srgbClr val="1B1F3B"/>
                    </a:solidFill>
                  </a:tcPr>
                </a:tc>
                <a:tc>
                  <a:txBody>
                    <a:bodyPr/>
                    <a:lstStyle/>
                    <a:p>
                      <a:r>
                        <a:rPr sz="1700" b="1">
                          <a:solidFill>
                            <a:srgbClr val="FFFFFF"/>
                          </a:solidFill>
                          <a:latin typeface="Calibri"/>
                          <a:ea typeface="Calibri"/>
                          <a:cs typeface="Calibri"/>
                        </a:rPr>
                        <a:t>What to check</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a:solidFill>
                        <a:srgbClr val="C9CEF2"/>
                      </a:solidFill>
                      <a:prstDash val="solid"/>
                    </a:lnT>
                    <a:lnB w="7144">
                      <a:solidFill>
                        <a:srgbClr val="C9CEF2"/>
                      </a:solidFill>
                      <a:prstDash val="solid"/>
                    </a:lnB>
                    <a:solidFill>
                      <a:srgbClr val="1B1F3B"/>
                    </a:solidFill>
                  </a:tcPr>
                </a:tc>
                <a:extLst>
                  <a:ext uri="{0D108BD9-81ED-4DB2-BD59-A6C34878D82A}">
                    <a16:rowId xmlns:a16="http://schemas.microsoft.com/office/drawing/2014/main" val="10000"/>
                  </a:ext>
                </a:extLst>
              </a:tr>
              <a:tr h="702469">
                <a:tc>
                  <a:txBody>
                    <a:bodyPr/>
                    <a:lstStyle/>
                    <a:p>
                      <a:r>
                        <a:rPr sz="1700" b="0">
                          <a:solidFill>
                            <a:srgbClr val="1B1F3B"/>
                          </a:solidFill>
                          <a:latin typeface="Calibri"/>
                          <a:ea typeface="Calibri"/>
                          <a:cs typeface="Calibri"/>
                        </a:rPr>
                        <a:t>Model error</a:t>
                      </a:r>
                    </a:p>
                  </a:txBody>
                  <a:tcPr anchor="ctr">
                    <a:lnL w="7144">
                      <a:solidFill>
                        <a:srgbClr val="C9CEF2"/>
                      </a:solidFill>
                      <a:prstDash val="soli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FFFFFF"/>
                    </a:solidFill>
                  </a:tcPr>
                </a:tc>
                <a:tc>
                  <a:txBody>
                    <a:bodyPr/>
                    <a:lstStyle/>
                    <a:p>
                      <a:r>
                        <a:rPr sz="1700" b="0">
                          <a:solidFill>
                            <a:srgbClr val="1B1F3B"/>
                          </a:solidFill>
                          <a:latin typeface="Calibri"/>
                          <a:ea typeface="Calibri"/>
                          <a:cs typeface="Calibri"/>
                        </a:rPr>
                        <a:t>Which blocked cells did the model miss?</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FFFFFF"/>
                    </a:solidFill>
                  </a:tcPr>
                </a:tc>
                <a:extLst>
                  <a:ext uri="{0D108BD9-81ED-4DB2-BD59-A6C34878D82A}">
                    <a16:rowId xmlns:a16="http://schemas.microsoft.com/office/drawing/2014/main" val="10001"/>
                  </a:ext>
                </a:extLst>
              </a:tr>
              <a:tr h="702469">
                <a:tc>
                  <a:txBody>
                    <a:bodyPr/>
                    <a:lstStyle/>
                    <a:p>
                      <a:r>
                        <a:rPr sz="1700" b="0">
                          <a:solidFill>
                            <a:srgbClr val="1B1F3B"/>
                          </a:solidFill>
                          <a:latin typeface="Calibri"/>
                          <a:ea typeface="Calibri"/>
                          <a:cs typeface="Calibri"/>
                        </a:rPr>
                        <a:t>Cost assumption</a:t>
                      </a:r>
                    </a:p>
                  </a:txBody>
                  <a:tcPr anchor="ctr">
                    <a:lnL w="7144">
                      <a:solidFill>
                        <a:srgbClr val="C9CEF2"/>
                      </a:solidFill>
                      <a:prstDash val="soli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DDDFED"/>
                    </a:solidFill>
                  </a:tcPr>
                </a:tc>
                <a:tc>
                  <a:txBody>
                    <a:bodyPr/>
                    <a:lstStyle/>
                    <a:p>
                      <a:r>
                        <a:rPr sz="1700" b="0">
                          <a:solidFill>
                            <a:srgbClr val="1B1F3B"/>
                          </a:solidFill>
                          <a:latin typeface="Calibri"/>
                          <a:ea typeface="Calibri"/>
                          <a:cs typeface="Calibri"/>
                        </a:rPr>
                        <a:t>Does changing the scores change the route?</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DDDFED"/>
                    </a:solidFill>
                  </a:tcPr>
                </a:tc>
                <a:extLst>
                  <a:ext uri="{0D108BD9-81ED-4DB2-BD59-A6C34878D82A}">
                    <a16:rowId xmlns:a16="http://schemas.microsoft.com/office/drawing/2014/main" val="10002"/>
                  </a:ext>
                </a:extLst>
              </a:tr>
              <a:tr h="702469">
                <a:tc>
                  <a:txBody>
                    <a:bodyPr/>
                    <a:lstStyle/>
                    <a:p>
                      <a:r>
                        <a:rPr sz="1700" b="0">
                          <a:solidFill>
                            <a:srgbClr val="1B1F3B"/>
                          </a:solidFill>
                          <a:latin typeface="Calibri"/>
                          <a:ea typeface="Calibri"/>
                          <a:cs typeface="Calibri"/>
                        </a:rPr>
                        <a:t>Blocking threshold</a:t>
                      </a:r>
                    </a:p>
                  </a:txBody>
                  <a:tcPr anchor="ctr">
                    <a:lnL w="7144">
                      <a:solidFill>
                        <a:srgbClr val="C9CEF2"/>
                      </a:solidFill>
                      <a:prstDash val="soli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FFFFFF"/>
                    </a:solidFill>
                  </a:tcPr>
                </a:tc>
                <a:tc>
                  <a:txBody>
                    <a:bodyPr/>
                    <a:lstStyle/>
                    <a:p>
                      <a:r>
                        <a:rPr sz="1700" b="0">
                          <a:solidFill>
                            <a:srgbClr val="1B1F3B"/>
                          </a:solidFill>
                          <a:latin typeface="Calibri"/>
                          <a:ea typeface="Calibri"/>
                          <a:cs typeface="Calibri"/>
                        </a:rPr>
                        <a:t>Too many hazards allowed, or too few routes left?</a:t>
                      </a:r>
                    </a:p>
                  </a:txBody>
                  <a:tcPr anchor="ctr">
                    <a:lnL w="7144" cap="flat" cmpd="sng" algn="ctr">
                      <a:solidFill>
                        <a:srgbClr val="C9CEF2"/>
                      </a:solidFill>
                      <a:prstDash val="solid"/>
                      <a:round/>
                      <a:headEnd type="none" w="med" len="med"/>
                      <a:tailEnd type="none" w="med" len="med"/>
                    </a:lnL>
                    <a:lnR w="7144">
                      <a:solidFill>
                        <a:srgbClr val="C9CEF2"/>
                      </a:solidFill>
                      <a:prstDash val="solid"/>
                    </a:lnR>
                    <a:lnT w="7144" cap="flat" cmpd="sng" algn="ctr">
                      <a:solidFill>
                        <a:srgbClr val="C9CEF2"/>
                      </a:solidFill>
                      <a:prstDash val="solid"/>
                      <a:round/>
                      <a:headEnd type="none" w="med" len="med"/>
                      <a:tailEnd type="none" w="med" len="med"/>
                    </a:lnT>
                    <a:lnB w="7144">
                      <a:solidFill>
                        <a:srgbClr val="C9CEF2"/>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C5A5722B-14C0-4005-9890-7028679F7542}"/>
              </a:ext>
            </a:extLst>
          </p:cNvPr>
          <p:cNvSpPr>
            <a:spLocks noGrp="1"/>
          </p:cNvSpPr>
          <p:nvPr/>
        </p:nvSpPr>
        <p:spPr>
          <a:xfrm>
            <a:off x="714375" y="5000625"/>
            <a:ext cx="10763251" cy="857251"/>
          </a:xfrm>
          <a:prstGeom prst="rect">
            <a:avLst/>
          </a:prstGeom>
          <a:noFill/>
          <a:ln w="0">
            <a:noFill/>
            <a:prstDash val="solid"/>
          </a:ln>
        </p:spPr>
        <p:txBody>
          <a:bodyPr wrap="square" lIns="0" tIns="0" rIns="0" bIns="0" anchor="ctr">
            <a:noAutofit/>
          </a:bodyPr>
          <a:lstStyle>
            <a:defPPr algn="l">
              <a:defRPr sz="1700" b="1">
                <a:solidFill>
                  <a:srgbClr val="2D3A8C"/>
                </a:solidFill>
                <a:latin typeface="Calibri"/>
                <a:ea typeface="Calibri"/>
                <a:cs typeface="Calibri"/>
              </a:defRPr>
            </a:defPPr>
            <a:lvl1pPr algn="l">
              <a:defRPr sz="1700" b="1">
                <a:solidFill>
                  <a:srgbClr val="2D3A8C"/>
                </a:solidFill>
                <a:latin typeface="Calibri"/>
                <a:ea typeface="Calibri"/>
                <a:cs typeface="Calibri"/>
              </a:defRPr>
            </a:lvl1pPr>
            <a:lvl2pPr algn="l">
              <a:defRPr sz="1700" b="1">
                <a:solidFill>
                  <a:srgbClr val="2D3A8C"/>
                </a:solidFill>
                <a:latin typeface="Calibri"/>
                <a:ea typeface="Calibri"/>
                <a:cs typeface="Calibri"/>
              </a:defRPr>
            </a:lvl2pPr>
            <a:lvl3pPr algn="l">
              <a:defRPr sz="1700" b="1">
                <a:solidFill>
                  <a:srgbClr val="2D3A8C"/>
                </a:solidFill>
                <a:latin typeface="Calibri"/>
                <a:ea typeface="Calibri"/>
                <a:cs typeface="Calibri"/>
              </a:defRPr>
            </a:lvl3pPr>
            <a:lvl4pPr algn="l">
              <a:defRPr sz="1700" b="1">
                <a:solidFill>
                  <a:srgbClr val="2D3A8C"/>
                </a:solidFill>
                <a:latin typeface="Calibri"/>
                <a:ea typeface="Calibri"/>
                <a:cs typeface="Calibri"/>
              </a:defRPr>
            </a:lvl4pPr>
            <a:lvl5pPr algn="l">
              <a:defRPr sz="1700" b="1">
                <a:solidFill>
                  <a:srgbClr val="2D3A8C"/>
                </a:solidFill>
                <a:latin typeface="Calibri"/>
                <a:ea typeface="Calibri"/>
                <a:cs typeface="Calibri"/>
              </a:defRPr>
            </a:lvl5pPr>
            <a:lvl6pPr algn="l">
              <a:defRPr sz="1700" b="1">
                <a:solidFill>
                  <a:srgbClr val="2D3A8C"/>
                </a:solidFill>
                <a:latin typeface="Calibri"/>
                <a:ea typeface="Calibri"/>
                <a:cs typeface="Calibri"/>
              </a:defRPr>
            </a:lvl6pPr>
            <a:lvl7pPr algn="l">
              <a:defRPr sz="1700" b="1">
                <a:solidFill>
                  <a:srgbClr val="2D3A8C"/>
                </a:solidFill>
                <a:latin typeface="Calibri"/>
                <a:ea typeface="Calibri"/>
                <a:cs typeface="Calibri"/>
              </a:defRPr>
            </a:lvl7pPr>
            <a:lvl8pPr algn="l">
              <a:defRPr sz="1700" b="1">
                <a:solidFill>
                  <a:srgbClr val="2D3A8C"/>
                </a:solidFill>
                <a:latin typeface="Calibri"/>
                <a:ea typeface="Calibri"/>
                <a:cs typeface="Calibri"/>
              </a:defRPr>
            </a:lvl8pPr>
            <a:lvl9pPr algn="l">
              <a:defRPr sz="1700" b="1">
                <a:solidFill>
                  <a:srgbClr val="2D3A8C"/>
                </a:solidFill>
                <a:latin typeface="Calibri"/>
                <a:ea typeface="Calibri"/>
                <a:cs typeface="Calibri"/>
              </a:defRPr>
            </a:lvl9pPr>
          </a:lstStyle>
          <a:p>
            <a:pPr defTabSz="1219170">
              <a:defRPr sz="1700" b="1">
                <a:solidFill>
                  <a:srgbClr val="2D3A8C"/>
                </a:solidFill>
                <a:latin typeface="Calibri"/>
                <a:ea typeface="Calibri"/>
                <a:cs typeface="Calibri"/>
              </a:defRPr>
            </a:pPr>
            <a:r>
              <a:rPr sz="2267"/>
              <a:t>Explain your choice: extra distance, cost reduction, and one limitation.</a:t>
            </a:r>
          </a:p>
        </p:txBody>
      </p:sp>
    </p:spTree>
    <p:extLst>
      <p:ext uri="{BB962C8B-B14F-4D97-AF65-F5344CB8AC3E}">
        <p14:creationId xmlns:p14="http://schemas.microsoft.com/office/powerpoint/2010/main" val="388928110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sz="2400">
              <a:solidFill>
                <a:srgbClr val="FFFFFF"/>
              </a:solidFill>
              <a:latin typeface="Calibri"/>
            </a:endParaRPr>
          </a:p>
        </p:txBody>
      </p:sp>
      <p:sp>
        <p:nvSpPr>
          <p:cNvPr id="2" name="Rectangle 1">
            <a:extLst>
              <a:ext uri="{FF2B5EF4-FFF2-40B4-BE49-F238E27FC236}">
                <a16:creationId xmlns:a16="http://schemas.microsoft.com/office/drawing/2014/main" id="{84F0AB9D-A6CC-41E0-9978-2C0FB3D81E5E}"/>
              </a:ext>
            </a:extLst>
          </p:cNvPr>
          <p:cNvSpPr>
            <a:spLocks noGrp="1"/>
          </p:cNvSpPr>
          <p:nvPr/>
        </p:nvSpPr>
        <p:spPr>
          <a:xfrm>
            <a:off x="731520" y="365760"/>
            <a:ext cx="10728960" cy="853440"/>
          </a:xfrm>
          <a:prstGeom prst="rect">
            <a:avLst/>
          </a:prstGeom>
          <a:noFill/>
          <a:ln w="0">
            <a:noFill/>
            <a:prstDash val="solid"/>
          </a:ln>
        </p:spPr>
        <p:txBody>
          <a:bodyPr wrap="square" lIns="0" tIns="0" rIns="0" bIns="0" anchor="ctr">
            <a:noAutofit/>
          </a:bodyPr>
          <a:lstStyle>
            <a:defPPr algn="l">
              <a:defRPr sz="2350" b="1">
                <a:solidFill>
                  <a:srgbClr val="1B1F3B"/>
                </a:solidFill>
                <a:latin typeface="Calibri"/>
                <a:ea typeface="Calibri"/>
                <a:cs typeface="Calibri"/>
              </a:defRPr>
            </a:defPPr>
            <a:lvl1pPr algn="l">
              <a:defRPr sz="2350" b="1">
                <a:solidFill>
                  <a:srgbClr val="1B1F3B"/>
                </a:solidFill>
                <a:latin typeface="Calibri"/>
                <a:ea typeface="Calibri"/>
                <a:cs typeface="Calibri"/>
              </a:defRPr>
            </a:lvl1pPr>
            <a:lvl2pPr algn="l">
              <a:defRPr sz="2350" b="1">
                <a:solidFill>
                  <a:srgbClr val="1B1F3B"/>
                </a:solidFill>
                <a:latin typeface="Calibri"/>
                <a:ea typeface="Calibri"/>
                <a:cs typeface="Calibri"/>
              </a:defRPr>
            </a:lvl2pPr>
            <a:lvl3pPr algn="l">
              <a:defRPr sz="2350" b="1">
                <a:solidFill>
                  <a:srgbClr val="1B1F3B"/>
                </a:solidFill>
                <a:latin typeface="Calibri"/>
                <a:ea typeface="Calibri"/>
                <a:cs typeface="Calibri"/>
              </a:defRPr>
            </a:lvl3pPr>
            <a:lvl4pPr algn="l">
              <a:defRPr sz="2350" b="1">
                <a:solidFill>
                  <a:srgbClr val="1B1F3B"/>
                </a:solidFill>
                <a:latin typeface="Calibri"/>
                <a:ea typeface="Calibri"/>
                <a:cs typeface="Calibri"/>
              </a:defRPr>
            </a:lvl4pPr>
            <a:lvl5pPr algn="l">
              <a:defRPr sz="2350" b="1">
                <a:solidFill>
                  <a:srgbClr val="1B1F3B"/>
                </a:solidFill>
                <a:latin typeface="Calibri"/>
                <a:ea typeface="Calibri"/>
                <a:cs typeface="Calibri"/>
              </a:defRPr>
            </a:lvl5pPr>
            <a:lvl6pPr algn="l">
              <a:defRPr sz="2350" b="1">
                <a:solidFill>
                  <a:srgbClr val="1B1F3B"/>
                </a:solidFill>
                <a:latin typeface="Calibri"/>
                <a:ea typeface="Calibri"/>
                <a:cs typeface="Calibri"/>
              </a:defRPr>
            </a:lvl6pPr>
            <a:lvl7pPr algn="l">
              <a:defRPr sz="2350" b="1">
                <a:solidFill>
                  <a:srgbClr val="1B1F3B"/>
                </a:solidFill>
                <a:latin typeface="Calibri"/>
                <a:ea typeface="Calibri"/>
                <a:cs typeface="Calibri"/>
              </a:defRPr>
            </a:lvl7pPr>
            <a:lvl8pPr algn="l">
              <a:defRPr sz="2350" b="1">
                <a:solidFill>
                  <a:srgbClr val="1B1F3B"/>
                </a:solidFill>
                <a:latin typeface="Calibri"/>
                <a:ea typeface="Calibri"/>
                <a:cs typeface="Calibri"/>
              </a:defRPr>
            </a:lvl8pPr>
            <a:lvl9pPr algn="l">
              <a:defRPr sz="2350" b="1">
                <a:solidFill>
                  <a:srgbClr val="1B1F3B"/>
                </a:solidFill>
                <a:latin typeface="Calibri"/>
                <a:ea typeface="Calibri"/>
                <a:cs typeface="Calibri"/>
              </a:defRPr>
            </a:lvl9pPr>
          </a:lstStyle>
          <a:p>
            <a:pPr defTabSz="1219170">
              <a:defRPr sz="2350" b="1">
                <a:solidFill>
                  <a:srgbClr val="1B1F3B"/>
                </a:solidFill>
                <a:latin typeface="Calibri"/>
                <a:ea typeface="Calibri"/>
                <a:cs typeface="Calibri"/>
              </a:defRPr>
            </a:pPr>
            <a:r>
              <a:rPr sz="3733"/>
              <a:t>Further reading: uncertainty</a:t>
            </a:r>
          </a:p>
        </p:txBody>
      </p:sp>
      <p:sp>
        <p:nvSpPr>
          <p:cNvPr id="3" name="Rectangle 2">
            <a:extLst>
              <a:ext uri="{FF2B5EF4-FFF2-40B4-BE49-F238E27FC236}">
                <a16:creationId xmlns:a16="http://schemas.microsoft.com/office/drawing/2014/main" id="{1B00AA27-5C2F-4ED0-8311-07EE230589CF}"/>
              </a:ext>
            </a:extLst>
          </p:cNvPr>
          <p:cNvSpPr>
            <a:spLocks noGrp="1"/>
          </p:cNvSpPr>
          <p:nvPr/>
        </p:nvSpPr>
        <p:spPr>
          <a:xfrm>
            <a:off x="609601" y="6229350"/>
            <a:ext cx="9334500" cy="266700"/>
          </a:xfrm>
          <a:prstGeom prst="rect">
            <a:avLst/>
          </a:prstGeom>
          <a:noFill/>
          <a:ln w="0">
            <a:noFill/>
            <a:prstDash val="solid"/>
          </a:ln>
        </p:spPr>
        <p:txBody>
          <a:bodyPr wrap="square" lIns="0" tIns="0" rIns="0" bIns="0" anchor="ctr">
            <a:noAutofit/>
          </a:bodyPr>
          <a:lstStyle>
            <a:defPPr algn="l">
              <a:defRPr sz="950" b="0">
                <a:solidFill>
                  <a:srgbClr val="4A4F6A"/>
                </a:solidFill>
                <a:latin typeface="Calibri"/>
                <a:ea typeface="Calibri"/>
                <a:cs typeface="Calibri"/>
              </a:defRPr>
            </a:defPPr>
            <a:lvl1pPr algn="l">
              <a:defRPr sz="950" b="0">
                <a:solidFill>
                  <a:srgbClr val="4A4F6A"/>
                </a:solidFill>
                <a:latin typeface="Calibri"/>
                <a:ea typeface="Calibri"/>
                <a:cs typeface="Calibri"/>
              </a:defRPr>
            </a:lvl1pPr>
            <a:lvl2pPr algn="l">
              <a:defRPr sz="950" b="0">
                <a:solidFill>
                  <a:srgbClr val="4A4F6A"/>
                </a:solidFill>
                <a:latin typeface="Calibri"/>
                <a:ea typeface="Calibri"/>
                <a:cs typeface="Calibri"/>
              </a:defRPr>
            </a:lvl2pPr>
            <a:lvl3pPr algn="l">
              <a:defRPr sz="950" b="0">
                <a:solidFill>
                  <a:srgbClr val="4A4F6A"/>
                </a:solidFill>
                <a:latin typeface="Calibri"/>
                <a:ea typeface="Calibri"/>
                <a:cs typeface="Calibri"/>
              </a:defRPr>
            </a:lvl3pPr>
            <a:lvl4pPr algn="l">
              <a:defRPr sz="950" b="0">
                <a:solidFill>
                  <a:srgbClr val="4A4F6A"/>
                </a:solidFill>
                <a:latin typeface="Calibri"/>
                <a:ea typeface="Calibri"/>
                <a:cs typeface="Calibri"/>
              </a:defRPr>
            </a:lvl4pPr>
            <a:lvl5pPr algn="l">
              <a:defRPr sz="950" b="0">
                <a:solidFill>
                  <a:srgbClr val="4A4F6A"/>
                </a:solidFill>
                <a:latin typeface="Calibri"/>
                <a:ea typeface="Calibri"/>
                <a:cs typeface="Calibri"/>
              </a:defRPr>
            </a:lvl5pPr>
            <a:lvl6pPr algn="l">
              <a:defRPr sz="950" b="0">
                <a:solidFill>
                  <a:srgbClr val="4A4F6A"/>
                </a:solidFill>
                <a:latin typeface="Calibri"/>
                <a:ea typeface="Calibri"/>
                <a:cs typeface="Calibri"/>
              </a:defRPr>
            </a:lvl6pPr>
            <a:lvl7pPr algn="l">
              <a:defRPr sz="950" b="0">
                <a:solidFill>
                  <a:srgbClr val="4A4F6A"/>
                </a:solidFill>
                <a:latin typeface="Calibri"/>
                <a:ea typeface="Calibri"/>
                <a:cs typeface="Calibri"/>
              </a:defRPr>
            </a:lvl7pPr>
            <a:lvl8pPr algn="l">
              <a:defRPr sz="950" b="0">
                <a:solidFill>
                  <a:srgbClr val="4A4F6A"/>
                </a:solidFill>
                <a:latin typeface="Calibri"/>
                <a:ea typeface="Calibri"/>
                <a:cs typeface="Calibri"/>
              </a:defRPr>
            </a:lvl8pPr>
            <a:lvl9pPr algn="l">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Self-study resources</a:t>
            </a:r>
          </a:p>
        </p:txBody>
      </p:sp>
      <p:sp>
        <p:nvSpPr>
          <p:cNvPr id="4" name="Rectangle 3">
            <a:extLst>
              <a:ext uri="{FF2B5EF4-FFF2-40B4-BE49-F238E27FC236}">
                <a16:creationId xmlns:a16="http://schemas.microsoft.com/office/drawing/2014/main" id="{C1CB6530-EE8E-4746-B2DE-DFF1EE7F243D}"/>
              </a:ext>
            </a:extLst>
          </p:cNvPr>
          <p:cNvSpPr>
            <a:spLocks noGrp="1"/>
          </p:cNvSpPr>
          <p:nvPr/>
        </p:nvSpPr>
        <p:spPr>
          <a:xfrm>
            <a:off x="10953750" y="6229350"/>
            <a:ext cx="619125" cy="266700"/>
          </a:xfrm>
          <a:prstGeom prst="rect">
            <a:avLst/>
          </a:prstGeom>
          <a:noFill/>
          <a:ln w="0">
            <a:noFill/>
            <a:prstDash val="solid"/>
          </a:ln>
        </p:spPr>
        <p:txBody>
          <a:bodyPr wrap="square" lIns="0" tIns="0" rIns="0" bIns="0" anchor="ctr">
            <a:noAutofit/>
          </a:bodyPr>
          <a:lstStyle>
            <a:defPPr algn="r">
              <a:defRPr sz="950" b="0">
                <a:solidFill>
                  <a:srgbClr val="4A4F6A"/>
                </a:solidFill>
                <a:latin typeface="Calibri"/>
                <a:ea typeface="Calibri"/>
                <a:cs typeface="Calibri"/>
              </a:defRPr>
            </a:defPPr>
            <a:lvl1pPr algn="r">
              <a:defRPr sz="950" b="0">
                <a:solidFill>
                  <a:srgbClr val="4A4F6A"/>
                </a:solidFill>
                <a:latin typeface="Calibri"/>
                <a:ea typeface="Calibri"/>
                <a:cs typeface="Calibri"/>
              </a:defRPr>
            </a:lvl1pPr>
            <a:lvl2pPr algn="r">
              <a:defRPr sz="950" b="0">
                <a:solidFill>
                  <a:srgbClr val="4A4F6A"/>
                </a:solidFill>
                <a:latin typeface="Calibri"/>
                <a:ea typeface="Calibri"/>
                <a:cs typeface="Calibri"/>
              </a:defRPr>
            </a:lvl2pPr>
            <a:lvl3pPr algn="r">
              <a:defRPr sz="950" b="0">
                <a:solidFill>
                  <a:srgbClr val="4A4F6A"/>
                </a:solidFill>
                <a:latin typeface="Calibri"/>
                <a:ea typeface="Calibri"/>
                <a:cs typeface="Calibri"/>
              </a:defRPr>
            </a:lvl3pPr>
            <a:lvl4pPr algn="r">
              <a:defRPr sz="950" b="0">
                <a:solidFill>
                  <a:srgbClr val="4A4F6A"/>
                </a:solidFill>
                <a:latin typeface="Calibri"/>
                <a:ea typeface="Calibri"/>
                <a:cs typeface="Calibri"/>
              </a:defRPr>
            </a:lvl4pPr>
            <a:lvl5pPr algn="r">
              <a:defRPr sz="950" b="0">
                <a:solidFill>
                  <a:srgbClr val="4A4F6A"/>
                </a:solidFill>
                <a:latin typeface="Calibri"/>
                <a:ea typeface="Calibri"/>
                <a:cs typeface="Calibri"/>
              </a:defRPr>
            </a:lvl5pPr>
            <a:lvl6pPr algn="r">
              <a:defRPr sz="950" b="0">
                <a:solidFill>
                  <a:srgbClr val="4A4F6A"/>
                </a:solidFill>
                <a:latin typeface="Calibri"/>
                <a:ea typeface="Calibri"/>
                <a:cs typeface="Calibri"/>
              </a:defRPr>
            </a:lvl6pPr>
            <a:lvl7pPr algn="r">
              <a:defRPr sz="950" b="0">
                <a:solidFill>
                  <a:srgbClr val="4A4F6A"/>
                </a:solidFill>
                <a:latin typeface="Calibri"/>
                <a:ea typeface="Calibri"/>
                <a:cs typeface="Calibri"/>
              </a:defRPr>
            </a:lvl7pPr>
            <a:lvl8pPr algn="r">
              <a:defRPr sz="950" b="0">
                <a:solidFill>
                  <a:srgbClr val="4A4F6A"/>
                </a:solidFill>
                <a:latin typeface="Calibri"/>
                <a:ea typeface="Calibri"/>
                <a:cs typeface="Calibri"/>
              </a:defRPr>
            </a:lvl8pPr>
            <a:lvl9pPr algn="r">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28</a:t>
            </a:r>
          </a:p>
        </p:txBody>
      </p:sp>
      <p:sp>
        <p:nvSpPr>
          <p:cNvPr id="5" name="Rectangle 4">
            <a:extLst>
              <a:ext uri="{FF2B5EF4-FFF2-40B4-BE49-F238E27FC236}">
                <a16:creationId xmlns:a16="http://schemas.microsoft.com/office/drawing/2014/main" id="{4CA64FCA-045D-4CE5-A5BB-E96A615834A9}"/>
              </a:ext>
            </a:extLst>
          </p:cNvPr>
          <p:cNvSpPr>
            <a:spLocks noGrp="1"/>
          </p:cNvSpPr>
          <p:nvPr/>
        </p:nvSpPr>
        <p:spPr>
          <a:xfrm>
            <a:off x="714375" y="1619251"/>
            <a:ext cx="10668000" cy="571500"/>
          </a:xfrm>
          <a:prstGeom prst="rect">
            <a:avLst/>
          </a:prstGeom>
          <a:noFill/>
          <a:ln w="0">
            <a:noFill/>
            <a:prstDash val="solid"/>
          </a:ln>
        </p:spPr>
        <p:txBody>
          <a:bodyPr wrap="square" lIns="0" tIns="0" rIns="0" bIns="0" anchor="ctr">
            <a:noAutofit/>
          </a:bodyPr>
          <a:lstStyle>
            <a:defPPr algn="l">
              <a:defRPr sz="1800" b="1">
                <a:solidFill>
                  <a:srgbClr val="1B1F3B"/>
                </a:solidFill>
                <a:latin typeface="Calibri"/>
                <a:ea typeface="Calibri"/>
                <a:cs typeface="Calibri"/>
              </a:defRPr>
            </a:defPPr>
            <a:lvl1pPr algn="l">
              <a:defRPr sz="1800" b="1">
                <a:solidFill>
                  <a:srgbClr val="1B1F3B"/>
                </a:solidFill>
                <a:latin typeface="Calibri"/>
                <a:ea typeface="Calibri"/>
                <a:cs typeface="Calibri"/>
              </a:defRPr>
            </a:lvl1pPr>
            <a:lvl2pPr algn="l">
              <a:defRPr sz="1800" b="1">
                <a:solidFill>
                  <a:srgbClr val="1B1F3B"/>
                </a:solidFill>
                <a:latin typeface="Calibri"/>
                <a:ea typeface="Calibri"/>
                <a:cs typeface="Calibri"/>
              </a:defRPr>
            </a:lvl2pPr>
            <a:lvl3pPr algn="l">
              <a:defRPr sz="1800" b="1">
                <a:solidFill>
                  <a:srgbClr val="1B1F3B"/>
                </a:solidFill>
                <a:latin typeface="Calibri"/>
                <a:ea typeface="Calibri"/>
                <a:cs typeface="Calibri"/>
              </a:defRPr>
            </a:lvl3pPr>
            <a:lvl4pPr algn="l">
              <a:defRPr sz="1800" b="1">
                <a:solidFill>
                  <a:srgbClr val="1B1F3B"/>
                </a:solidFill>
                <a:latin typeface="Calibri"/>
                <a:ea typeface="Calibri"/>
                <a:cs typeface="Calibri"/>
              </a:defRPr>
            </a:lvl4pPr>
            <a:lvl5pPr algn="l">
              <a:defRPr sz="1800" b="1">
                <a:solidFill>
                  <a:srgbClr val="1B1F3B"/>
                </a:solidFill>
                <a:latin typeface="Calibri"/>
                <a:ea typeface="Calibri"/>
                <a:cs typeface="Calibri"/>
              </a:defRPr>
            </a:lvl5pPr>
            <a:lvl6pPr algn="l">
              <a:defRPr sz="1800" b="1">
                <a:solidFill>
                  <a:srgbClr val="1B1F3B"/>
                </a:solidFill>
                <a:latin typeface="Calibri"/>
                <a:ea typeface="Calibri"/>
                <a:cs typeface="Calibri"/>
              </a:defRPr>
            </a:lvl6pPr>
            <a:lvl7pPr algn="l">
              <a:defRPr sz="1800" b="1">
                <a:solidFill>
                  <a:srgbClr val="1B1F3B"/>
                </a:solidFill>
                <a:latin typeface="Calibri"/>
                <a:ea typeface="Calibri"/>
                <a:cs typeface="Calibri"/>
              </a:defRPr>
            </a:lvl7pPr>
            <a:lvl8pPr algn="l">
              <a:defRPr sz="1800" b="1">
                <a:solidFill>
                  <a:srgbClr val="1B1F3B"/>
                </a:solidFill>
                <a:latin typeface="Calibri"/>
                <a:ea typeface="Calibri"/>
                <a:cs typeface="Calibri"/>
              </a:defRPr>
            </a:lvl8pPr>
            <a:lvl9pPr algn="l">
              <a:defRPr sz="1800" b="1">
                <a:solidFill>
                  <a:srgbClr val="1B1F3B"/>
                </a:solidFill>
                <a:latin typeface="Calibri"/>
                <a:ea typeface="Calibri"/>
                <a:cs typeface="Calibri"/>
              </a:defRPr>
            </a:lvl9pPr>
          </a:lstStyle>
          <a:p>
            <a:pPr defTabSz="1219170">
              <a:defRPr sz="1800" b="1">
                <a:solidFill>
                  <a:srgbClr val="1B1F3B"/>
                </a:solidFill>
                <a:latin typeface="Calibri"/>
                <a:ea typeface="Calibri"/>
                <a:cs typeface="Calibri"/>
              </a:defRPr>
            </a:pPr>
            <a:r>
              <a:rPr sz="2400"/>
              <a:t>5.10  Uncertainty-aware planning</a:t>
            </a:r>
          </a:p>
        </p:txBody>
      </p:sp>
      <p:sp>
        <p:nvSpPr>
          <p:cNvPr id="6" name="Rectangle 5">
            <a:extLst>
              <a:ext uri="{FF2B5EF4-FFF2-40B4-BE49-F238E27FC236}">
                <a16:creationId xmlns:a16="http://schemas.microsoft.com/office/drawing/2014/main" id="{750403F8-55F9-4125-8719-FEE344FCE7D3}"/>
              </a:ext>
            </a:extLst>
          </p:cNvPr>
          <p:cNvSpPr>
            <a:spLocks noGrp="1"/>
          </p:cNvSpPr>
          <p:nvPr/>
        </p:nvSpPr>
        <p:spPr>
          <a:xfrm>
            <a:off x="762000" y="2667000"/>
            <a:ext cx="10668000" cy="447675"/>
          </a:xfrm>
          <a:prstGeom prst="rect">
            <a:avLst/>
          </a:prstGeom>
          <a:noFill/>
          <a:ln w="0">
            <a:noFill/>
            <a:prstDash val="solid"/>
          </a:ln>
        </p:spPr>
        <p:txBody>
          <a:bodyPr wrap="square" lIns="0" tIns="0" rIns="0" bIns="0" anchor="ctr">
            <a:noAutofit/>
          </a:bodyPr>
          <a:lstStyle>
            <a:defPPr algn="l">
              <a:defRPr sz="1350" b="1">
                <a:solidFill>
                  <a:srgbClr val="2D3A8C"/>
                </a:solidFill>
                <a:latin typeface="Calibri"/>
                <a:ea typeface="Calibri"/>
                <a:cs typeface="Calibri"/>
              </a:defRPr>
            </a:defPPr>
            <a:lvl1pPr algn="l">
              <a:defRPr sz="1350" b="1">
                <a:solidFill>
                  <a:srgbClr val="2D3A8C"/>
                </a:solidFill>
                <a:latin typeface="Calibri"/>
                <a:ea typeface="Calibri"/>
                <a:cs typeface="Calibri"/>
              </a:defRPr>
            </a:lvl1pPr>
            <a:lvl2pPr algn="l">
              <a:defRPr sz="1350" b="1">
                <a:solidFill>
                  <a:srgbClr val="2D3A8C"/>
                </a:solidFill>
                <a:latin typeface="Calibri"/>
                <a:ea typeface="Calibri"/>
                <a:cs typeface="Calibri"/>
              </a:defRPr>
            </a:lvl2pPr>
            <a:lvl3pPr algn="l">
              <a:defRPr sz="1350" b="1">
                <a:solidFill>
                  <a:srgbClr val="2D3A8C"/>
                </a:solidFill>
                <a:latin typeface="Calibri"/>
                <a:ea typeface="Calibri"/>
                <a:cs typeface="Calibri"/>
              </a:defRPr>
            </a:lvl3pPr>
            <a:lvl4pPr algn="l">
              <a:defRPr sz="1350" b="1">
                <a:solidFill>
                  <a:srgbClr val="2D3A8C"/>
                </a:solidFill>
                <a:latin typeface="Calibri"/>
                <a:ea typeface="Calibri"/>
                <a:cs typeface="Calibri"/>
              </a:defRPr>
            </a:lvl4pPr>
            <a:lvl5pPr algn="l">
              <a:defRPr sz="1350" b="1">
                <a:solidFill>
                  <a:srgbClr val="2D3A8C"/>
                </a:solidFill>
                <a:latin typeface="Calibri"/>
                <a:ea typeface="Calibri"/>
                <a:cs typeface="Calibri"/>
              </a:defRPr>
            </a:lvl5pPr>
            <a:lvl6pPr algn="l">
              <a:defRPr sz="1350" b="1">
                <a:solidFill>
                  <a:srgbClr val="2D3A8C"/>
                </a:solidFill>
                <a:latin typeface="Calibri"/>
                <a:ea typeface="Calibri"/>
                <a:cs typeface="Calibri"/>
              </a:defRPr>
            </a:lvl6pPr>
            <a:lvl7pPr algn="l">
              <a:defRPr sz="1350" b="1">
                <a:solidFill>
                  <a:srgbClr val="2D3A8C"/>
                </a:solidFill>
                <a:latin typeface="Calibri"/>
                <a:ea typeface="Calibri"/>
                <a:cs typeface="Calibri"/>
              </a:defRPr>
            </a:lvl7pPr>
            <a:lvl8pPr algn="l">
              <a:defRPr sz="1350" b="1">
                <a:solidFill>
                  <a:srgbClr val="2D3A8C"/>
                </a:solidFill>
                <a:latin typeface="Calibri"/>
                <a:ea typeface="Calibri"/>
                <a:cs typeface="Calibri"/>
              </a:defRPr>
            </a:lvl8pPr>
            <a:lvl9pPr algn="l">
              <a:defRPr sz="1350" b="1">
                <a:solidFill>
                  <a:srgbClr val="2D3A8C"/>
                </a:solidFill>
                <a:latin typeface="Calibri"/>
                <a:ea typeface="Calibri"/>
                <a:cs typeface="Calibri"/>
              </a:defRPr>
            </a:lvl9pPr>
          </a:lstStyle>
          <a:p>
            <a:pPr defTabSz="1219170">
              <a:defRPr sz="1350" b="1">
                <a:solidFill>
                  <a:srgbClr val="2D3A8C"/>
                </a:solidFill>
                <a:latin typeface="Calibri"/>
                <a:ea typeface="Calibri"/>
                <a:cs typeface="Calibri"/>
              </a:defRPr>
            </a:pPr>
            <a:r>
              <a:rPr sz="1800">
                <a:hlinkClick r:id="rId3"/>
              </a:rPr>
              <a:t>Planning when outcomes are uncertain</a:t>
            </a:r>
          </a:p>
        </p:txBody>
      </p:sp>
      <p:sp>
        <p:nvSpPr>
          <p:cNvPr id="7" name="Rectangle 6">
            <a:extLst>
              <a:ext uri="{FF2B5EF4-FFF2-40B4-BE49-F238E27FC236}">
                <a16:creationId xmlns:a16="http://schemas.microsoft.com/office/drawing/2014/main" id="{A3449C4A-6F60-4AC2-AE50-A3276A5DA24A}"/>
              </a:ext>
            </a:extLst>
          </p:cNvPr>
          <p:cNvSpPr>
            <a:spLocks noGrp="1"/>
          </p:cNvSpPr>
          <p:nvPr/>
        </p:nvSpPr>
        <p:spPr>
          <a:xfrm>
            <a:off x="762000" y="3143252"/>
            <a:ext cx="10668000" cy="428625"/>
          </a:xfrm>
          <a:prstGeom prst="rect">
            <a:avLst/>
          </a:prstGeom>
          <a:noFill/>
          <a:ln w="0">
            <a:noFill/>
            <a:prstDash val="solid"/>
          </a:ln>
        </p:spPr>
        <p:txBody>
          <a:bodyPr wrap="square" lIns="0" tIns="0" rIns="0" bIns="0" anchor="ctr">
            <a:noAutofit/>
          </a:bodyPr>
          <a:lstStyle>
            <a:defPPr algn="l">
              <a:defRPr sz="1300" b="0">
                <a:solidFill>
                  <a:srgbClr val="4A4F6A"/>
                </a:solidFill>
                <a:latin typeface="Calibri"/>
                <a:ea typeface="Calibri"/>
                <a:cs typeface="Calibri"/>
              </a:defRPr>
            </a:defPPr>
            <a:lvl1pPr algn="l">
              <a:defRPr sz="1300" b="0">
                <a:solidFill>
                  <a:srgbClr val="4A4F6A"/>
                </a:solidFill>
                <a:latin typeface="Calibri"/>
                <a:ea typeface="Calibri"/>
                <a:cs typeface="Calibri"/>
              </a:defRPr>
            </a:lvl1pPr>
            <a:lvl2pPr algn="l">
              <a:defRPr sz="1300" b="0">
                <a:solidFill>
                  <a:srgbClr val="4A4F6A"/>
                </a:solidFill>
                <a:latin typeface="Calibri"/>
                <a:ea typeface="Calibri"/>
                <a:cs typeface="Calibri"/>
              </a:defRPr>
            </a:lvl2pPr>
            <a:lvl3pPr algn="l">
              <a:defRPr sz="1300" b="0">
                <a:solidFill>
                  <a:srgbClr val="4A4F6A"/>
                </a:solidFill>
                <a:latin typeface="Calibri"/>
                <a:ea typeface="Calibri"/>
                <a:cs typeface="Calibri"/>
              </a:defRPr>
            </a:lvl3pPr>
            <a:lvl4pPr algn="l">
              <a:defRPr sz="1300" b="0">
                <a:solidFill>
                  <a:srgbClr val="4A4F6A"/>
                </a:solidFill>
                <a:latin typeface="Calibri"/>
                <a:ea typeface="Calibri"/>
                <a:cs typeface="Calibri"/>
              </a:defRPr>
            </a:lvl4pPr>
            <a:lvl5pPr algn="l">
              <a:defRPr sz="1300" b="0">
                <a:solidFill>
                  <a:srgbClr val="4A4F6A"/>
                </a:solidFill>
                <a:latin typeface="Calibri"/>
                <a:ea typeface="Calibri"/>
                <a:cs typeface="Calibri"/>
              </a:defRPr>
            </a:lvl5pPr>
            <a:lvl6pPr algn="l">
              <a:defRPr sz="1300" b="0">
                <a:solidFill>
                  <a:srgbClr val="4A4F6A"/>
                </a:solidFill>
                <a:latin typeface="Calibri"/>
                <a:ea typeface="Calibri"/>
                <a:cs typeface="Calibri"/>
              </a:defRPr>
            </a:lvl6pPr>
            <a:lvl7pPr algn="l">
              <a:defRPr sz="1300" b="0">
                <a:solidFill>
                  <a:srgbClr val="4A4F6A"/>
                </a:solidFill>
                <a:latin typeface="Calibri"/>
                <a:ea typeface="Calibri"/>
                <a:cs typeface="Calibri"/>
              </a:defRPr>
            </a:lvl7pPr>
            <a:lvl8pPr algn="l">
              <a:defRPr sz="1300" b="0">
                <a:solidFill>
                  <a:srgbClr val="4A4F6A"/>
                </a:solidFill>
                <a:latin typeface="Calibri"/>
                <a:ea typeface="Calibri"/>
                <a:cs typeface="Calibri"/>
              </a:defRPr>
            </a:lvl8pPr>
            <a:lvl9pPr algn="l">
              <a:defRPr sz="1300" b="0">
                <a:solidFill>
                  <a:srgbClr val="4A4F6A"/>
                </a:solidFill>
                <a:latin typeface="Calibri"/>
                <a:ea typeface="Calibri"/>
                <a:cs typeface="Calibri"/>
              </a:defRPr>
            </a:lvl9pPr>
          </a:lstStyle>
          <a:p>
            <a:pPr defTabSz="1219170">
              <a:defRPr sz="1300" b="0">
                <a:solidFill>
                  <a:srgbClr val="4A4F6A"/>
                </a:solidFill>
                <a:latin typeface="Calibri"/>
                <a:ea typeface="Calibri"/>
                <a:cs typeface="Calibri"/>
              </a:defRPr>
            </a:pPr>
            <a:r>
              <a:rPr sz="1733"/>
              <a:t>Free textbook by David Poole and Alan Mackworth</a:t>
            </a:r>
          </a:p>
        </p:txBody>
      </p:sp>
      <p:sp>
        <p:nvSpPr>
          <p:cNvPr id="8" name="Rectangle 7">
            <a:extLst>
              <a:ext uri="{FF2B5EF4-FFF2-40B4-BE49-F238E27FC236}">
                <a16:creationId xmlns:a16="http://schemas.microsoft.com/office/drawing/2014/main" id="{0DFF2EF0-24A1-4ED5-9945-94B90112FB29}"/>
              </a:ext>
            </a:extLst>
          </p:cNvPr>
          <p:cNvSpPr>
            <a:spLocks noGrp="1"/>
          </p:cNvSpPr>
          <p:nvPr/>
        </p:nvSpPr>
        <p:spPr>
          <a:xfrm>
            <a:off x="762000" y="4095749"/>
            <a:ext cx="10668000" cy="447675"/>
          </a:xfrm>
          <a:prstGeom prst="rect">
            <a:avLst/>
          </a:prstGeom>
          <a:noFill/>
          <a:ln w="0">
            <a:noFill/>
            <a:prstDash val="solid"/>
          </a:ln>
        </p:spPr>
        <p:txBody>
          <a:bodyPr wrap="square" lIns="0" tIns="0" rIns="0" bIns="0" anchor="ctr">
            <a:noAutofit/>
          </a:bodyPr>
          <a:lstStyle>
            <a:defPPr algn="l">
              <a:defRPr sz="1350" b="1">
                <a:solidFill>
                  <a:srgbClr val="2D3A8C"/>
                </a:solidFill>
                <a:latin typeface="Calibri"/>
                <a:ea typeface="Calibri"/>
                <a:cs typeface="Calibri"/>
              </a:defRPr>
            </a:defPPr>
            <a:lvl1pPr algn="l">
              <a:defRPr sz="1350" b="1">
                <a:solidFill>
                  <a:srgbClr val="2D3A8C"/>
                </a:solidFill>
                <a:latin typeface="Calibri"/>
                <a:ea typeface="Calibri"/>
                <a:cs typeface="Calibri"/>
              </a:defRPr>
            </a:lvl1pPr>
            <a:lvl2pPr algn="l">
              <a:defRPr sz="1350" b="1">
                <a:solidFill>
                  <a:srgbClr val="2D3A8C"/>
                </a:solidFill>
                <a:latin typeface="Calibri"/>
                <a:ea typeface="Calibri"/>
                <a:cs typeface="Calibri"/>
              </a:defRPr>
            </a:lvl2pPr>
            <a:lvl3pPr algn="l">
              <a:defRPr sz="1350" b="1">
                <a:solidFill>
                  <a:srgbClr val="2D3A8C"/>
                </a:solidFill>
                <a:latin typeface="Calibri"/>
                <a:ea typeface="Calibri"/>
                <a:cs typeface="Calibri"/>
              </a:defRPr>
            </a:lvl3pPr>
            <a:lvl4pPr algn="l">
              <a:defRPr sz="1350" b="1">
                <a:solidFill>
                  <a:srgbClr val="2D3A8C"/>
                </a:solidFill>
                <a:latin typeface="Calibri"/>
                <a:ea typeface="Calibri"/>
                <a:cs typeface="Calibri"/>
              </a:defRPr>
            </a:lvl4pPr>
            <a:lvl5pPr algn="l">
              <a:defRPr sz="1350" b="1">
                <a:solidFill>
                  <a:srgbClr val="2D3A8C"/>
                </a:solidFill>
                <a:latin typeface="Calibri"/>
                <a:ea typeface="Calibri"/>
                <a:cs typeface="Calibri"/>
              </a:defRPr>
            </a:lvl5pPr>
            <a:lvl6pPr algn="l">
              <a:defRPr sz="1350" b="1">
                <a:solidFill>
                  <a:srgbClr val="2D3A8C"/>
                </a:solidFill>
                <a:latin typeface="Calibri"/>
                <a:ea typeface="Calibri"/>
                <a:cs typeface="Calibri"/>
              </a:defRPr>
            </a:lvl6pPr>
            <a:lvl7pPr algn="l">
              <a:defRPr sz="1350" b="1">
                <a:solidFill>
                  <a:srgbClr val="2D3A8C"/>
                </a:solidFill>
                <a:latin typeface="Calibri"/>
                <a:ea typeface="Calibri"/>
                <a:cs typeface="Calibri"/>
              </a:defRPr>
            </a:lvl7pPr>
            <a:lvl8pPr algn="l">
              <a:defRPr sz="1350" b="1">
                <a:solidFill>
                  <a:srgbClr val="2D3A8C"/>
                </a:solidFill>
                <a:latin typeface="Calibri"/>
                <a:ea typeface="Calibri"/>
                <a:cs typeface="Calibri"/>
              </a:defRPr>
            </a:lvl8pPr>
            <a:lvl9pPr algn="l">
              <a:defRPr sz="1350" b="1">
                <a:solidFill>
                  <a:srgbClr val="2D3A8C"/>
                </a:solidFill>
                <a:latin typeface="Calibri"/>
                <a:ea typeface="Calibri"/>
                <a:cs typeface="Calibri"/>
              </a:defRPr>
            </a:lvl9pPr>
          </a:lstStyle>
          <a:p>
            <a:pPr defTabSz="1219170">
              <a:defRPr sz="1350" b="1">
                <a:solidFill>
                  <a:srgbClr val="2D3A8C"/>
                </a:solidFill>
                <a:latin typeface="Calibri"/>
                <a:ea typeface="Calibri"/>
                <a:cs typeface="Calibri"/>
              </a:defRPr>
            </a:pPr>
            <a:r>
              <a:rPr sz="1800">
                <a:hlinkClick r:id="rId4"/>
              </a:rPr>
              <a:t>Estimated probabilities and calibration</a:t>
            </a:r>
          </a:p>
        </p:txBody>
      </p:sp>
      <p:sp>
        <p:nvSpPr>
          <p:cNvPr id="9" name="Rectangle 8">
            <a:extLst>
              <a:ext uri="{FF2B5EF4-FFF2-40B4-BE49-F238E27FC236}">
                <a16:creationId xmlns:a16="http://schemas.microsoft.com/office/drawing/2014/main" id="{7B7BED51-7DDE-4CBC-8392-D18313C8BDA0}"/>
              </a:ext>
            </a:extLst>
          </p:cNvPr>
          <p:cNvSpPr>
            <a:spLocks noGrp="1"/>
          </p:cNvSpPr>
          <p:nvPr/>
        </p:nvSpPr>
        <p:spPr>
          <a:xfrm>
            <a:off x="762000" y="4572001"/>
            <a:ext cx="10668000" cy="428625"/>
          </a:xfrm>
          <a:prstGeom prst="rect">
            <a:avLst/>
          </a:prstGeom>
          <a:noFill/>
          <a:ln w="0">
            <a:noFill/>
            <a:prstDash val="solid"/>
          </a:ln>
        </p:spPr>
        <p:txBody>
          <a:bodyPr wrap="square" lIns="0" tIns="0" rIns="0" bIns="0" anchor="ctr">
            <a:noAutofit/>
          </a:bodyPr>
          <a:lstStyle>
            <a:defPPr algn="l">
              <a:defRPr sz="1300" b="0">
                <a:solidFill>
                  <a:srgbClr val="4A4F6A"/>
                </a:solidFill>
                <a:latin typeface="Calibri"/>
                <a:ea typeface="Calibri"/>
                <a:cs typeface="Calibri"/>
              </a:defRPr>
            </a:defPPr>
            <a:lvl1pPr algn="l">
              <a:defRPr sz="1300" b="0">
                <a:solidFill>
                  <a:srgbClr val="4A4F6A"/>
                </a:solidFill>
                <a:latin typeface="Calibri"/>
                <a:ea typeface="Calibri"/>
                <a:cs typeface="Calibri"/>
              </a:defRPr>
            </a:lvl1pPr>
            <a:lvl2pPr algn="l">
              <a:defRPr sz="1300" b="0">
                <a:solidFill>
                  <a:srgbClr val="4A4F6A"/>
                </a:solidFill>
                <a:latin typeface="Calibri"/>
                <a:ea typeface="Calibri"/>
                <a:cs typeface="Calibri"/>
              </a:defRPr>
            </a:lvl2pPr>
            <a:lvl3pPr algn="l">
              <a:defRPr sz="1300" b="0">
                <a:solidFill>
                  <a:srgbClr val="4A4F6A"/>
                </a:solidFill>
                <a:latin typeface="Calibri"/>
                <a:ea typeface="Calibri"/>
                <a:cs typeface="Calibri"/>
              </a:defRPr>
            </a:lvl3pPr>
            <a:lvl4pPr algn="l">
              <a:defRPr sz="1300" b="0">
                <a:solidFill>
                  <a:srgbClr val="4A4F6A"/>
                </a:solidFill>
                <a:latin typeface="Calibri"/>
                <a:ea typeface="Calibri"/>
                <a:cs typeface="Calibri"/>
              </a:defRPr>
            </a:lvl4pPr>
            <a:lvl5pPr algn="l">
              <a:defRPr sz="1300" b="0">
                <a:solidFill>
                  <a:srgbClr val="4A4F6A"/>
                </a:solidFill>
                <a:latin typeface="Calibri"/>
                <a:ea typeface="Calibri"/>
                <a:cs typeface="Calibri"/>
              </a:defRPr>
            </a:lvl5pPr>
            <a:lvl6pPr algn="l">
              <a:defRPr sz="1300" b="0">
                <a:solidFill>
                  <a:srgbClr val="4A4F6A"/>
                </a:solidFill>
                <a:latin typeface="Calibri"/>
                <a:ea typeface="Calibri"/>
                <a:cs typeface="Calibri"/>
              </a:defRPr>
            </a:lvl6pPr>
            <a:lvl7pPr algn="l">
              <a:defRPr sz="1300" b="0">
                <a:solidFill>
                  <a:srgbClr val="4A4F6A"/>
                </a:solidFill>
                <a:latin typeface="Calibri"/>
                <a:ea typeface="Calibri"/>
                <a:cs typeface="Calibri"/>
              </a:defRPr>
            </a:lvl7pPr>
            <a:lvl8pPr algn="l">
              <a:defRPr sz="1300" b="0">
                <a:solidFill>
                  <a:srgbClr val="4A4F6A"/>
                </a:solidFill>
                <a:latin typeface="Calibri"/>
                <a:ea typeface="Calibri"/>
                <a:cs typeface="Calibri"/>
              </a:defRPr>
            </a:lvl8pPr>
            <a:lvl9pPr algn="l">
              <a:defRPr sz="1300" b="0">
                <a:solidFill>
                  <a:srgbClr val="4A4F6A"/>
                </a:solidFill>
                <a:latin typeface="Calibri"/>
                <a:ea typeface="Calibri"/>
                <a:cs typeface="Calibri"/>
              </a:defRPr>
            </a:lvl9pPr>
          </a:lstStyle>
          <a:p>
            <a:pPr defTabSz="1219170">
              <a:defRPr sz="1300" b="0">
                <a:solidFill>
                  <a:srgbClr val="4A4F6A"/>
                </a:solidFill>
                <a:latin typeface="Calibri"/>
                <a:ea typeface="Calibri"/>
                <a:cs typeface="Calibri"/>
              </a:defRPr>
            </a:pPr>
            <a:r>
              <a:rPr sz="1733"/>
              <a:t>Supporting reading for probability-based costs</a:t>
            </a:r>
          </a:p>
        </p:txBody>
      </p:sp>
      <p:sp>
        <p:nvSpPr>
          <p:cNvPr id="10" name="Rectangle 9">
            <a:extLst>
              <a:ext uri="{FF2B5EF4-FFF2-40B4-BE49-F238E27FC236}">
                <a16:creationId xmlns:a16="http://schemas.microsoft.com/office/drawing/2014/main" id="{14BF52C5-1B99-4540-9084-CE3F0068BF2C}"/>
              </a:ext>
            </a:extLst>
          </p:cNvPr>
          <p:cNvSpPr>
            <a:spLocks noGrp="1"/>
          </p:cNvSpPr>
          <p:nvPr/>
        </p:nvSpPr>
        <p:spPr>
          <a:xfrm>
            <a:off x="762000" y="5667375"/>
            <a:ext cx="10668000" cy="381000"/>
          </a:xfrm>
          <a:prstGeom prst="rect">
            <a:avLst/>
          </a:prstGeom>
          <a:noFill/>
          <a:ln w="0">
            <a:noFill/>
            <a:prstDash val="solid"/>
          </a:ln>
        </p:spPr>
        <p:txBody>
          <a:bodyPr wrap="square" lIns="0" tIns="0" rIns="0" bIns="0" anchor="ctr">
            <a:noAutofit/>
          </a:bodyPr>
          <a:lstStyle>
            <a:defPPr algn="l">
              <a:defRPr sz="1300" b="0">
                <a:solidFill>
                  <a:srgbClr val="4A4F6A"/>
                </a:solidFill>
                <a:latin typeface="Calibri"/>
                <a:ea typeface="Calibri"/>
                <a:cs typeface="Calibri"/>
              </a:defRPr>
            </a:defPPr>
            <a:lvl1pPr algn="l">
              <a:defRPr sz="1300" b="0">
                <a:solidFill>
                  <a:srgbClr val="4A4F6A"/>
                </a:solidFill>
                <a:latin typeface="Calibri"/>
                <a:ea typeface="Calibri"/>
                <a:cs typeface="Calibri"/>
              </a:defRPr>
            </a:lvl1pPr>
            <a:lvl2pPr algn="l">
              <a:defRPr sz="1300" b="0">
                <a:solidFill>
                  <a:srgbClr val="4A4F6A"/>
                </a:solidFill>
                <a:latin typeface="Calibri"/>
                <a:ea typeface="Calibri"/>
                <a:cs typeface="Calibri"/>
              </a:defRPr>
            </a:lvl2pPr>
            <a:lvl3pPr algn="l">
              <a:defRPr sz="1300" b="0">
                <a:solidFill>
                  <a:srgbClr val="4A4F6A"/>
                </a:solidFill>
                <a:latin typeface="Calibri"/>
                <a:ea typeface="Calibri"/>
                <a:cs typeface="Calibri"/>
              </a:defRPr>
            </a:lvl3pPr>
            <a:lvl4pPr algn="l">
              <a:defRPr sz="1300" b="0">
                <a:solidFill>
                  <a:srgbClr val="4A4F6A"/>
                </a:solidFill>
                <a:latin typeface="Calibri"/>
                <a:ea typeface="Calibri"/>
                <a:cs typeface="Calibri"/>
              </a:defRPr>
            </a:lvl4pPr>
            <a:lvl5pPr algn="l">
              <a:defRPr sz="1300" b="0">
                <a:solidFill>
                  <a:srgbClr val="4A4F6A"/>
                </a:solidFill>
                <a:latin typeface="Calibri"/>
                <a:ea typeface="Calibri"/>
                <a:cs typeface="Calibri"/>
              </a:defRPr>
            </a:lvl5pPr>
            <a:lvl6pPr algn="l">
              <a:defRPr sz="1300" b="0">
                <a:solidFill>
                  <a:srgbClr val="4A4F6A"/>
                </a:solidFill>
                <a:latin typeface="Calibri"/>
                <a:ea typeface="Calibri"/>
                <a:cs typeface="Calibri"/>
              </a:defRPr>
            </a:lvl6pPr>
            <a:lvl7pPr algn="l">
              <a:defRPr sz="1300" b="0">
                <a:solidFill>
                  <a:srgbClr val="4A4F6A"/>
                </a:solidFill>
                <a:latin typeface="Calibri"/>
                <a:ea typeface="Calibri"/>
                <a:cs typeface="Calibri"/>
              </a:defRPr>
            </a:lvl7pPr>
            <a:lvl8pPr algn="l">
              <a:defRPr sz="1300" b="0">
                <a:solidFill>
                  <a:srgbClr val="4A4F6A"/>
                </a:solidFill>
                <a:latin typeface="Calibri"/>
                <a:ea typeface="Calibri"/>
                <a:cs typeface="Calibri"/>
              </a:defRPr>
            </a:lvl8pPr>
            <a:lvl9pPr algn="l">
              <a:defRPr sz="1300" b="0">
                <a:solidFill>
                  <a:srgbClr val="4A4F6A"/>
                </a:solidFill>
                <a:latin typeface="Calibri"/>
                <a:ea typeface="Calibri"/>
                <a:cs typeface="Calibri"/>
              </a:defRPr>
            </a:lvl9pPr>
          </a:lstStyle>
          <a:p>
            <a:pPr defTabSz="1219170">
              <a:defRPr sz="1300" b="0">
                <a:solidFill>
                  <a:srgbClr val="4A4F6A"/>
                </a:solidFill>
                <a:latin typeface="Calibri"/>
                <a:ea typeface="Calibri"/>
                <a:cs typeface="Calibri"/>
              </a:defRPr>
            </a:pPr>
            <a:r>
              <a:rPr sz="1733"/>
              <a:t>Self-study only. No explanation of these topics in the live lesson.</a:t>
            </a:r>
          </a:p>
        </p:txBody>
      </p:sp>
    </p:spTree>
    <p:extLst>
      <p:ext uri="{BB962C8B-B14F-4D97-AF65-F5344CB8AC3E}">
        <p14:creationId xmlns:p14="http://schemas.microsoft.com/office/powerpoint/2010/main" val="46031309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sz="2400">
              <a:solidFill>
                <a:srgbClr val="FFFFFF"/>
              </a:solidFill>
              <a:latin typeface="Calibri"/>
            </a:endParaRPr>
          </a:p>
        </p:txBody>
      </p:sp>
      <p:sp>
        <p:nvSpPr>
          <p:cNvPr id="2" name="Rectangle 1">
            <a:extLst>
              <a:ext uri="{FF2B5EF4-FFF2-40B4-BE49-F238E27FC236}">
                <a16:creationId xmlns:a16="http://schemas.microsoft.com/office/drawing/2014/main" id="{C08471EA-B2FF-4188-86E7-3B263293A3CD}"/>
              </a:ext>
            </a:extLst>
          </p:cNvPr>
          <p:cNvSpPr>
            <a:spLocks noGrp="1"/>
          </p:cNvSpPr>
          <p:nvPr/>
        </p:nvSpPr>
        <p:spPr>
          <a:xfrm>
            <a:off x="731520" y="365760"/>
            <a:ext cx="10728960" cy="853440"/>
          </a:xfrm>
          <a:prstGeom prst="rect">
            <a:avLst/>
          </a:prstGeom>
          <a:noFill/>
          <a:ln w="0">
            <a:noFill/>
            <a:prstDash val="solid"/>
          </a:ln>
        </p:spPr>
        <p:txBody>
          <a:bodyPr wrap="square" lIns="0" tIns="0" rIns="0" bIns="0" anchor="ctr">
            <a:noAutofit/>
          </a:bodyPr>
          <a:lstStyle>
            <a:defPPr algn="l">
              <a:defRPr sz="2350" b="1">
                <a:solidFill>
                  <a:srgbClr val="1B1F3B"/>
                </a:solidFill>
                <a:latin typeface="Calibri"/>
                <a:ea typeface="Calibri"/>
                <a:cs typeface="Calibri"/>
              </a:defRPr>
            </a:defPPr>
            <a:lvl1pPr algn="l">
              <a:defRPr sz="2350" b="1">
                <a:solidFill>
                  <a:srgbClr val="1B1F3B"/>
                </a:solidFill>
                <a:latin typeface="Calibri"/>
                <a:ea typeface="Calibri"/>
                <a:cs typeface="Calibri"/>
              </a:defRPr>
            </a:lvl1pPr>
            <a:lvl2pPr algn="l">
              <a:defRPr sz="2350" b="1">
                <a:solidFill>
                  <a:srgbClr val="1B1F3B"/>
                </a:solidFill>
                <a:latin typeface="Calibri"/>
                <a:ea typeface="Calibri"/>
                <a:cs typeface="Calibri"/>
              </a:defRPr>
            </a:lvl2pPr>
            <a:lvl3pPr algn="l">
              <a:defRPr sz="2350" b="1">
                <a:solidFill>
                  <a:srgbClr val="1B1F3B"/>
                </a:solidFill>
                <a:latin typeface="Calibri"/>
                <a:ea typeface="Calibri"/>
                <a:cs typeface="Calibri"/>
              </a:defRPr>
            </a:lvl3pPr>
            <a:lvl4pPr algn="l">
              <a:defRPr sz="2350" b="1">
                <a:solidFill>
                  <a:srgbClr val="1B1F3B"/>
                </a:solidFill>
                <a:latin typeface="Calibri"/>
                <a:ea typeface="Calibri"/>
                <a:cs typeface="Calibri"/>
              </a:defRPr>
            </a:lvl4pPr>
            <a:lvl5pPr algn="l">
              <a:defRPr sz="2350" b="1">
                <a:solidFill>
                  <a:srgbClr val="1B1F3B"/>
                </a:solidFill>
                <a:latin typeface="Calibri"/>
                <a:ea typeface="Calibri"/>
                <a:cs typeface="Calibri"/>
              </a:defRPr>
            </a:lvl5pPr>
            <a:lvl6pPr algn="l">
              <a:defRPr sz="2350" b="1">
                <a:solidFill>
                  <a:srgbClr val="1B1F3B"/>
                </a:solidFill>
                <a:latin typeface="Calibri"/>
                <a:ea typeface="Calibri"/>
                <a:cs typeface="Calibri"/>
              </a:defRPr>
            </a:lvl6pPr>
            <a:lvl7pPr algn="l">
              <a:defRPr sz="2350" b="1">
                <a:solidFill>
                  <a:srgbClr val="1B1F3B"/>
                </a:solidFill>
                <a:latin typeface="Calibri"/>
                <a:ea typeface="Calibri"/>
                <a:cs typeface="Calibri"/>
              </a:defRPr>
            </a:lvl7pPr>
            <a:lvl8pPr algn="l">
              <a:defRPr sz="2350" b="1">
                <a:solidFill>
                  <a:srgbClr val="1B1F3B"/>
                </a:solidFill>
                <a:latin typeface="Calibri"/>
                <a:ea typeface="Calibri"/>
                <a:cs typeface="Calibri"/>
              </a:defRPr>
            </a:lvl8pPr>
            <a:lvl9pPr algn="l">
              <a:defRPr sz="2350" b="1">
                <a:solidFill>
                  <a:srgbClr val="1B1F3B"/>
                </a:solidFill>
                <a:latin typeface="Calibri"/>
                <a:ea typeface="Calibri"/>
                <a:cs typeface="Calibri"/>
              </a:defRPr>
            </a:lvl9pPr>
          </a:lstStyle>
          <a:p>
            <a:pPr defTabSz="1219170">
              <a:defRPr sz="2350" b="1">
                <a:solidFill>
                  <a:srgbClr val="1B1F3B"/>
                </a:solidFill>
                <a:latin typeface="Calibri"/>
                <a:ea typeface="Calibri"/>
                <a:cs typeface="Calibri"/>
              </a:defRPr>
            </a:pPr>
            <a:r>
              <a:rPr sz="3733"/>
              <a:t>Further reading: search methods</a:t>
            </a:r>
          </a:p>
        </p:txBody>
      </p:sp>
      <p:sp>
        <p:nvSpPr>
          <p:cNvPr id="3" name="Rectangle 2">
            <a:extLst>
              <a:ext uri="{FF2B5EF4-FFF2-40B4-BE49-F238E27FC236}">
                <a16:creationId xmlns:a16="http://schemas.microsoft.com/office/drawing/2014/main" id="{28B5E0A7-B684-46B5-940E-D85E54EC3E5C}"/>
              </a:ext>
            </a:extLst>
          </p:cNvPr>
          <p:cNvSpPr>
            <a:spLocks noGrp="1"/>
          </p:cNvSpPr>
          <p:nvPr/>
        </p:nvSpPr>
        <p:spPr>
          <a:xfrm>
            <a:off x="609601" y="6229350"/>
            <a:ext cx="9334500" cy="266700"/>
          </a:xfrm>
          <a:prstGeom prst="rect">
            <a:avLst/>
          </a:prstGeom>
          <a:noFill/>
          <a:ln w="0">
            <a:noFill/>
            <a:prstDash val="solid"/>
          </a:ln>
        </p:spPr>
        <p:txBody>
          <a:bodyPr wrap="square" lIns="0" tIns="0" rIns="0" bIns="0" anchor="ctr">
            <a:noAutofit/>
          </a:bodyPr>
          <a:lstStyle>
            <a:defPPr algn="l">
              <a:defRPr sz="950" b="0">
                <a:solidFill>
                  <a:srgbClr val="4A4F6A"/>
                </a:solidFill>
                <a:latin typeface="Calibri"/>
                <a:ea typeface="Calibri"/>
                <a:cs typeface="Calibri"/>
              </a:defRPr>
            </a:defPPr>
            <a:lvl1pPr algn="l">
              <a:defRPr sz="950" b="0">
                <a:solidFill>
                  <a:srgbClr val="4A4F6A"/>
                </a:solidFill>
                <a:latin typeface="Calibri"/>
                <a:ea typeface="Calibri"/>
                <a:cs typeface="Calibri"/>
              </a:defRPr>
            </a:lvl1pPr>
            <a:lvl2pPr algn="l">
              <a:defRPr sz="950" b="0">
                <a:solidFill>
                  <a:srgbClr val="4A4F6A"/>
                </a:solidFill>
                <a:latin typeface="Calibri"/>
                <a:ea typeface="Calibri"/>
                <a:cs typeface="Calibri"/>
              </a:defRPr>
            </a:lvl2pPr>
            <a:lvl3pPr algn="l">
              <a:defRPr sz="950" b="0">
                <a:solidFill>
                  <a:srgbClr val="4A4F6A"/>
                </a:solidFill>
                <a:latin typeface="Calibri"/>
                <a:ea typeface="Calibri"/>
                <a:cs typeface="Calibri"/>
              </a:defRPr>
            </a:lvl3pPr>
            <a:lvl4pPr algn="l">
              <a:defRPr sz="950" b="0">
                <a:solidFill>
                  <a:srgbClr val="4A4F6A"/>
                </a:solidFill>
                <a:latin typeface="Calibri"/>
                <a:ea typeface="Calibri"/>
                <a:cs typeface="Calibri"/>
              </a:defRPr>
            </a:lvl4pPr>
            <a:lvl5pPr algn="l">
              <a:defRPr sz="950" b="0">
                <a:solidFill>
                  <a:srgbClr val="4A4F6A"/>
                </a:solidFill>
                <a:latin typeface="Calibri"/>
                <a:ea typeface="Calibri"/>
                <a:cs typeface="Calibri"/>
              </a:defRPr>
            </a:lvl5pPr>
            <a:lvl6pPr algn="l">
              <a:defRPr sz="950" b="0">
                <a:solidFill>
                  <a:srgbClr val="4A4F6A"/>
                </a:solidFill>
                <a:latin typeface="Calibri"/>
                <a:ea typeface="Calibri"/>
                <a:cs typeface="Calibri"/>
              </a:defRPr>
            </a:lvl6pPr>
            <a:lvl7pPr algn="l">
              <a:defRPr sz="950" b="0">
                <a:solidFill>
                  <a:srgbClr val="4A4F6A"/>
                </a:solidFill>
                <a:latin typeface="Calibri"/>
                <a:ea typeface="Calibri"/>
                <a:cs typeface="Calibri"/>
              </a:defRPr>
            </a:lvl7pPr>
            <a:lvl8pPr algn="l">
              <a:defRPr sz="950" b="0">
                <a:solidFill>
                  <a:srgbClr val="4A4F6A"/>
                </a:solidFill>
                <a:latin typeface="Calibri"/>
                <a:ea typeface="Calibri"/>
                <a:cs typeface="Calibri"/>
              </a:defRPr>
            </a:lvl8pPr>
            <a:lvl9pPr algn="l">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Self-study resources</a:t>
            </a:r>
          </a:p>
        </p:txBody>
      </p:sp>
      <p:sp>
        <p:nvSpPr>
          <p:cNvPr id="4" name="Rectangle 3">
            <a:extLst>
              <a:ext uri="{FF2B5EF4-FFF2-40B4-BE49-F238E27FC236}">
                <a16:creationId xmlns:a16="http://schemas.microsoft.com/office/drawing/2014/main" id="{4933BA99-4D7B-4B09-AEE6-0AEB0604C446}"/>
              </a:ext>
            </a:extLst>
          </p:cNvPr>
          <p:cNvSpPr>
            <a:spLocks noGrp="1"/>
          </p:cNvSpPr>
          <p:nvPr/>
        </p:nvSpPr>
        <p:spPr>
          <a:xfrm>
            <a:off x="10953750" y="6229350"/>
            <a:ext cx="619125" cy="266700"/>
          </a:xfrm>
          <a:prstGeom prst="rect">
            <a:avLst/>
          </a:prstGeom>
          <a:noFill/>
          <a:ln w="0">
            <a:noFill/>
            <a:prstDash val="solid"/>
          </a:ln>
        </p:spPr>
        <p:txBody>
          <a:bodyPr wrap="square" lIns="0" tIns="0" rIns="0" bIns="0" anchor="ctr">
            <a:noAutofit/>
          </a:bodyPr>
          <a:lstStyle>
            <a:defPPr algn="r">
              <a:defRPr sz="950" b="0">
                <a:solidFill>
                  <a:srgbClr val="4A4F6A"/>
                </a:solidFill>
                <a:latin typeface="Calibri"/>
                <a:ea typeface="Calibri"/>
                <a:cs typeface="Calibri"/>
              </a:defRPr>
            </a:defPPr>
            <a:lvl1pPr algn="r">
              <a:defRPr sz="950" b="0">
                <a:solidFill>
                  <a:srgbClr val="4A4F6A"/>
                </a:solidFill>
                <a:latin typeface="Calibri"/>
                <a:ea typeface="Calibri"/>
                <a:cs typeface="Calibri"/>
              </a:defRPr>
            </a:lvl1pPr>
            <a:lvl2pPr algn="r">
              <a:defRPr sz="950" b="0">
                <a:solidFill>
                  <a:srgbClr val="4A4F6A"/>
                </a:solidFill>
                <a:latin typeface="Calibri"/>
                <a:ea typeface="Calibri"/>
                <a:cs typeface="Calibri"/>
              </a:defRPr>
            </a:lvl2pPr>
            <a:lvl3pPr algn="r">
              <a:defRPr sz="950" b="0">
                <a:solidFill>
                  <a:srgbClr val="4A4F6A"/>
                </a:solidFill>
                <a:latin typeface="Calibri"/>
                <a:ea typeface="Calibri"/>
                <a:cs typeface="Calibri"/>
              </a:defRPr>
            </a:lvl3pPr>
            <a:lvl4pPr algn="r">
              <a:defRPr sz="950" b="0">
                <a:solidFill>
                  <a:srgbClr val="4A4F6A"/>
                </a:solidFill>
                <a:latin typeface="Calibri"/>
                <a:ea typeface="Calibri"/>
                <a:cs typeface="Calibri"/>
              </a:defRPr>
            </a:lvl4pPr>
            <a:lvl5pPr algn="r">
              <a:defRPr sz="950" b="0">
                <a:solidFill>
                  <a:srgbClr val="4A4F6A"/>
                </a:solidFill>
                <a:latin typeface="Calibri"/>
                <a:ea typeface="Calibri"/>
                <a:cs typeface="Calibri"/>
              </a:defRPr>
            </a:lvl5pPr>
            <a:lvl6pPr algn="r">
              <a:defRPr sz="950" b="0">
                <a:solidFill>
                  <a:srgbClr val="4A4F6A"/>
                </a:solidFill>
                <a:latin typeface="Calibri"/>
                <a:ea typeface="Calibri"/>
                <a:cs typeface="Calibri"/>
              </a:defRPr>
            </a:lvl6pPr>
            <a:lvl7pPr algn="r">
              <a:defRPr sz="950" b="0">
                <a:solidFill>
                  <a:srgbClr val="4A4F6A"/>
                </a:solidFill>
                <a:latin typeface="Calibri"/>
                <a:ea typeface="Calibri"/>
                <a:cs typeface="Calibri"/>
              </a:defRPr>
            </a:lvl7pPr>
            <a:lvl8pPr algn="r">
              <a:defRPr sz="950" b="0">
                <a:solidFill>
                  <a:srgbClr val="4A4F6A"/>
                </a:solidFill>
                <a:latin typeface="Calibri"/>
                <a:ea typeface="Calibri"/>
                <a:cs typeface="Calibri"/>
              </a:defRPr>
            </a:lvl8pPr>
            <a:lvl9pPr algn="r">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29</a:t>
            </a:r>
          </a:p>
        </p:txBody>
      </p:sp>
      <p:sp>
        <p:nvSpPr>
          <p:cNvPr id="5" name="Rectangle 4">
            <a:extLst>
              <a:ext uri="{FF2B5EF4-FFF2-40B4-BE49-F238E27FC236}">
                <a16:creationId xmlns:a16="http://schemas.microsoft.com/office/drawing/2014/main" id="{0FC4A362-2913-4FF2-87EB-4356E2D3DA8C}"/>
              </a:ext>
            </a:extLst>
          </p:cNvPr>
          <p:cNvSpPr>
            <a:spLocks noGrp="1"/>
          </p:cNvSpPr>
          <p:nvPr/>
        </p:nvSpPr>
        <p:spPr>
          <a:xfrm>
            <a:off x="762000" y="1524000"/>
            <a:ext cx="10668000" cy="447675"/>
          </a:xfrm>
          <a:prstGeom prst="rect">
            <a:avLst/>
          </a:prstGeom>
          <a:noFill/>
          <a:ln w="0">
            <a:noFill/>
            <a:prstDash val="solid"/>
          </a:ln>
        </p:spPr>
        <p:txBody>
          <a:bodyPr wrap="square" lIns="0" tIns="0" rIns="0" bIns="0" anchor="ctr">
            <a:noAutofit/>
          </a:bodyPr>
          <a:lstStyle>
            <a:defPPr algn="l">
              <a:defRPr sz="1300" b="1">
                <a:solidFill>
                  <a:srgbClr val="2D3A8C"/>
                </a:solidFill>
                <a:latin typeface="Calibri"/>
                <a:ea typeface="Calibri"/>
                <a:cs typeface="Calibri"/>
              </a:defRPr>
            </a:defPPr>
            <a:lvl1pPr algn="l">
              <a:defRPr sz="1300" b="1">
                <a:solidFill>
                  <a:srgbClr val="2D3A8C"/>
                </a:solidFill>
                <a:latin typeface="Calibri"/>
                <a:ea typeface="Calibri"/>
                <a:cs typeface="Calibri"/>
              </a:defRPr>
            </a:lvl1pPr>
            <a:lvl2pPr algn="l">
              <a:defRPr sz="1300" b="1">
                <a:solidFill>
                  <a:srgbClr val="2D3A8C"/>
                </a:solidFill>
                <a:latin typeface="Calibri"/>
                <a:ea typeface="Calibri"/>
                <a:cs typeface="Calibri"/>
              </a:defRPr>
            </a:lvl2pPr>
            <a:lvl3pPr algn="l">
              <a:defRPr sz="1300" b="1">
                <a:solidFill>
                  <a:srgbClr val="2D3A8C"/>
                </a:solidFill>
                <a:latin typeface="Calibri"/>
                <a:ea typeface="Calibri"/>
                <a:cs typeface="Calibri"/>
              </a:defRPr>
            </a:lvl3pPr>
            <a:lvl4pPr algn="l">
              <a:defRPr sz="1300" b="1">
                <a:solidFill>
                  <a:srgbClr val="2D3A8C"/>
                </a:solidFill>
                <a:latin typeface="Calibri"/>
                <a:ea typeface="Calibri"/>
                <a:cs typeface="Calibri"/>
              </a:defRPr>
            </a:lvl4pPr>
            <a:lvl5pPr algn="l">
              <a:defRPr sz="1300" b="1">
                <a:solidFill>
                  <a:srgbClr val="2D3A8C"/>
                </a:solidFill>
                <a:latin typeface="Calibri"/>
                <a:ea typeface="Calibri"/>
                <a:cs typeface="Calibri"/>
              </a:defRPr>
            </a:lvl5pPr>
            <a:lvl6pPr algn="l">
              <a:defRPr sz="1300" b="1">
                <a:solidFill>
                  <a:srgbClr val="2D3A8C"/>
                </a:solidFill>
                <a:latin typeface="Calibri"/>
                <a:ea typeface="Calibri"/>
                <a:cs typeface="Calibri"/>
              </a:defRPr>
            </a:lvl6pPr>
            <a:lvl7pPr algn="l">
              <a:defRPr sz="1300" b="1">
                <a:solidFill>
                  <a:srgbClr val="2D3A8C"/>
                </a:solidFill>
                <a:latin typeface="Calibri"/>
                <a:ea typeface="Calibri"/>
                <a:cs typeface="Calibri"/>
              </a:defRPr>
            </a:lvl7pPr>
            <a:lvl8pPr algn="l">
              <a:defRPr sz="1300" b="1">
                <a:solidFill>
                  <a:srgbClr val="2D3A8C"/>
                </a:solidFill>
                <a:latin typeface="Calibri"/>
                <a:ea typeface="Calibri"/>
                <a:cs typeface="Calibri"/>
              </a:defRPr>
            </a:lvl8pPr>
            <a:lvl9pPr algn="l">
              <a:defRPr sz="1300" b="1">
                <a:solidFill>
                  <a:srgbClr val="2D3A8C"/>
                </a:solidFill>
                <a:latin typeface="Calibri"/>
                <a:ea typeface="Calibri"/>
                <a:cs typeface="Calibri"/>
              </a:defRPr>
            </a:lvl9pPr>
          </a:lstStyle>
          <a:p>
            <a:pPr defTabSz="1219170">
              <a:defRPr sz="1300" b="1">
                <a:solidFill>
                  <a:srgbClr val="2D3A8C"/>
                </a:solidFill>
                <a:latin typeface="Calibri"/>
                <a:ea typeface="Calibri"/>
                <a:cs typeface="Calibri"/>
              </a:defRPr>
            </a:pPr>
            <a:r>
              <a:rPr sz="1733">
                <a:hlinkClick r:id="rId3"/>
              </a:rPr>
              <a:t>6.6  A*: interactive introduction</a:t>
            </a:r>
          </a:p>
        </p:txBody>
      </p:sp>
      <p:sp>
        <p:nvSpPr>
          <p:cNvPr id="6" name="Rectangle 5">
            <a:extLst>
              <a:ext uri="{FF2B5EF4-FFF2-40B4-BE49-F238E27FC236}">
                <a16:creationId xmlns:a16="http://schemas.microsoft.com/office/drawing/2014/main" id="{C0EFC86C-6B40-4627-961B-04E83B54CD34}"/>
              </a:ext>
            </a:extLst>
          </p:cNvPr>
          <p:cNvSpPr>
            <a:spLocks noGrp="1"/>
          </p:cNvSpPr>
          <p:nvPr/>
        </p:nvSpPr>
        <p:spPr>
          <a:xfrm>
            <a:off x="762000" y="2238375"/>
            <a:ext cx="10668000" cy="447675"/>
          </a:xfrm>
          <a:prstGeom prst="rect">
            <a:avLst/>
          </a:prstGeom>
          <a:noFill/>
          <a:ln w="0">
            <a:noFill/>
            <a:prstDash val="solid"/>
          </a:ln>
        </p:spPr>
        <p:txBody>
          <a:bodyPr wrap="square" lIns="0" tIns="0" rIns="0" bIns="0" anchor="ctr">
            <a:noAutofit/>
          </a:bodyPr>
          <a:lstStyle>
            <a:defPPr algn="l">
              <a:defRPr sz="1300" b="1">
                <a:solidFill>
                  <a:srgbClr val="2D3A8C"/>
                </a:solidFill>
                <a:latin typeface="Calibri"/>
                <a:ea typeface="Calibri"/>
                <a:cs typeface="Calibri"/>
              </a:defRPr>
            </a:defPPr>
            <a:lvl1pPr algn="l">
              <a:defRPr sz="1300" b="1">
                <a:solidFill>
                  <a:srgbClr val="2D3A8C"/>
                </a:solidFill>
                <a:latin typeface="Calibri"/>
                <a:ea typeface="Calibri"/>
                <a:cs typeface="Calibri"/>
              </a:defRPr>
            </a:lvl1pPr>
            <a:lvl2pPr algn="l">
              <a:defRPr sz="1300" b="1">
                <a:solidFill>
                  <a:srgbClr val="2D3A8C"/>
                </a:solidFill>
                <a:latin typeface="Calibri"/>
                <a:ea typeface="Calibri"/>
                <a:cs typeface="Calibri"/>
              </a:defRPr>
            </a:lvl2pPr>
            <a:lvl3pPr algn="l">
              <a:defRPr sz="1300" b="1">
                <a:solidFill>
                  <a:srgbClr val="2D3A8C"/>
                </a:solidFill>
                <a:latin typeface="Calibri"/>
                <a:ea typeface="Calibri"/>
                <a:cs typeface="Calibri"/>
              </a:defRPr>
            </a:lvl3pPr>
            <a:lvl4pPr algn="l">
              <a:defRPr sz="1300" b="1">
                <a:solidFill>
                  <a:srgbClr val="2D3A8C"/>
                </a:solidFill>
                <a:latin typeface="Calibri"/>
                <a:ea typeface="Calibri"/>
                <a:cs typeface="Calibri"/>
              </a:defRPr>
            </a:lvl4pPr>
            <a:lvl5pPr algn="l">
              <a:defRPr sz="1300" b="1">
                <a:solidFill>
                  <a:srgbClr val="2D3A8C"/>
                </a:solidFill>
                <a:latin typeface="Calibri"/>
                <a:ea typeface="Calibri"/>
                <a:cs typeface="Calibri"/>
              </a:defRPr>
            </a:lvl5pPr>
            <a:lvl6pPr algn="l">
              <a:defRPr sz="1300" b="1">
                <a:solidFill>
                  <a:srgbClr val="2D3A8C"/>
                </a:solidFill>
                <a:latin typeface="Calibri"/>
                <a:ea typeface="Calibri"/>
                <a:cs typeface="Calibri"/>
              </a:defRPr>
            </a:lvl6pPr>
            <a:lvl7pPr algn="l">
              <a:defRPr sz="1300" b="1">
                <a:solidFill>
                  <a:srgbClr val="2D3A8C"/>
                </a:solidFill>
                <a:latin typeface="Calibri"/>
                <a:ea typeface="Calibri"/>
                <a:cs typeface="Calibri"/>
              </a:defRPr>
            </a:lvl7pPr>
            <a:lvl8pPr algn="l">
              <a:defRPr sz="1300" b="1">
                <a:solidFill>
                  <a:srgbClr val="2D3A8C"/>
                </a:solidFill>
                <a:latin typeface="Calibri"/>
                <a:ea typeface="Calibri"/>
                <a:cs typeface="Calibri"/>
              </a:defRPr>
            </a:lvl8pPr>
            <a:lvl9pPr algn="l">
              <a:defRPr sz="1300" b="1">
                <a:solidFill>
                  <a:srgbClr val="2D3A8C"/>
                </a:solidFill>
                <a:latin typeface="Calibri"/>
                <a:ea typeface="Calibri"/>
                <a:cs typeface="Calibri"/>
              </a:defRPr>
            </a:lvl9pPr>
          </a:lstStyle>
          <a:p>
            <a:pPr defTabSz="1219170">
              <a:defRPr sz="1300" b="1">
                <a:solidFill>
                  <a:srgbClr val="2D3A8C"/>
                </a:solidFill>
                <a:latin typeface="Calibri"/>
                <a:ea typeface="Calibri"/>
                <a:cs typeface="Calibri"/>
              </a:defRPr>
            </a:pPr>
            <a:r>
              <a:rPr sz="1733">
                <a:hlinkClick r:id="rId4"/>
              </a:rPr>
              <a:t>Admissible heuristics: Manhattan, Euclidean and octile</a:t>
            </a:r>
          </a:p>
        </p:txBody>
      </p:sp>
      <p:sp>
        <p:nvSpPr>
          <p:cNvPr id="7" name="Rectangle 6">
            <a:extLst>
              <a:ext uri="{FF2B5EF4-FFF2-40B4-BE49-F238E27FC236}">
                <a16:creationId xmlns:a16="http://schemas.microsoft.com/office/drawing/2014/main" id="{5F519000-1C3F-409F-A4D2-287263DCF6DF}"/>
              </a:ext>
            </a:extLst>
          </p:cNvPr>
          <p:cNvSpPr>
            <a:spLocks noGrp="1"/>
          </p:cNvSpPr>
          <p:nvPr/>
        </p:nvSpPr>
        <p:spPr>
          <a:xfrm>
            <a:off x="762000" y="2952749"/>
            <a:ext cx="10668000" cy="447675"/>
          </a:xfrm>
          <a:prstGeom prst="rect">
            <a:avLst/>
          </a:prstGeom>
          <a:noFill/>
          <a:ln w="0">
            <a:noFill/>
            <a:prstDash val="solid"/>
          </a:ln>
        </p:spPr>
        <p:txBody>
          <a:bodyPr wrap="square" lIns="0" tIns="0" rIns="0" bIns="0" anchor="ctr">
            <a:noAutofit/>
          </a:bodyPr>
          <a:lstStyle>
            <a:defPPr algn="l">
              <a:defRPr sz="1300" b="1">
                <a:solidFill>
                  <a:srgbClr val="2D3A8C"/>
                </a:solidFill>
                <a:latin typeface="Calibri"/>
                <a:ea typeface="Calibri"/>
                <a:cs typeface="Calibri"/>
              </a:defRPr>
            </a:defPPr>
            <a:lvl1pPr algn="l">
              <a:defRPr sz="1300" b="1">
                <a:solidFill>
                  <a:srgbClr val="2D3A8C"/>
                </a:solidFill>
                <a:latin typeface="Calibri"/>
                <a:ea typeface="Calibri"/>
                <a:cs typeface="Calibri"/>
              </a:defRPr>
            </a:lvl1pPr>
            <a:lvl2pPr algn="l">
              <a:defRPr sz="1300" b="1">
                <a:solidFill>
                  <a:srgbClr val="2D3A8C"/>
                </a:solidFill>
                <a:latin typeface="Calibri"/>
                <a:ea typeface="Calibri"/>
                <a:cs typeface="Calibri"/>
              </a:defRPr>
            </a:lvl2pPr>
            <a:lvl3pPr algn="l">
              <a:defRPr sz="1300" b="1">
                <a:solidFill>
                  <a:srgbClr val="2D3A8C"/>
                </a:solidFill>
                <a:latin typeface="Calibri"/>
                <a:ea typeface="Calibri"/>
                <a:cs typeface="Calibri"/>
              </a:defRPr>
            </a:lvl3pPr>
            <a:lvl4pPr algn="l">
              <a:defRPr sz="1300" b="1">
                <a:solidFill>
                  <a:srgbClr val="2D3A8C"/>
                </a:solidFill>
                <a:latin typeface="Calibri"/>
                <a:ea typeface="Calibri"/>
                <a:cs typeface="Calibri"/>
              </a:defRPr>
            </a:lvl4pPr>
            <a:lvl5pPr algn="l">
              <a:defRPr sz="1300" b="1">
                <a:solidFill>
                  <a:srgbClr val="2D3A8C"/>
                </a:solidFill>
                <a:latin typeface="Calibri"/>
                <a:ea typeface="Calibri"/>
                <a:cs typeface="Calibri"/>
              </a:defRPr>
            </a:lvl5pPr>
            <a:lvl6pPr algn="l">
              <a:defRPr sz="1300" b="1">
                <a:solidFill>
                  <a:srgbClr val="2D3A8C"/>
                </a:solidFill>
                <a:latin typeface="Calibri"/>
                <a:ea typeface="Calibri"/>
                <a:cs typeface="Calibri"/>
              </a:defRPr>
            </a:lvl6pPr>
            <a:lvl7pPr algn="l">
              <a:defRPr sz="1300" b="1">
                <a:solidFill>
                  <a:srgbClr val="2D3A8C"/>
                </a:solidFill>
                <a:latin typeface="Calibri"/>
                <a:ea typeface="Calibri"/>
                <a:cs typeface="Calibri"/>
              </a:defRPr>
            </a:lvl7pPr>
            <a:lvl8pPr algn="l">
              <a:defRPr sz="1300" b="1">
                <a:solidFill>
                  <a:srgbClr val="2D3A8C"/>
                </a:solidFill>
                <a:latin typeface="Calibri"/>
                <a:ea typeface="Calibri"/>
                <a:cs typeface="Calibri"/>
              </a:defRPr>
            </a:lvl8pPr>
            <a:lvl9pPr algn="l">
              <a:defRPr sz="1300" b="1">
                <a:solidFill>
                  <a:srgbClr val="2D3A8C"/>
                </a:solidFill>
                <a:latin typeface="Calibri"/>
                <a:ea typeface="Calibri"/>
                <a:cs typeface="Calibri"/>
              </a:defRPr>
            </a:lvl9pPr>
          </a:lstStyle>
          <a:p>
            <a:pPr defTabSz="1219170">
              <a:defRPr sz="1300" b="1">
                <a:solidFill>
                  <a:srgbClr val="2D3A8C"/>
                </a:solidFill>
                <a:latin typeface="Calibri"/>
                <a:ea typeface="Calibri"/>
                <a:cs typeface="Calibri"/>
              </a:defRPr>
            </a:pPr>
            <a:r>
              <a:rPr sz="1733">
                <a:hlinkClick r:id="rId5"/>
              </a:rPr>
              <a:t>The minimum-cost scaling trap</a:t>
            </a:r>
          </a:p>
        </p:txBody>
      </p:sp>
      <p:sp>
        <p:nvSpPr>
          <p:cNvPr id="8" name="Rectangle 7">
            <a:extLst>
              <a:ext uri="{FF2B5EF4-FFF2-40B4-BE49-F238E27FC236}">
                <a16:creationId xmlns:a16="http://schemas.microsoft.com/office/drawing/2014/main" id="{772F6E81-4EDF-40C4-9539-3791C83A7662}"/>
              </a:ext>
            </a:extLst>
          </p:cNvPr>
          <p:cNvSpPr>
            <a:spLocks noGrp="1"/>
          </p:cNvSpPr>
          <p:nvPr/>
        </p:nvSpPr>
        <p:spPr>
          <a:xfrm>
            <a:off x="762000" y="3667125"/>
            <a:ext cx="10668000" cy="447675"/>
          </a:xfrm>
          <a:prstGeom prst="rect">
            <a:avLst/>
          </a:prstGeom>
          <a:noFill/>
          <a:ln w="0">
            <a:noFill/>
            <a:prstDash val="solid"/>
          </a:ln>
        </p:spPr>
        <p:txBody>
          <a:bodyPr wrap="square" lIns="0" tIns="0" rIns="0" bIns="0" anchor="ctr">
            <a:noAutofit/>
          </a:bodyPr>
          <a:lstStyle>
            <a:defPPr algn="l">
              <a:defRPr sz="1300" b="1">
                <a:solidFill>
                  <a:srgbClr val="2D3A8C"/>
                </a:solidFill>
                <a:latin typeface="Calibri"/>
                <a:ea typeface="Calibri"/>
                <a:cs typeface="Calibri"/>
              </a:defRPr>
            </a:defPPr>
            <a:lvl1pPr algn="l">
              <a:defRPr sz="1300" b="1">
                <a:solidFill>
                  <a:srgbClr val="2D3A8C"/>
                </a:solidFill>
                <a:latin typeface="Calibri"/>
                <a:ea typeface="Calibri"/>
                <a:cs typeface="Calibri"/>
              </a:defRPr>
            </a:lvl1pPr>
            <a:lvl2pPr algn="l">
              <a:defRPr sz="1300" b="1">
                <a:solidFill>
                  <a:srgbClr val="2D3A8C"/>
                </a:solidFill>
                <a:latin typeface="Calibri"/>
                <a:ea typeface="Calibri"/>
                <a:cs typeface="Calibri"/>
              </a:defRPr>
            </a:lvl2pPr>
            <a:lvl3pPr algn="l">
              <a:defRPr sz="1300" b="1">
                <a:solidFill>
                  <a:srgbClr val="2D3A8C"/>
                </a:solidFill>
                <a:latin typeface="Calibri"/>
                <a:ea typeface="Calibri"/>
                <a:cs typeface="Calibri"/>
              </a:defRPr>
            </a:lvl3pPr>
            <a:lvl4pPr algn="l">
              <a:defRPr sz="1300" b="1">
                <a:solidFill>
                  <a:srgbClr val="2D3A8C"/>
                </a:solidFill>
                <a:latin typeface="Calibri"/>
                <a:ea typeface="Calibri"/>
                <a:cs typeface="Calibri"/>
              </a:defRPr>
            </a:lvl4pPr>
            <a:lvl5pPr algn="l">
              <a:defRPr sz="1300" b="1">
                <a:solidFill>
                  <a:srgbClr val="2D3A8C"/>
                </a:solidFill>
                <a:latin typeface="Calibri"/>
                <a:ea typeface="Calibri"/>
                <a:cs typeface="Calibri"/>
              </a:defRPr>
            </a:lvl5pPr>
            <a:lvl6pPr algn="l">
              <a:defRPr sz="1300" b="1">
                <a:solidFill>
                  <a:srgbClr val="2D3A8C"/>
                </a:solidFill>
                <a:latin typeface="Calibri"/>
                <a:ea typeface="Calibri"/>
                <a:cs typeface="Calibri"/>
              </a:defRPr>
            </a:lvl6pPr>
            <a:lvl7pPr algn="l">
              <a:defRPr sz="1300" b="1">
                <a:solidFill>
                  <a:srgbClr val="2D3A8C"/>
                </a:solidFill>
                <a:latin typeface="Calibri"/>
                <a:ea typeface="Calibri"/>
                <a:cs typeface="Calibri"/>
              </a:defRPr>
            </a:lvl7pPr>
            <a:lvl8pPr algn="l">
              <a:defRPr sz="1300" b="1">
                <a:solidFill>
                  <a:srgbClr val="2D3A8C"/>
                </a:solidFill>
                <a:latin typeface="Calibri"/>
                <a:ea typeface="Calibri"/>
                <a:cs typeface="Calibri"/>
              </a:defRPr>
            </a:lvl8pPr>
            <a:lvl9pPr algn="l">
              <a:defRPr sz="1300" b="1">
                <a:solidFill>
                  <a:srgbClr val="2D3A8C"/>
                </a:solidFill>
                <a:latin typeface="Calibri"/>
                <a:ea typeface="Calibri"/>
                <a:cs typeface="Calibri"/>
              </a:defRPr>
            </a:lvl9pPr>
          </a:lstStyle>
          <a:p>
            <a:pPr defTabSz="1219170">
              <a:defRPr sz="1300" b="1">
                <a:solidFill>
                  <a:srgbClr val="2D3A8C"/>
                </a:solidFill>
                <a:latin typeface="Calibri"/>
                <a:ea typeface="Calibri"/>
                <a:cs typeface="Calibri"/>
              </a:defRPr>
            </a:pPr>
            <a:r>
              <a:rPr sz="1733">
                <a:hlinkClick r:id="rId6"/>
              </a:rPr>
              <a:t>6.7  Priority queues in pathfinding</a:t>
            </a:r>
          </a:p>
        </p:txBody>
      </p:sp>
      <p:sp>
        <p:nvSpPr>
          <p:cNvPr id="9" name="Rectangle 8">
            <a:extLst>
              <a:ext uri="{FF2B5EF4-FFF2-40B4-BE49-F238E27FC236}">
                <a16:creationId xmlns:a16="http://schemas.microsoft.com/office/drawing/2014/main" id="{28C08F14-3E54-490A-9F26-73EFD757E523}"/>
              </a:ext>
            </a:extLst>
          </p:cNvPr>
          <p:cNvSpPr>
            <a:spLocks noGrp="1"/>
          </p:cNvSpPr>
          <p:nvPr/>
        </p:nvSpPr>
        <p:spPr>
          <a:xfrm>
            <a:off x="762000" y="4381500"/>
            <a:ext cx="10668000" cy="447675"/>
          </a:xfrm>
          <a:prstGeom prst="rect">
            <a:avLst/>
          </a:prstGeom>
          <a:noFill/>
          <a:ln w="0">
            <a:noFill/>
            <a:prstDash val="solid"/>
          </a:ln>
        </p:spPr>
        <p:txBody>
          <a:bodyPr wrap="square" lIns="0" tIns="0" rIns="0" bIns="0" anchor="ctr">
            <a:noAutofit/>
          </a:bodyPr>
          <a:lstStyle>
            <a:defPPr algn="l">
              <a:defRPr sz="1300" b="1">
                <a:solidFill>
                  <a:srgbClr val="2D3A8C"/>
                </a:solidFill>
                <a:latin typeface="Calibri"/>
                <a:ea typeface="Calibri"/>
                <a:cs typeface="Calibri"/>
              </a:defRPr>
            </a:defPPr>
            <a:lvl1pPr algn="l">
              <a:defRPr sz="1300" b="1">
                <a:solidFill>
                  <a:srgbClr val="2D3A8C"/>
                </a:solidFill>
                <a:latin typeface="Calibri"/>
                <a:ea typeface="Calibri"/>
                <a:cs typeface="Calibri"/>
              </a:defRPr>
            </a:lvl1pPr>
            <a:lvl2pPr algn="l">
              <a:defRPr sz="1300" b="1">
                <a:solidFill>
                  <a:srgbClr val="2D3A8C"/>
                </a:solidFill>
                <a:latin typeface="Calibri"/>
                <a:ea typeface="Calibri"/>
                <a:cs typeface="Calibri"/>
              </a:defRPr>
            </a:lvl2pPr>
            <a:lvl3pPr algn="l">
              <a:defRPr sz="1300" b="1">
                <a:solidFill>
                  <a:srgbClr val="2D3A8C"/>
                </a:solidFill>
                <a:latin typeface="Calibri"/>
                <a:ea typeface="Calibri"/>
                <a:cs typeface="Calibri"/>
              </a:defRPr>
            </a:lvl3pPr>
            <a:lvl4pPr algn="l">
              <a:defRPr sz="1300" b="1">
                <a:solidFill>
                  <a:srgbClr val="2D3A8C"/>
                </a:solidFill>
                <a:latin typeface="Calibri"/>
                <a:ea typeface="Calibri"/>
                <a:cs typeface="Calibri"/>
              </a:defRPr>
            </a:lvl4pPr>
            <a:lvl5pPr algn="l">
              <a:defRPr sz="1300" b="1">
                <a:solidFill>
                  <a:srgbClr val="2D3A8C"/>
                </a:solidFill>
                <a:latin typeface="Calibri"/>
                <a:ea typeface="Calibri"/>
                <a:cs typeface="Calibri"/>
              </a:defRPr>
            </a:lvl5pPr>
            <a:lvl6pPr algn="l">
              <a:defRPr sz="1300" b="1">
                <a:solidFill>
                  <a:srgbClr val="2D3A8C"/>
                </a:solidFill>
                <a:latin typeface="Calibri"/>
                <a:ea typeface="Calibri"/>
                <a:cs typeface="Calibri"/>
              </a:defRPr>
            </a:lvl6pPr>
            <a:lvl7pPr algn="l">
              <a:defRPr sz="1300" b="1">
                <a:solidFill>
                  <a:srgbClr val="2D3A8C"/>
                </a:solidFill>
                <a:latin typeface="Calibri"/>
                <a:ea typeface="Calibri"/>
                <a:cs typeface="Calibri"/>
              </a:defRPr>
            </a:lvl7pPr>
            <a:lvl8pPr algn="l">
              <a:defRPr sz="1300" b="1">
                <a:solidFill>
                  <a:srgbClr val="2D3A8C"/>
                </a:solidFill>
                <a:latin typeface="Calibri"/>
                <a:ea typeface="Calibri"/>
                <a:cs typeface="Calibri"/>
              </a:defRPr>
            </a:lvl8pPr>
            <a:lvl9pPr algn="l">
              <a:defRPr sz="1300" b="1">
                <a:solidFill>
                  <a:srgbClr val="2D3A8C"/>
                </a:solidFill>
                <a:latin typeface="Calibri"/>
                <a:ea typeface="Calibri"/>
                <a:cs typeface="Calibri"/>
              </a:defRPr>
            </a:lvl9pPr>
          </a:lstStyle>
          <a:p>
            <a:pPr defTabSz="1219170">
              <a:defRPr sz="1300" b="1">
                <a:solidFill>
                  <a:srgbClr val="2D3A8C"/>
                </a:solidFill>
                <a:latin typeface="Calibri"/>
                <a:ea typeface="Calibri"/>
                <a:cs typeface="Calibri"/>
              </a:defRPr>
            </a:pPr>
            <a:r>
              <a:rPr sz="1733">
                <a:hlinkClick r:id="rId7"/>
              </a:rPr>
              <a:t>Tie-breaking without changing route costs</a:t>
            </a:r>
          </a:p>
        </p:txBody>
      </p:sp>
      <p:sp>
        <p:nvSpPr>
          <p:cNvPr id="10" name="Rectangle 9">
            <a:extLst>
              <a:ext uri="{FF2B5EF4-FFF2-40B4-BE49-F238E27FC236}">
                <a16:creationId xmlns:a16="http://schemas.microsoft.com/office/drawing/2014/main" id="{32FB4989-50FE-4B7A-AB3E-FA18E87EEC5E}"/>
              </a:ext>
            </a:extLst>
          </p:cNvPr>
          <p:cNvSpPr>
            <a:spLocks noGrp="1"/>
          </p:cNvSpPr>
          <p:nvPr/>
        </p:nvSpPr>
        <p:spPr>
          <a:xfrm>
            <a:off x="762000" y="5095875"/>
            <a:ext cx="10668000" cy="447675"/>
          </a:xfrm>
          <a:prstGeom prst="rect">
            <a:avLst/>
          </a:prstGeom>
          <a:noFill/>
          <a:ln w="0">
            <a:noFill/>
            <a:prstDash val="solid"/>
          </a:ln>
        </p:spPr>
        <p:txBody>
          <a:bodyPr wrap="square" lIns="0" tIns="0" rIns="0" bIns="0" anchor="ctr">
            <a:noAutofit/>
          </a:bodyPr>
          <a:lstStyle>
            <a:defPPr algn="l">
              <a:defRPr sz="1300" b="1">
                <a:solidFill>
                  <a:srgbClr val="2D3A8C"/>
                </a:solidFill>
                <a:latin typeface="Calibri"/>
                <a:ea typeface="Calibri"/>
                <a:cs typeface="Calibri"/>
              </a:defRPr>
            </a:defPPr>
            <a:lvl1pPr algn="l">
              <a:defRPr sz="1300" b="1">
                <a:solidFill>
                  <a:srgbClr val="2D3A8C"/>
                </a:solidFill>
                <a:latin typeface="Calibri"/>
                <a:ea typeface="Calibri"/>
                <a:cs typeface="Calibri"/>
              </a:defRPr>
            </a:lvl1pPr>
            <a:lvl2pPr algn="l">
              <a:defRPr sz="1300" b="1">
                <a:solidFill>
                  <a:srgbClr val="2D3A8C"/>
                </a:solidFill>
                <a:latin typeface="Calibri"/>
                <a:ea typeface="Calibri"/>
                <a:cs typeface="Calibri"/>
              </a:defRPr>
            </a:lvl2pPr>
            <a:lvl3pPr algn="l">
              <a:defRPr sz="1300" b="1">
                <a:solidFill>
                  <a:srgbClr val="2D3A8C"/>
                </a:solidFill>
                <a:latin typeface="Calibri"/>
                <a:ea typeface="Calibri"/>
                <a:cs typeface="Calibri"/>
              </a:defRPr>
            </a:lvl3pPr>
            <a:lvl4pPr algn="l">
              <a:defRPr sz="1300" b="1">
                <a:solidFill>
                  <a:srgbClr val="2D3A8C"/>
                </a:solidFill>
                <a:latin typeface="Calibri"/>
                <a:ea typeface="Calibri"/>
                <a:cs typeface="Calibri"/>
              </a:defRPr>
            </a:lvl4pPr>
            <a:lvl5pPr algn="l">
              <a:defRPr sz="1300" b="1">
                <a:solidFill>
                  <a:srgbClr val="2D3A8C"/>
                </a:solidFill>
                <a:latin typeface="Calibri"/>
                <a:ea typeface="Calibri"/>
                <a:cs typeface="Calibri"/>
              </a:defRPr>
            </a:lvl5pPr>
            <a:lvl6pPr algn="l">
              <a:defRPr sz="1300" b="1">
                <a:solidFill>
                  <a:srgbClr val="2D3A8C"/>
                </a:solidFill>
                <a:latin typeface="Calibri"/>
                <a:ea typeface="Calibri"/>
                <a:cs typeface="Calibri"/>
              </a:defRPr>
            </a:lvl6pPr>
            <a:lvl7pPr algn="l">
              <a:defRPr sz="1300" b="1">
                <a:solidFill>
                  <a:srgbClr val="2D3A8C"/>
                </a:solidFill>
                <a:latin typeface="Calibri"/>
                <a:ea typeface="Calibri"/>
                <a:cs typeface="Calibri"/>
              </a:defRPr>
            </a:lvl7pPr>
            <a:lvl8pPr algn="l">
              <a:defRPr sz="1300" b="1">
                <a:solidFill>
                  <a:srgbClr val="2D3A8C"/>
                </a:solidFill>
                <a:latin typeface="Calibri"/>
                <a:ea typeface="Calibri"/>
                <a:cs typeface="Calibri"/>
              </a:defRPr>
            </a:lvl8pPr>
            <a:lvl9pPr algn="l">
              <a:defRPr sz="1300" b="1">
                <a:solidFill>
                  <a:srgbClr val="2D3A8C"/>
                </a:solidFill>
                <a:latin typeface="Calibri"/>
                <a:ea typeface="Calibri"/>
                <a:cs typeface="Calibri"/>
              </a:defRPr>
            </a:lvl9pPr>
          </a:lstStyle>
          <a:p>
            <a:pPr defTabSz="1219170">
              <a:defRPr sz="1300" b="1">
                <a:solidFill>
                  <a:srgbClr val="2D3A8C"/>
                </a:solidFill>
                <a:latin typeface="Calibri"/>
                <a:ea typeface="Calibri"/>
                <a:cs typeface="Calibri"/>
              </a:defRPr>
            </a:pPr>
            <a:r>
              <a:rPr sz="1733">
                <a:hlinkClick r:id="rId8"/>
              </a:rPr>
              <a:t>Dijkstra: complexity reference</a:t>
            </a:r>
          </a:p>
        </p:txBody>
      </p:sp>
    </p:spTree>
    <p:extLst>
      <p:ext uri="{BB962C8B-B14F-4D97-AF65-F5344CB8AC3E}">
        <p14:creationId xmlns:p14="http://schemas.microsoft.com/office/powerpoint/2010/main" val="111537780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p:cNvSpPr/>
          <p:nvPr/>
        </p:nvSpPr>
        <p:spPr>
          <a:xfrm>
            <a:off x="0" y="0"/>
            <a:ext cx="219456" cy="6858000"/>
          </a:xfrm>
          <a:prstGeom prst="rect">
            <a:avLst/>
          </a:prstGeom>
          <a:solidFill>
            <a:srgbClr val="2D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sz="2400">
              <a:solidFill>
                <a:srgbClr val="FFFFFF"/>
              </a:solidFill>
              <a:latin typeface="Calibri"/>
            </a:endParaRPr>
          </a:p>
        </p:txBody>
      </p:sp>
      <p:sp>
        <p:nvSpPr>
          <p:cNvPr id="2" name="Rectangle 1">
            <a:extLst>
              <a:ext uri="{FF2B5EF4-FFF2-40B4-BE49-F238E27FC236}">
                <a16:creationId xmlns:a16="http://schemas.microsoft.com/office/drawing/2014/main" id="{4FBCDFC3-4007-4290-A110-ACB15DB05973}"/>
              </a:ext>
            </a:extLst>
          </p:cNvPr>
          <p:cNvSpPr>
            <a:spLocks noGrp="1"/>
          </p:cNvSpPr>
          <p:nvPr/>
        </p:nvSpPr>
        <p:spPr>
          <a:xfrm>
            <a:off x="731520" y="365760"/>
            <a:ext cx="10728960" cy="853440"/>
          </a:xfrm>
          <a:prstGeom prst="rect">
            <a:avLst/>
          </a:prstGeom>
          <a:noFill/>
          <a:ln w="0">
            <a:noFill/>
            <a:prstDash val="solid"/>
          </a:ln>
        </p:spPr>
        <p:txBody>
          <a:bodyPr wrap="square" lIns="0" tIns="0" rIns="0" bIns="0" anchor="ctr">
            <a:noAutofit/>
          </a:bodyPr>
          <a:lstStyle>
            <a:defPPr algn="l">
              <a:defRPr sz="2350" b="1">
                <a:solidFill>
                  <a:srgbClr val="1B1F3B"/>
                </a:solidFill>
                <a:latin typeface="Calibri"/>
                <a:ea typeface="Calibri"/>
                <a:cs typeface="Calibri"/>
              </a:defRPr>
            </a:defPPr>
            <a:lvl1pPr algn="l">
              <a:defRPr sz="2350" b="1">
                <a:solidFill>
                  <a:srgbClr val="1B1F3B"/>
                </a:solidFill>
                <a:latin typeface="Calibri"/>
                <a:ea typeface="Calibri"/>
                <a:cs typeface="Calibri"/>
              </a:defRPr>
            </a:lvl1pPr>
            <a:lvl2pPr algn="l">
              <a:defRPr sz="2350" b="1">
                <a:solidFill>
                  <a:srgbClr val="1B1F3B"/>
                </a:solidFill>
                <a:latin typeface="Calibri"/>
                <a:ea typeface="Calibri"/>
                <a:cs typeface="Calibri"/>
              </a:defRPr>
            </a:lvl2pPr>
            <a:lvl3pPr algn="l">
              <a:defRPr sz="2350" b="1">
                <a:solidFill>
                  <a:srgbClr val="1B1F3B"/>
                </a:solidFill>
                <a:latin typeface="Calibri"/>
                <a:ea typeface="Calibri"/>
                <a:cs typeface="Calibri"/>
              </a:defRPr>
            </a:lvl3pPr>
            <a:lvl4pPr algn="l">
              <a:defRPr sz="2350" b="1">
                <a:solidFill>
                  <a:srgbClr val="1B1F3B"/>
                </a:solidFill>
                <a:latin typeface="Calibri"/>
                <a:ea typeface="Calibri"/>
                <a:cs typeface="Calibri"/>
              </a:defRPr>
            </a:lvl4pPr>
            <a:lvl5pPr algn="l">
              <a:defRPr sz="2350" b="1">
                <a:solidFill>
                  <a:srgbClr val="1B1F3B"/>
                </a:solidFill>
                <a:latin typeface="Calibri"/>
                <a:ea typeface="Calibri"/>
                <a:cs typeface="Calibri"/>
              </a:defRPr>
            </a:lvl5pPr>
            <a:lvl6pPr algn="l">
              <a:defRPr sz="2350" b="1">
                <a:solidFill>
                  <a:srgbClr val="1B1F3B"/>
                </a:solidFill>
                <a:latin typeface="Calibri"/>
                <a:ea typeface="Calibri"/>
                <a:cs typeface="Calibri"/>
              </a:defRPr>
            </a:lvl6pPr>
            <a:lvl7pPr algn="l">
              <a:defRPr sz="2350" b="1">
                <a:solidFill>
                  <a:srgbClr val="1B1F3B"/>
                </a:solidFill>
                <a:latin typeface="Calibri"/>
                <a:ea typeface="Calibri"/>
                <a:cs typeface="Calibri"/>
              </a:defRPr>
            </a:lvl7pPr>
            <a:lvl8pPr algn="l">
              <a:defRPr sz="2350" b="1">
                <a:solidFill>
                  <a:srgbClr val="1B1F3B"/>
                </a:solidFill>
                <a:latin typeface="Calibri"/>
                <a:ea typeface="Calibri"/>
                <a:cs typeface="Calibri"/>
              </a:defRPr>
            </a:lvl8pPr>
            <a:lvl9pPr algn="l">
              <a:defRPr sz="2350" b="1">
                <a:solidFill>
                  <a:srgbClr val="1B1F3B"/>
                </a:solidFill>
                <a:latin typeface="Calibri"/>
                <a:ea typeface="Calibri"/>
                <a:cs typeface="Calibri"/>
              </a:defRPr>
            </a:lvl9pPr>
          </a:lstStyle>
          <a:p>
            <a:pPr defTabSz="1219170">
              <a:defRPr sz="2350" b="1">
                <a:solidFill>
                  <a:srgbClr val="1B1F3B"/>
                </a:solidFill>
                <a:latin typeface="Calibri"/>
                <a:ea typeface="Calibri"/>
                <a:cs typeface="Calibri"/>
              </a:defRPr>
            </a:pPr>
            <a:r>
              <a:rPr sz="3733"/>
              <a:t>Further reading: routing experiments</a:t>
            </a:r>
          </a:p>
        </p:txBody>
      </p:sp>
      <p:sp>
        <p:nvSpPr>
          <p:cNvPr id="3" name="Rectangle 2">
            <a:extLst>
              <a:ext uri="{FF2B5EF4-FFF2-40B4-BE49-F238E27FC236}">
                <a16:creationId xmlns:a16="http://schemas.microsoft.com/office/drawing/2014/main" id="{417D2A64-4C1F-4B8B-8CB7-0E7CB857EBD9}"/>
              </a:ext>
            </a:extLst>
          </p:cNvPr>
          <p:cNvSpPr>
            <a:spLocks noGrp="1"/>
          </p:cNvSpPr>
          <p:nvPr/>
        </p:nvSpPr>
        <p:spPr>
          <a:xfrm>
            <a:off x="609601" y="6229350"/>
            <a:ext cx="9334500" cy="266700"/>
          </a:xfrm>
          <a:prstGeom prst="rect">
            <a:avLst/>
          </a:prstGeom>
          <a:noFill/>
          <a:ln w="0">
            <a:noFill/>
            <a:prstDash val="solid"/>
          </a:ln>
        </p:spPr>
        <p:txBody>
          <a:bodyPr wrap="square" lIns="0" tIns="0" rIns="0" bIns="0" anchor="ctr">
            <a:noAutofit/>
          </a:bodyPr>
          <a:lstStyle>
            <a:defPPr algn="l">
              <a:defRPr sz="950" b="0">
                <a:solidFill>
                  <a:srgbClr val="4A4F6A"/>
                </a:solidFill>
                <a:latin typeface="Calibri"/>
                <a:ea typeface="Calibri"/>
                <a:cs typeface="Calibri"/>
              </a:defRPr>
            </a:defPPr>
            <a:lvl1pPr algn="l">
              <a:defRPr sz="950" b="0">
                <a:solidFill>
                  <a:srgbClr val="4A4F6A"/>
                </a:solidFill>
                <a:latin typeface="Calibri"/>
                <a:ea typeface="Calibri"/>
                <a:cs typeface="Calibri"/>
              </a:defRPr>
            </a:lvl1pPr>
            <a:lvl2pPr algn="l">
              <a:defRPr sz="950" b="0">
                <a:solidFill>
                  <a:srgbClr val="4A4F6A"/>
                </a:solidFill>
                <a:latin typeface="Calibri"/>
                <a:ea typeface="Calibri"/>
                <a:cs typeface="Calibri"/>
              </a:defRPr>
            </a:lvl2pPr>
            <a:lvl3pPr algn="l">
              <a:defRPr sz="950" b="0">
                <a:solidFill>
                  <a:srgbClr val="4A4F6A"/>
                </a:solidFill>
                <a:latin typeface="Calibri"/>
                <a:ea typeface="Calibri"/>
                <a:cs typeface="Calibri"/>
              </a:defRPr>
            </a:lvl3pPr>
            <a:lvl4pPr algn="l">
              <a:defRPr sz="950" b="0">
                <a:solidFill>
                  <a:srgbClr val="4A4F6A"/>
                </a:solidFill>
                <a:latin typeface="Calibri"/>
                <a:ea typeface="Calibri"/>
                <a:cs typeface="Calibri"/>
              </a:defRPr>
            </a:lvl4pPr>
            <a:lvl5pPr algn="l">
              <a:defRPr sz="950" b="0">
                <a:solidFill>
                  <a:srgbClr val="4A4F6A"/>
                </a:solidFill>
                <a:latin typeface="Calibri"/>
                <a:ea typeface="Calibri"/>
                <a:cs typeface="Calibri"/>
              </a:defRPr>
            </a:lvl5pPr>
            <a:lvl6pPr algn="l">
              <a:defRPr sz="950" b="0">
                <a:solidFill>
                  <a:srgbClr val="4A4F6A"/>
                </a:solidFill>
                <a:latin typeface="Calibri"/>
                <a:ea typeface="Calibri"/>
                <a:cs typeface="Calibri"/>
              </a:defRPr>
            </a:lvl6pPr>
            <a:lvl7pPr algn="l">
              <a:defRPr sz="950" b="0">
                <a:solidFill>
                  <a:srgbClr val="4A4F6A"/>
                </a:solidFill>
                <a:latin typeface="Calibri"/>
                <a:ea typeface="Calibri"/>
                <a:cs typeface="Calibri"/>
              </a:defRPr>
            </a:lvl7pPr>
            <a:lvl8pPr algn="l">
              <a:defRPr sz="950" b="0">
                <a:solidFill>
                  <a:srgbClr val="4A4F6A"/>
                </a:solidFill>
                <a:latin typeface="Calibri"/>
                <a:ea typeface="Calibri"/>
                <a:cs typeface="Calibri"/>
              </a:defRPr>
            </a:lvl8pPr>
            <a:lvl9pPr algn="l">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Self-study resources</a:t>
            </a:r>
          </a:p>
        </p:txBody>
      </p:sp>
      <p:sp>
        <p:nvSpPr>
          <p:cNvPr id="4" name="Rectangle 3">
            <a:extLst>
              <a:ext uri="{FF2B5EF4-FFF2-40B4-BE49-F238E27FC236}">
                <a16:creationId xmlns:a16="http://schemas.microsoft.com/office/drawing/2014/main" id="{19DA13A1-44D5-4A1B-8B5B-0B1B558DCC7D}"/>
              </a:ext>
            </a:extLst>
          </p:cNvPr>
          <p:cNvSpPr>
            <a:spLocks noGrp="1"/>
          </p:cNvSpPr>
          <p:nvPr/>
        </p:nvSpPr>
        <p:spPr>
          <a:xfrm>
            <a:off x="10953750" y="6229350"/>
            <a:ext cx="619125" cy="266700"/>
          </a:xfrm>
          <a:prstGeom prst="rect">
            <a:avLst/>
          </a:prstGeom>
          <a:noFill/>
          <a:ln w="0">
            <a:noFill/>
            <a:prstDash val="solid"/>
          </a:ln>
        </p:spPr>
        <p:txBody>
          <a:bodyPr wrap="square" lIns="0" tIns="0" rIns="0" bIns="0" anchor="ctr">
            <a:noAutofit/>
          </a:bodyPr>
          <a:lstStyle>
            <a:defPPr algn="r">
              <a:defRPr sz="950" b="0">
                <a:solidFill>
                  <a:srgbClr val="4A4F6A"/>
                </a:solidFill>
                <a:latin typeface="Calibri"/>
                <a:ea typeface="Calibri"/>
                <a:cs typeface="Calibri"/>
              </a:defRPr>
            </a:defPPr>
            <a:lvl1pPr algn="r">
              <a:defRPr sz="950" b="0">
                <a:solidFill>
                  <a:srgbClr val="4A4F6A"/>
                </a:solidFill>
                <a:latin typeface="Calibri"/>
                <a:ea typeface="Calibri"/>
                <a:cs typeface="Calibri"/>
              </a:defRPr>
            </a:lvl1pPr>
            <a:lvl2pPr algn="r">
              <a:defRPr sz="950" b="0">
                <a:solidFill>
                  <a:srgbClr val="4A4F6A"/>
                </a:solidFill>
                <a:latin typeface="Calibri"/>
                <a:ea typeface="Calibri"/>
                <a:cs typeface="Calibri"/>
              </a:defRPr>
            </a:lvl2pPr>
            <a:lvl3pPr algn="r">
              <a:defRPr sz="950" b="0">
                <a:solidFill>
                  <a:srgbClr val="4A4F6A"/>
                </a:solidFill>
                <a:latin typeface="Calibri"/>
                <a:ea typeface="Calibri"/>
                <a:cs typeface="Calibri"/>
              </a:defRPr>
            </a:lvl3pPr>
            <a:lvl4pPr algn="r">
              <a:defRPr sz="950" b="0">
                <a:solidFill>
                  <a:srgbClr val="4A4F6A"/>
                </a:solidFill>
                <a:latin typeface="Calibri"/>
                <a:ea typeface="Calibri"/>
                <a:cs typeface="Calibri"/>
              </a:defRPr>
            </a:lvl4pPr>
            <a:lvl5pPr algn="r">
              <a:defRPr sz="950" b="0">
                <a:solidFill>
                  <a:srgbClr val="4A4F6A"/>
                </a:solidFill>
                <a:latin typeface="Calibri"/>
                <a:ea typeface="Calibri"/>
                <a:cs typeface="Calibri"/>
              </a:defRPr>
            </a:lvl5pPr>
            <a:lvl6pPr algn="r">
              <a:defRPr sz="950" b="0">
                <a:solidFill>
                  <a:srgbClr val="4A4F6A"/>
                </a:solidFill>
                <a:latin typeface="Calibri"/>
                <a:ea typeface="Calibri"/>
                <a:cs typeface="Calibri"/>
              </a:defRPr>
            </a:lvl6pPr>
            <a:lvl7pPr algn="r">
              <a:defRPr sz="950" b="0">
                <a:solidFill>
                  <a:srgbClr val="4A4F6A"/>
                </a:solidFill>
                <a:latin typeface="Calibri"/>
                <a:ea typeface="Calibri"/>
                <a:cs typeface="Calibri"/>
              </a:defRPr>
            </a:lvl7pPr>
            <a:lvl8pPr algn="r">
              <a:defRPr sz="950" b="0">
                <a:solidFill>
                  <a:srgbClr val="4A4F6A"/>
                </a:solidFill>
                <a:latin typeface="Calibri"/>
                <a:ea typeface="Calibri"/>
                <a:cs typeface="Calibri"/>
              </a:defRPr>
            </a:lvl8pPr>
            <a:lvl9pPr algn="r">
              <a:defRPr sz="950" b="0">
                <a:solidFill>
                  <a:srgbClr val="4A4F6A"/>
                </a:solidFill>
                <a:latin typeface="Calibri"/>
                <a:ea typeface="Calibri"/>
                <a:cs typeface="Calibri"/>
              </a:defRPr>
            </a:lvl9pPr>
          </a:lstStyle>
          <a:p>
            <a:pPr defTabSz="1219170">
              <a:defRPr sz="950" b="0">
                <a:solidFill>
                  <a:srgbClr val="4A4F6A"/>
                </a:solidFill>
                <a:latin typeface="Calibri"/>
                <a:ea typeface="Calibri"/>
                <a:cs typeface="Calibri"/>
              </a:defRPr>
            </a:pPr>
            <a:r>
              <a:rPr sz="1067">
                <a:solidFill>
                  <a:srgbClr val="8A8FA8"/>
                </a:solidFill>
              </a:rPr>
              <a:t>30</a:t>
            </a:r>
          </a:p>
        </p:txBody>
      </p:sp>
      <p:sp>
        <p:nvSpPr>
          <p:cNvPr id="5" name="Rectangle 4">
            <a:extLst>
              <a:ext uri="{FF2B5EF4-FFF2-40B4-BE49-F238E27FC236}">
                <a16:creationId xmlns:a16="http://schemas.microsoft.com/office/drawing/2014/main" id="{EB430D12-4EC4-4024-9FEC-E8753C4BF8FF}"/>
              </a:ext>
            </a:extLst>
          </p:cNvPr>
          <p:cNvSpPr>
            <a:spLocks noGrp="1"/>
          </p:cNvSpPr>
          <p:nvPr/>
        </p:nvSpPr>
        <p:spPr>
          <a:xfrm>
            <a:off x="714375" y="1571626"/>
            <a:ext cx="10668000" cy="571500"/>
          </a:xfrm>
          <a:prstGeom prst="rect">
            <a:avLst/>
          </a:prstGeom>
          <a:noFill/>
          <a:ln w="0">
            <a:noFill/>
            <a:prstDash val="solid"/>
          </a:ln>
        </p:spPr>
        <p:txBody>
          <a:bodyPr wrap="square" lIns="0" tIns="0" rIns="0" bIns="0" anchor="ctr">
            <a:noAutofit/>
          </a:bodyPr>
          <a:lstStyle>
            <a:defPPr algn="l">
              <a:defRPr sz="1800" b="1">
                <a:solidFill>
                  <a:srgbClr val="1B1F3B"/>
                </a:solidFill>
                <a:latin typeface="Calibri"/>
                <a:ea typeface="Calibri"/>
                <a:cs typeface="Calibri"/>
              </a:defRPr>
            </a:defPPr>
            <a:lvl1pPr algn="l">
              <a:defRPr sz="1800" b="1">
                <a:solidFill>
                  <a:srgbClr val="1B1F3B"/>
                </a:solidFill>
                <a:latin typeface="Calibri"/>
                <a:ea typeface="Calibri"/>
                <a:cs typeface="Calibri"/>
              </a:defRPr>
            </a:lvl1pPr>
            <a:lvl2pPr algn="l">
              <a:defRPr sz="1800" b="1">
                <a:solidFill>
                  <a:srgbClr val="1B1F3B"/>
                </a:solidFill>
                <a:latin typeface="Calibri"/>
                <a:ea typeface="Calibri"/>
                <a:cs typeface="Calibri"/>
              </a:defRPr>
            </a:lvl2pPr>
            <a:lvl3pPr algn="l">
              <a:defRPr sz="1800" b="1">
                <a:solidFill>
                  <a:srgbClr val="1B1F3B"/>
                </a:solidFill>
                <a:latin typeface="Calibri"/>
                <a:ea typeface="Calibri"/>
                <a:cs typeface="Calibri"/>
              </a:defRPr>
            </a:lvl3pPr>
            <a:lvl4pPr algn="l">
              <a:defRPr sz="1800" b="1">
                <a:solidFill>
                  <a:srgbClr val="1B1F3B"/>
                </a:solidFill>
                <a:latin typeface="Calibri"/>
                <a:ea typeface="Calibri"/>
                <a:cs typeface="Calibri"/>
              </a:defRPr>
            </a:lvl4pPr>
            <a:lvl5pPr algn="l">
              <a:defRPr sz="1800" b="1">
                <a:solidFill>
                  <a:srgbClr val="1B1F3B"/>
                </a:solidFill>
                <a:latin typeface="Calibri"/>
                <a:ea typeface="Calibri"/>
                <a:cs typeface="Calibri"/>
              </a:defRPr>
            </a:lvl5pPr>
            <a:lvl6pPr algn="l">
              <a:defRPr sz="1800" b="1">
                <a:solidFill>
                  <a:srgbClr val="1B1F3B"/>
                </a:solidFill>
                <a:latin typeface="Calibri"/>
                <a:ea typeface="Calibri"/>
                <a:cs typeface="Calibri"/>
              </a:defRPr>
            </a:lvl6pPr>
            <a:lvl7pPr algn="l">
              <a:defRPr sz="1800" b="1">
                <a:solidFill>
                  <a:srgbClr val="1B1F3B"/>
                </a:solidFill>
                <a:latin typeface="Calibri"/>
                <a:ea typeface="Calibri"/>
                <a:cs typeface="Calibri"/>
              </a:defRPr>
            </a:lvl7pPr>
            <a:lvl8pPr algn="l">
              <a:defRPr sz="1800" b="1">
                <a:solidFill>
                  <a:srgbClr val="1B1F3B"/>
                </a:solidFill>
                <a:latin typeface="Calibri"/>
                <a:ea typeface="Calibri"/>
                <a:cs typeface="Calibri"/>
              </a:defRPr>
            </a:lvl8pPr>
            <a:lvl9pPr algn="l">
              <a:defRPr sz="1800" b="1">
                <a:solidFill>
                  <a:srgbClr val="1B1F3B"/>
                </a:solidFill>
                <a:latin typeface="Calibri"/>
                <a:ea typeface="Calibri"/>
                <a:cs typeface="Calibri"/>
              </a:defRPr>
            </a:lvl9pPr>
          </a:lstStyle>
          <a:p>
            <a:pPr defTabSz="1219170">
              <a:defRPr sz="1800" b="1">
                <a:solidFill>
                  <a:srgbClr val="1B1F3B"/>
                </a:solidFill>
                <a:latin typeface="Calibri"/>
                <a:ea typeface="Calibri"/>
                <a:cs typeface="Calibri"/>
              </a:defRPr>
            </a:pPr>
            <a:r>
              <a:rPr sz="2400"/>
              <a:t>7.9  RUSH-3 with a more cautious policy</a:t>
            </a:r>
          </a:p>
        </p:txBody>
      </p:sp>
      <p:sp>
        <p:nvSpPr>
          <p:cNvPr id="6" name="Rectangle 5">
            <a:extLst>
              <a:ext uri="{FF2B5EF4-FFF2-40B4-BE49-F238E27FC236}">
                <a16:creationId xmlns:a16="http://schemas.microsoft.com/office/drawing/2014/main" id="{DAE53A93-7889-4843-9772-F70CF07B6003}"/>
              </a:ext>
            </a:extLst>
          </p:cNvPr>
          <p:cNvSpPr>
            <a:spLocks noGrp="1"/>
          </p:cNvSpPr>
          <p:nvPr/>
        </p:nvSpPr>
        <p:spPr>
          <a:xfrm>
            <a:off x="762000" y="2571749"/>
            <a:ext cx="10668000" cy="447675"/>
          </a:xfrm>
          <a:prstGeom prst="rect">
            <a:avLst/>
          </a:prstGeom>
          <a:noFill/>
          <a:ln w="0">
            <a:noFill/>
            <a:prstDash val="solid"/>
          </a:ln>
        </p:spPr>
        <p:txBody>
          <a:bodyPr wrap="square" lIns="0" tIns="0" rIns="0" bIns="0" anchor="ctr">
            <a:noAutofit/>
          </a:bodyPr>
          <a:lstStyle>
            <a:defPPr algn="l">
              <a:defRPr sz="1300" b="1">
                <a:solidFill>
                  <a:srgbClr val="2D3A8C"/>
                </a:solidFill>
                <a:latin typeface="Calibri"/>
                <a:ea typeface="Calibri"/>
                <a:cs typeface="Calibri"/>
              </a:defRPr>
            </a:defPPr>
            <a:lvl1pPr algn="l">
              <a:defRPr sz="1300" b="1">
                <a:solidFill>
                  <a:srgbClr val="2D3A8C"/>
                </a:solidFill>
                <a:latin typeface="Calibri"/>
                <a:ea typeface="Calibri"/>
                <a:cs typeface="Calibri"/>
              </a:defRPr>
            </a:lvl1pPr>
            <a:lvl2pPr algn="l">
              <a:defRPr sz="1300" b="1">
                <a:solidFill>
                  <a:srgbClr val="2D3A8C"/>
                </a:solidFill>
                <a:latin typeface="Calibri"/>
                <a:ea typeface="Calibri"/>
                <a:cs typeface="Calibri"/>
              </a:defRPr>
            </a:lvl2pPr>
            <a:lvl3pPr algn="l">
              <a:defRPr sz="1300" b="1">
                <a:solidFill>
                  <a:srgbClr val="2D3A8C"/>
                </a:solidFill>
                <a:latin typeface="Calibri"/>
                <a:ea typeface="Calibri"/>
                <a:cs typeface="Calibri"/>
              </a:defRPr>
            </a:lvl3pPr>
            <a:lvl4pPr algn="l">
              <a:defRPr sz="1300" b="1">
                <a:solidFill>
                  <a:srgbClr val="2D3A8C"/>
                </a:solidFill>
                <a:latin typeface="Calibri"/>
                <a:ea typeface="Calibri"/>
                <a:cs typeface="Calibri"/>
              </a:defRPr>
            </a:lvl4pPr>
            <a:lvl5pPr algn="l">
              <a:defRPr sz="1300" b="1">
                <a:solidFill>
                  <a:srgbClr val="2D3A8C"/>
                </a:solidFill>
                <a:latin typeface="Calibri"/>
                <a:ea typeface="Calibri"/>
                <a:cs typeface="Calibri"/>
              </a:defRPr>
            </a:lvl5pPr>
            <a:lvl6pPr algn="l">
              <a:defRPr sz="1300" b="1">
                <a:solidFill>
                  <a:srgbClr val="2D3A8C"/>
                </a:solidFill>
                <a:latin typeface="Calibri"/>
                <a:ea typeface="Calibri"/>
                <a:cs typeface="Calibri"/>
              </a:defRPr>
            </a:lvl6pPr>
            <a:lvl7pPr algn="l">
              <a:defRPr sz="1300" b="1">
                <a:solidFill>
                  <a:srgbClr val="2D3A8C"/>
                </a:solidFill>
                <a:latin typeface="Calibri"/>
                <a:ea typeface="Calibri"/>
                <a:cs typeface="Calibri"/>
              </a:defRPr>
            </a:lvl7pPr>
            <a:lvl8pPr algn="l">
              <a:defRPr sz="1300" b="1">
                <a:solidFill>
                  <a:srgbClr val="2D3A8C"/>
                </a:solidFill>
                <a:latin typeface="Calibri"/>
                <a:ea typeface="Calibri"/>
                <a:cs typeface="Calibri"/>
              </a:defRPr>
            </a:lvl8pPr>
            <a:lvl9pPr algn="l">
              <a:defRPr sz="1300" b="1">
                <a:solidFill>
                  <a:srgbClr val="2D3A8C"/>
                </a:solidFill>
                <a:latin typeface="Calibri"/>
                <a:ea typeface="Calibri"/>
                <a:cs typeface="Calibri"/>
              </a:defRPr>
            </a:lvl9pPr>
          </a:lstStyle>
          <a:p>
            <a:pPr defTabSz="1219170">
              <a:defRPr sz="1300" b="1">
                <a:solidFill>
                  <a:srgbClr val="2D3A8C"/>
                </a:solidFill>
                <a:latin typeface="Calibri"/>
                <a:ea typeface="Calibri"/>
                <a:cs typeface="Calibri"/>
              </a:defRPr>
            </a:pPr>
            <a:r>
              <a:rPr sz="1733">
                <a:hlinkClick r:id="rId3"/>
              </a:rPr>
              <a:t>RUSH-3: scenario and conservative policy experiment</a:t>
            </a:r>
          </a:p>
        </p:txBody>
      </p:sp>
      <p:sp>
        <p:nvSpPr>
          <p:cNvPr id="7" name="Rectangle 6">
            <a:extLst>
              <a:ext uri="{FF2B5EF4-FFF2-40B4-BE49-F238E27FC236}">
                <a16:creationId xmlns:a16="http://schemas.microsoft.com/office/drawing/2014/main" id="{5A44C9B7-645D-48EB-A50B-72127B55B294}"/>
              </a:ext>
            </a:extLst>
          </p:cNvPr>
          <p:cNvSpPr>
            <a:spLocks noGrp="1"/>
          </p:cNvSpPr>
          <p:nvPr/>
        </p:nvSpPr>
        <p:spPr>
          <a:xfrm>
            <a:off x="762000" y="3476625"/>
            <a:ext cx="10668000" cy="447675"/>
          </a:xfrm>
          <a:prstGeom prst="rect">
            <a:avLst/>
          </a:prstGeom>
          <a:noFill/>
          <a:ln w="0">
            <a:noFill/>
            <a:prstDash val="solid"/>
          </a:ln>
        </p:spPr>
        <p:txBody>
          <a:bodyPr wrap="square" lIns="0" tIns="0" rIns="0" bIns="0" anchor="ctr">
            <a:noAutofit/>
          </a:bodyPr>
          <a:lstStyle>
            <a:defPPr algn="l">
              <a:defRPr sz="1300" b="1">
                <a:solidFill>
                  <a:srgbClr val="2D3A8C"/>
                </a:solidFill>
                <a:latin typeface="Calibri"/>
                <a:ea typeface="Calibri"/>
                <a:cs typeface="Calibri"/>
              </a:defRPr>
            </a:defPPr>
            <a:lvl1pPr algn="l">
              <a:defRPr sz="1300" b="1">
                <a:solidFill>
                  <a:srgbClr val="2D3A8C"/>
                </a:solidFill>
                <a:latin typeface="Calibri"/>
                <a:ea typeface="Calibri"/>
                <a:cs typeface="Calibri"/>
              </a:defRPr>
            </a:lvl1pPr>
            <a:lvl2pPr algn="l">
              <a:defRPr sz="1300" b="1">
                <a:solidFill>
                  <a:srgbClr val="2D3A8C"/>
                </a:solidFill>
                <a:latin typeface="Calibri"/>
                <a:ea typeface="Calibri"/>
                <a:cs typeface="Calibri"/>
              </a:defRPr>
            </a:lvl2pPr>
            <a:lvl3pPr algn="l">
              <a:defRPr sz="1300" b="1">
                <a:solidFill>
                  <a:srgbClr val="2D3A8C"/>
                </a:solidFill>
                <a:latin typeface="Calibri"/>
                <a:ea typeface="Calibri"/>
                <a:cs typeface="Calibri"/>
              </a:defRPr>
            </a:lvl3pPr>
            <a:lvl4pPr algn="l">
              <a:defRPr sz="1300" b="1">
                <a:solidFill>
                  <a:srgbClr val="2D3A8C"/>
                </a:solidFill>
                <a:latin typeface="Calibri"/>
                <a:ea typeface="Calibri"/>
                <a:cs typeface="Calibri"/>
              </a:defRPr>
            </a:lvl4pPr>
            <a:lvl5pPr algn="l">
              <a:defRPr sz="1300" b="1">
                <a:solidFill>
                  <a:srgbClr val="2D3A8C"/>
                </a:solidFill>
                <a:latin typeface="Calibri"/>
                <a:ea typeface="Calibri"/>
                <a:cs typeface="Calibri"/>
              </a:defRPr>
            </a:lvl5pPr>
            <a:lvl6pPr algn="l">
              <a:defRPr sz="1300" b="1">
                <a:solidFill>
                  <a:srgbClr val="2D3A8C"/>
                </a:solidFill>
                <a:latin typeface="Calibri"/>
                <a:ea typeface="Calibri"/>
                <a:cs typeface="Calibri"/>
              </a:defRPr>
            </a:lvl6pPr>
            <a:lvl7pPr algn="l">
              <a:defRPr sz="1300" b="1">
                <a:solidFill>
                  <a:srgbClr val="2D3A8C"/>
                </a:solidFill>
                <a:latin typeface="Calibri"/>
                <a:ea typeface="Calibri"/>
                <a:cs typeface="Calibri"/>
              </a:defRPr>
            </a:lvl7pPr>
            <a:lvl8pPr algn="l">
              <a:defRPr sz="1300" b="1">
                <a:solidFill>
                  <a:srgbClr val="2D3A8C"/>
                </a:solidFill>
                <a:latin typeface="Calibri"/>
                <a:ea typeface="Calibri"/>
                <a:cs typeface="Calibri"/>
              </a:defRPr>
            </a:lvl8pPr>
            <a:lvl9pPr algn="l">
              <a:defRPr sz="1300" b="1">
                <a:solidFill>
                  <a:srgbClr val="2D3A8C"/>
                </a:solidFill>
                <a:latin typeface="Calibri"/>
                <a:ea typeface="Calibri"/>
                <a:cs typeface="Calibri"/>
              </a:defRPr>
            </a:lvl9pPr>
          </a:lstStyle>
          <a:p>
            <a:pPr defTabSz="1219170">
              <a:defRPr sz="1300" b="1">
                <a:solidFill>
                  <a:srgbClr val="2D3A8C"/>
                </a:solidFill>
                <a:latin typeface="Calibri"/>
                <a:ea typeface="Calibri"/>
                <a:cs typeface="Calibri"/>
              </a:defRPr>
            </a:pPr>
            <a:r>
              <a:rPr sz="1733">
                <a:hlinkClick r:id="rId4"/>
              </a:rPr>
              <a:t>Random start / goal pairs: choosing random cells</a:t>
            </a:r>
          </a:p>
        </p:txBody>
      </p:sp>
      <p:sp>
        <p:nvSpPr>
          <p:cNvPr id="8" name="Rectangle 7">
            <a:extLst>
              <a:ext uri="{FF2B5EF4-FFF2-40B4-BE49-F238E27FC236}">
                <a16:creationId xmlns:a16="http://schemas.microsoft.com/office/drawing/2014/main" id="{E383F8F2-26CE-47A3-AA27-C1DDF447A863}"/>
              </a:ext>
            </a:extLst>
          </p:cNvPr>
          <p:cNvSpPr>
            <a:spLocks noGrp="1"/>
          </p:cNvSpPr>
          <p:nvPr/>
        </p:nvSpPr>
        <p:spPr>
          <a:xfrm>
            <a:off x="762000" y="4381500"/>
            <a:ext cx="10668000" cy="447675"/>
          </a:xfrm>
          <a:prstGeom prst="rect">
            <a:avLst/>
          </a:prstGeom>
          <a:noFill/>
          <a:ln w="0">
            <a:noFill/>
            <a:prstDash val="solid"/>
          </a:ln>
        </p:spPr>
        <p:txBody>
          <a:bodyPr wrap="square" lIns="0" tIns="0" rIns="0" bIns="0" anchor="ctr">
            <a:noAutofit/>
          </a:bodyPr>
          <a:lstStyle>
            <a:defPPr algn="l">
              <a:defRPr sz="1300" b="1">
                <a:solidFill>
                  <a:srgbClr val="2D3A8C"/>
                </a:solidFill>
                <a:latin typeface="Calibri"/>
                <a:ea typeface="Calibri"/>
                <a:cs typeface="Calibri"/>
              </a:defRPr>
            </a:defPPr>
            <a:lvl1pPr algn="l">
              <a:defRPr sz="1300" b="1">
                <a:solidFill>
                  <a:srgbClr val="2D3A8C"/>
                </a:solidFill>
                <a:latin typeface="Calibri"/>
                <a:ea typeface="Calibri"/>
                <a:cs typeface="Calibri"/>
              </a:defRPr>
            </a:lvl1pPr>
            <a:lvl2pPr algn="l">
              <a:defRPr sz="1300" b="1">
                <a:solidFill>
                  <a:srgbClr val="2D3A8C"/>
                </a:solidFill>
                <a:latin typeface="Calibri"/>
                <a:ea typeface="Calibri"/>
                <a:cs typeface="Calibri"/>
              </a:defRPr>
            </a:lvl2pPr>
            <a:lvl3pPr algn="l">
              <a:defRPr sz="1300" b="1">
                <a:solidFill>
                  <a:srgbClr val="2D3A8C"/>
                </a:solidFill>
                <a:latin typeface="Calibri"/>
                <a:ea typeface="Calibri"/>
                <a:cs typeface="Calibri"/>
              </a:defRPr>
            </a:lvl3pPr>
            <a:lvl4pPr algn="l">
              <a:defRPr sz="1300" b="1">
                <a:solidFill>
                  <a:srgbClr val="2D3A8C"/>
                </a:solidFill>
                <a:latin typeface="Calibri"/>
                <a:ea typeface="Calibri"/>
                <a:cs typeface="Calibri"/>
              </a:defRPr>
            </a:lvl4pPr>
            <a:lvl5pPr algn="l">
              <a:defRPr sz="1300" b="1">
                <a:solidFill>
                  <a:srgbClr val="2D3A8C"/>
                </a:solidFill>
                <a:latin typeface="Calibri"/>
                <a:ea typeface="Calibri"/>
                <a:cs typeface="Calibri"/>
              </a:defRPr>
            </a:lvl5pPr>
            <a:lvl6pPr algn="l">
              <a:defRPr sz="1300" b="1">
                <a:solidFill>
                  <a:srgbClr val="2D3A8C"/>
                </a:solidFill>
                <a:latin typeface="Calibri"/>
                <a:ea typeface="Calibri"/>
                <a:cs typeface="Calibri"/>
              </a:defRPr>
            </a:lvl6pPr>
            <a:lvl7pPr algn="l">
              <a:defRPr sz="1300" b="1">
                <a:solidFill>
                  <a:srgbClr val="2D3A8C"/>
                </a:solidFill>
                <a:latin typeface="Calibri"/>
                <a:ea typeface="Calibri"/>
                <a:cs typeface="Calibri"/>
              </a:defRPr>
            </a:lvl7pPr>
            <a:lvl8pPr algn="l">
              <a:defRPr sz="1300" b="1">
                <a:solidFill>
                  <a:srgbClr val="2D3A8C"/>
                </a:solidFill>
                <a:latin typeface="Calibri"/>
                <a:ea typeface="Calibri"/>
                <a:cs typeface="Calibri"/>
              </a:defRPr>
            </a:lvl8pPr>
            <a:lvl9pPr algn="l">
              <a:defRPr sz="1300" b="1">
                <a:solidFill>
                  <a:srgbClr val="2D3A8C"/>
                </a:solidFill>
                <a:latin typeface="Calibri"/>
                <a:ea typeface="Calibri"/>
                <a:cs typeface="Calibri"/>
              </a:defRPr>
            </a:lvl9pPr>
          </a:lstStyle>
          <a:p>
            <a:pPr defTabSz="1219170">
              <a:defRPr sz="1300" b="1">
                <a:solidFill>
                  <a:srgbClr val="2D3A8C"/>
                </a:solidFill>
                <a:latin typeface="Calibri"/>
                <a:ea typeface="Calibri"/>
                <a:cs typeface="Calibri"/>
              </a:defRPr>
            </a:pPr>
            <a:r>
              <a:rPr sz="1733">
                <a:hlinkClick r:id="rId5"/>
              </a:rPr>
              <a:t>Planner helper for running the repeated tests</a:t>
            </a:r>
          </a:p>
        </p:txBody>
      </p:sp>
      <p:sp>
        <p:nvSpPr>
          <p:cNvPr id="9" name="Rectangle 8">
            <a:extLst>
              <a:ext uri="{FF2B5EF4-FFF2-40B4-BE49-F238E27FC236}">
                <a16:creationId xmlns:a16="http://schemas.microsoft.com/office/drawing/2014/main" id="{1E91595A-0213-4B5B-A6DF-A12840791580}"/>
              </a:ext>
            </a:extLst>
          </p:cNvPr>
          <p:cNvSpPr>
            <a:spLocks noGrp="1"/>
          </p:cNvSpPr>
          <p:nvPr/>
        </p:nvSpPr>
        <p:spPr>
          <a:xfrm>
            <a:off x="762000" y="5572126"/>
            <a:ext cx="10668000" cy="428625"/>
          </a:xfrm>
          <a:prstGeom prst="rect">
            <a:avLst/>
          </a:prstGeom>
          <a:noFill/>
          <a:ln w="0">
            <a:noFill/>
            <a:prstDash val="solid"/>
          </a:ln>
        </p:spPr>
        <p:txBody>
          <a:bodyPr wrap="square" lIns="0" tIns="0" rIns="0" bIns="0" anchor="ctr">
            <a:noAutofit/>
          </a:bodyPr>
          <a:lstStyle>
            <a:defPPr algn="l">
              <a:defRPr sz="1300" b="0">
                <a:solidFill>
                  <a:srgbClr val="4A4F6A"/>
                </a:solidFill>
                <a:latin typeface="Calibri"/>
                <a:ea typeface="Calibri"/>
                <a:cs typeface="Calibri"/>
              </a:defRPr>
            </a:defPPr>
            <a:lvl1pPr algn="l">
              <a:defRPr sz="1300" b="0">
                <a:solidFill>
                  <a:srgbClr val="4A4F6A"/>
                </a:solidFill>
                <a:latin typeface="Calibri"/>
                <a:ea typeface="Calibri"/>
                <a:cs typeface="Calibri"/>
              </a:defRPr>
            </a:lvl1pPr>
            <a:lvl2pPr algn="l">
              <a:defRPr sz="1300" b="0">
                <a:solidFill>
                  <a:srgbClr val="4A4F6A"/>
                </a:solidFill>
                <a:latin typeface="Calibri"/>
                <a:ea typeface="Calibri"/>
                <a:cs typeface="Calibri"/>
              </a:defRPr>
            </a:lvl2pPr>
            <a:lvl3pPr algn="l">
              <a:defRPr sz="1300" b="0">
                <a:solidFill>
                  <a:srgbClr val="4A4F6A"/>
                </a:solidFill>
                <a:latin typeface="Calibri"/>
                <a:ea typeface="Calibri"/>
                <a:cs typeface="Calibri"/>
              </a:defRPr>
            </a:lvl3pPr>
            <a:lvl4pPr algn="l">
              <a:defRPr sz="1300" b="0">
                <a:solidFill>
                  <a:srgbClr val="4A4F6A"/>
                </a:solidFill>
                <a:latin typeface="Calibri"/>
                <a:ea typeface="Calibri"/>
                <a:cs typeface="Calibri"/>
              </a:defRPr>
            </a:lvl4pPr>
            <a:lvl5pPr algn="l">
              <a:defRPr sz="1300" b="0">
                <a:solidFill>
                  <a:srgbClr val="4A4F6A"/>
                </a:solidFill>
                <a:latin typeface="Calibri"/>
                <a:ea typeface="Calibri"/>
                <a:cs typeface="Calibri"/>
              </a:defRPr>
            </a:lvl5pPr>
            <a:lvl6pPr algn="l">
              <a:defRPr sz="1300" b="0">
                <a:solidFill>
                  <a:srgbClr val="4A4F6A"/>
                </a:solidFill>
                <a:latin typeface="Calibri"/>
                <a:ea typeface="Calibri"/>
                <a:cs typeface="Calibri"/>
              </a:defRPr>
            </a:lvl6pPr>
            <a:lvl7pPr algn="l">
              <a:defRPr sz="1300" b="0">
                <a:solidFill>
                  <a:srgbClr val="4A4F6A"/>
                </a:solidFill>
                <a:latin typeface="Calibri"/>
                <a:ea typeface="Calibri"/>
                <a:cs typeface="Calibri"/>
              </a:defRPr>
            </a:lvl7pPr>
            <a:lvl8pPr algn="l">
              <a:defRPr sz="1300" b="0">
                <a:solidFill>
                  <a:srgbClr val="4A4F6A"/>
                </a:solidFill>
                <a:latin typeface="Calibri"/>
                <a:ea typeface="Calibri"/>
                <a:cs typeface="Calibri"/>
              </a:defRPr>
            </a:lvl8pPr>
            <a:lvl9pPr algn="l">
              <a:defRPr sz="1300" b="0">
                <a:solidFill>
                  <a:srgbClr val="4A4F6A"/>
                </a:solidFill>
                <a:latin typeface="Calibri"/>
                <a:ea typeface="Calibri"/>
                <a:cs typeface="Calibri"/>
              </a:defRPr>
            </a:lvl9pPr>
          </a:lstStyle>
          <a:p>
            <a:pPr defTabSz="1219170">
              <a:defRPr sz="1300" b="0">
                <a:solidFill>
                  <a:srgbClr val="4A4F6A"/>
                </a:solidFill>
                <a:latin typeface="Calibri"/>
                <a:ea typeface="Calibri"/>
                <a:cs typeface="Calibri"/>
              </a:defRPr>
            </a:pPr>
            <a:r>
              <a:rPr sz="1733"/>
              <a:t>Self-study only. Keep a record of successful routes and no-route cases.</a:t>
            </a:r>
          </a:p>
        </p:txBody>
      </p:sp>
    </p:spTree>
    <p:extLst>
      <p:ext uri="{BB962C8B-B14F-4D97-AF65-F5344CB8AC3E}">
        <p14:creationId xmlns:p14="http://schemas.microsoft.com/office/powerpoint/2010/main" val="260395156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12223D"/>
        </a:solidFill>
        <a:effectLst/>
      </p:bgPr>
    </p:bg>
    <p:spTree>
      <p:nvGrpSpPr>
        <p:cNvPr id="1" name=""/>
        <p:cNvGrpSpPr/>
        <p:nvPr/>
      </p:nvGrpSpPr>
      <p:grpSpPr>
        <a:xfrm>
          <a:off x="0" y="0"/>
          <a:ext cx="0" cy="0"/>
          <a:chOff x="0" y="0"/>
          <a:chExt cx="0" cy="0"/>
        </a:xfrm>
      </p:grpSpPr>
      <p:sp>
        <p:nvSpPr>
          <p:cNvPr id="2" name="Oval 1"/>
          <p:cNvSpPr/>
          <p:nvPr/>
        </p:nvSpPr>
        <p:spPr>
          <a:xfrm>
            <a:off x="7498079" y="594360"/>
            <a:ext cx="219456" cy="219456"/>
          </a:xfrm>
          <a:prstGeom prst="ellipse">
            <a:avLst/>
          </a:prstGeom>
          <a:solidFill>
            <a:srgbClr val="E69136"/>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fontScale="40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Oval 2"/>
          <p:cNvSpPr/>
          <p:nvPr/>
        </p:nvSpPr>
        <p:spPr>
          <a:xfrm>
            <a:off x="8211311" y="594360"/>
            <a:ext cx="219456" cy="219456"/>
          </a:xfrm>
          <a:prstGeom prst="ellipse">
            <a:avLst/>
          </a:prstGeom>
          <a:solidFill>
            <a:srgbClr val="1C9B91"/>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fontScale="40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Oval 3"/>
          <p:cNvSpPr/>
          <p:nvPr/>
        </p:nvSpPr>
        <p:spPr>
          <a:xfrm>
            <a:off x="8924544" y="594360"/>
            <a:ext cx="219456" cy="219456"/>
          </a:xfrm>
          <a:prstGeom prst="ellipse">
            <a:avLst/>
          </a:prstGeom>
          <a:solidFill>
            <a:srgbClr val="1C9B91"/>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fontScale="40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Oval 4"/>
          <p:cNvSpPr/>
          <p:nvPr/>
        </p:nvSpPr>
        <p:spPr>
          <a:xfrm>
            <a:off x="9637776" y="594360"/>
            <a:ext cx="219456" cy="219456"/>
          </a:xfrm>
          <a:prstGeom prst="ellipse">
            <a:avLst/>
          </a:prstGeom>
          <a:solidFill>
            <a:srgbClr val="E69136"/>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fontScale="40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Oval 5"/>
          <p:cNvSpPr/>
          <p:nvPr/>
        </p:nvSpPr>
        <p:spPr>
          <a:xfrm>
            <a:off x="10351008" y="594360"/>
            <a:ext cx="219456" cy="219456"/>
          </a:xfrm>
          <a:prstGeom prst="ellipse">
            <a:avLst/>
          </a:prstGeom>
          <a:solidFill>
            <a:srgbClr val="1C9B91"/>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fontScale="40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Oval 6"/>
          <p:cNvSpPr/>
          <p:nvPr/>
        </p:nvSpPr>
        <p:spPr>
          <a:xfrm>
            <a:off x="7498079" y="1325880"/>
            <a:ext cx="219456" cy="219456"/>
          </a:xfrm>
          <a:prstGeom prst="ellipse">
            <a:avLst/>
          </a:prstGeom>
          <a:solidFill>
            <a:srgbClr val="1C9B91"/>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fontScale="40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Oval 7"/>
          <p:cNvSpPr/>
          <p:nvPr/>
        </p:nvSpPr>
        <p:spPr>
          <a:xfrm>
            <a:off x="8211311" y="1325880"/>
            <a:ext cx="219456" cy="219456"/>
          </a:xfrm>
          <a:prstGeom prst="ellipse">
            <a:avLst/>
          </a:prstGeom>
          <a:solidFill>
            <a:srgbClr val="E69136"/>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fontScale="40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Oval 8"/>
          <p:cNvSpPr/>
          <p:nvPr/>
        </p:nvSpPr>
        <p:spPr>
          <a:xfrm>
            <a:off x="8924544" y="1325880"/>
            <a:ext cx="219456" cy="219456"/>
          </a:xfrm>
          <a:prstGeom prst="ellipse">
            <a:avLst/>
          </a:prstGeom>
          <a:solidFill>
            <a:srgbClr val="1C9B91"/>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fontScale="40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Oval 9"/>
          <p:cNvSpPr/>
          <p:nvPr/>
        </p:nvSpPr>
        <p:spPr>
          <a:xfrm>
            <a:off x="9637776" y="1325880"/>
            <a:ext cx="219456" cy="219456"/>
          </a:xfrm>
          <a:prstGeom prst="ellipse">
            <a:avLst/>
          </a:prstGeom>
          <a:solidFill>
            <a:srgbClr val="1C9B91"/>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fontScale="40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Oval 10"/>
          <p:cNvSpPr/>
          <p:nvPr/>
        </p:nvSpPr>
        <p:spPr>
          <a:xfrm>
            <a:off x="10351008" y="1325880"/>
            <a:ext cx="219456" cy="219456"/>
          </a:xfrm>
          <a:prstGeom prst="ellipse">
            <a:avLst/>
          </a:prstGeom>
          <a:solidFill>
            <a:srgbClr val="E69136"/>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fontScale="40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Oval 11"/>
          <p:cNvSpPr/>
          <p:nvPr/>
        </p:nvSpPr>
        <p:spPr>
          <a:xfrm>
            <a:off x="7498079" y="2057400"/>
            <a:ext cx="219456" cy="219456"/>
          </a:xfrm>
          <a:prstGeom prst="ellipse">
            <a:avLst/>
          </a:prstGeom>
          <a:solidFill>
            <a:srgbClr val="1C9B91"/>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fontScale="40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Oval 12"/>
          <p:cNvSpPr/>
          <p:nvPr/>
        </p:nvSpPr>
        <p:spPr>
          <a:xfrm>
            <a:off x="8211311" y="2057400"/>
            <a:ext cx="219456" cy="219456"/>
          </a:xfrm>
          <a:prstGeom prst="ellipse">
            <a:avLst/>
          </a:prstGeom>
          <a:solidFill>
            <a:srgbClr val="1C9B91"/>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fontScale="40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Oval 13"/>
          <p:cNvSpPr/>
          <p:nvPr/>
        </p:nvSpPr>
        <p:spPr>
          <a:xfrm>
            <a:off x="8924544" y="2057400"/>
            <a:ext cx="219456" cy="219456"/>
          </a:xfrm>
          <a:prstGeom prst="ellipse">
            <a:avLst/>
          </a:prstGeom>
          <a:solidFill>
            <a:srgbClr val="E69136"/>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fontScale="40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5" name="Connector 14"/>
          <p:cNvCxnSpPr/>
          <p:nvPr/>
        </p:nvCxnSpPr>
        <p:spPr>
          <a:xfrm>
            <a:off x="7543800" y="704088"/>
            <a:ext cx="0" cy="2221992"/>
          </a:xfrm>
          <a:prstGeom prst="line">
            <a:avLst/>
          </a:prstGeom>
          <a:ln w="12700">
            <a:solidFill>
              <a:srgbClr val="41577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257031" y="704088"/>
            <a:ext cx="0" cy="2221992"/>
          </a:xfrm>
          <a:prstGeom prst="line">
            <a:avLst/>
          </a:prstGeom>
          <a:ln w="12700">
            <a:solidFill>
              <a:srgbClr val="41577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970264" y="704088"/>
            <a:ext cx="0" cy="2221992"/>
          </a:xfrm>
          <a:prstGeom prst="line">
            <a:avLst/>
          </a:prstGeom>
          <a:ln w="12700">
            <a:solidFill>
              <a:srgbClr val="41577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683496" y="704088"/>
            <a:ext cx="0" cy="2221992"/>
          </a:xfrm>
          <a:prstGeom prst="line">
            <a:avLst/>
          </a:prstGeom>
          <a:ln w="12700">
            <a:solidFill>
              <a:srgbClr val="41577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396728" y="704088"/>
            <a:ext cx="0" cy="2221992"/>
          </a:xfrm>
          <a:prstGeom prst="line">
            <a:avLst/>
          </a:prstGeom>
          <a:ln w="12700">
            <a:solidFill>
              <a:srgbClr val="415775"/>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31520" y="1691640"/>
            <a:ext cx="6583680" cy="1097280"/>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3600" b="1">
                <a:solidFill>
                  <a:srgbClr val="FFFFFF"/>
                </a:solidFill>
                <a:latin typeface="Aptos"/>
              </a:defRPr>
            </a:pPr>
            <a:r>
              <a:rPr kumimoji="0" sz="6000" b="1" i="0" u="none" strike="noStrike" kern="1200" cap="none" spc="0" normalizeH="0" baseline="0" noProof="0" dirty="0">
                <a:ln>
                  <a:noFill/>
                </a:ln>
                <a:solidFill>
                  <a:srgbClr val="FFFFFF"/>
                </a:solidFill>
                <a:effectLst/>
                <a:uLnTx/>
                <a:uFillTx/>
                <a:latin typeface="Aptos"/>
                <a:ea typeface="+mn-ea"/>
                <a:cs typeface="+mn-cs"/>
              </a:rPr>
              <a:t>Consulting</a:t>
            </a:r>
          </a:p>
        </p:txBody>
      </p:sp>
      <p:sp>
        <p:nvSpPr>
          <p:cNvPr id="22" name="TextBox 21"/>
          <p:cNvSpPr txBox="1"/>
          <p:nvPr/>
        </p:nvSpPr>
        <p:spPr>
          <a:xfrm>
            <a:off x="777240" y="2834640"/>
            <a:ext cx="6126480" cy="914400"/>
          </a:xfrm>
          <a:prstGeom prst="rect">
            <a:avLst/>
          </a:prstGeom>
          <a:noFill/>
        </p:spPr>
        <p:txBody>
          <a:bodyPr wrap="square" lIns="54864" tIns="22860" rIns="54864" bIns="22860" anchor="t">
            <a:normAutofit lnSpcReduction="10000"/>
          </a:bodyPr>
          <a:lstStyle/>
          <a:p>
            <a:pPr marL="0" marR="0" lvl="0" indent="0" algn="l" defTabSz="457200" rtl="0" eaLnBrk="1" fontAlgn="auto" latinLnBrk="0" hangingPunct="1">
              <a:lnSpc>
                <a:spcPct val="100000"/>
              </a:lnSpc>
              <a:spcBef>
                <a:spcPts val="0"/>
              </a:spcBef>
              <a:spcAft>
                <a:spcPts val="600"/>
              </a:spcAft>
              <a:buClrTx/>
              <a:buSzTx/>
              <a:buFontTx/>
              <a:buNone/>
              <a:tabLst/>
              <a:defRPr sz="2100" b="0">
                <a:solidFill>
                  <a:srgbClr val="DCE6F2"/>
                </a:solidFill>
                <a:latin typeface="Aptos"/>
              </a:defRPr>
            </a:pPr>
            <a:r>
              <a:rPr kumimoji="0" sz="2100" b="0" i="0" u="none" strike="noStrike" kern="1200" cap="none" spc="0" normalizeH="0" baseline="0" noProof="0">
                <a:ln>
                  <a:noFill/>
                </a:ln>
                <a:solidFill>
                  <a:srgbClr val="DCE6F2"/>
                </a:solidFill>
                <a:effectLst/>
                <a:uLnTx/>
                <a:uFillTx/>
                <a:latin typeface="Aptos"/>
                <a:ea typeface="+mn-ea"/>
                <a:cs typeface="+mn-cs"/>
              </a:rPr>
              <a:t>Turning an emergency-routing prototype into a service that can be evaluated, funded, and deployed responsibly.</a:t>
            </a:r>
          </a:p>
        </p:txBody>
      </p:sp>
      <p:sp>
        <p:nvSpPr>
          <p:cNvPr id="24" name="TextBox 23"/>
          <p:cNvSpPr txBox="1"/>
          <p:nvPr/>
        </p:nvSpPr>
        <p:spPr>
          <a:xfrm>
            <a:off x="10332720" y="6172200"/>
            <a:ext cx="1097280" cy="274320"/>
          </a:xfrm>
          <a:prstGeom prst="rect">
            <a:avLst/>
          </a:prstGeom>
          <a:noFill/>
        </p:spPr>
        <p:txBody>
          <a:bodyPr wrap="square" lIns="54864" tIns="22860" rIns="54864" bIns="22860" anchor="t">
            <a:normAutofit/>
          </a:bodyPr>
          <a:lstStyle/>
          <a:p>
            <a:pPr marL="0" marR="0" lvl="0" indent="0" algn="r" defTabSz="457200" rtl="0" eaLnBrk="1" fontAlgn="auto" latinLnBrk="0" hangingPunct="1">
              <a:lnSpc>
                <a:spcPct val="100000"/>
              </a:lnSpc>
              <a:spcBef>
                <a:spcPts val="0"/>
              </a:spcBef>
              <a:spcAft>
                <a:spcPts val="600"/>
              </a:spcAft>
              <a:buClrTx/>
              <a:buSzTx/>
              <a:buFontTx/>
              <a:buNone/>
              <a:tabLst/>
              <a:defRPr sz="1000" b="0">
                <a:solidFill>
                  <a:srgbClr val="AABED6"/>
                </a:solidFill>
                <a:latin typeface="Aptos"/>
              </a:defRPr>
            </a:pPr>
            <a:endParaRPr kumimoji="0" sz="1000" b="0" i="0" u="none" strike="noStrike" kern="1200" cap="none" spc="0" normalizeH="0" baseline="0" noProof="0" dirty="0">
              <a:ln>
                <a:noFill/>
              </a:ln>
              <a:solidFill>
                <a:srgbClr val="AABED6"/>
              </a:solidFill>
              <a:effectLst/>
              <a:uLnTx/>
              <a:uFillTx/>
              <a:latin typeface="Aptos"/>
              <a:ea typeface="+mn-ea"/>
              <a:cs typeface="+mn-cs"/>
            </a:endParaRPr>
          </a:p>
        </p:txBody>
      </p:sp>
    </p:spTree>
    <p:extLst>
      <p:ext uri="{BB962C8B-B14F-4D97-AF65-F5344CB8AC3E}">
        <p14:creationId xmlns:p14="http://schemas.microsoft.com/office/powerpoint/2010/main" val="16208222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AFC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C9B91"/>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02920" y="256032"/>
            <a:ext cx="11155680" cy="502920"/>
          </a:xfrm>
          <a:prstGeom prst="rect">
            <a:avLst/>
          </a:prstGeom>
          <a:noFill/>
        </p:spPr>
        <p:txBody>
          <a:bodyPr wrap="square" lIns="54864" tIns="22860" rIns="54864" bIns="22860" anchor="ctr">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2700" b="1">
                <a:solidFill>
                  <a:srgbClr val="12223D"/>
                </a:solidFill>
                <a:latin typeface="Aptos"/>
              </a:defRPr>
            </a:pPr>
            <a:r>
              <a:rPr kumimoji="0" sz="2700" b="1" i="0" u="none" strike="noStrike" kern="1200" cap="none" spc="0" normalizeH="0" baseline="0" noProof="0">
                <a:ln>
                  <a:noFill/>
                </a:ln>
                <a:solidFill>
                  <a:srgbClr val="12223D"/>
                </a:solidFill>
                <a:effectLst/>
                <a:uLnTx/>
                <a:uFillTx/>
                <a:latin typeface="Aptos"/>
                <a:ea typeface="+mn-ea"/>
                <a:cs typeface="+mn-cs"/>
              </a:rPr>
              <a:t>The four core consulting themes</a:t>
            </a:r>
          </a:p>
        </p:txBody>
      </p:sp>
      <p:sp>
        <p:nvSpPr>
          <p:cNvPr id="6" name="Rounded Rectangle 5"/>
          <p:cNvSpPr/>
          <p:nvPr/>
        </p:nvSpPr>
        <p:spPr>
          <a:xfrm>
            <a:off x="640080" y="1417320"/>
            <a:ext cx="5257800" cy="1737360"/>
          </a:xfrm>
          <a:prstGeom prst="roundRect">
            <a:avLst/>
          </a:prstGeom>
          <a:solidFill>
            <a:srgbClr val="FFFFFF"/>
          </a:solidFill>
          <a:ln w="12700">
            <a:solidFill>
              <a:srgbClr val="DBE4ED"/>
            </a:solid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40080" y="1417320"/>
            <a:ext cx="82296" cy="1737360"/>
          </a:xfrm>
          <a:prstGeom prst="rect">
            <a:avLst/>
          </a:prstGeom>
          <a:solidFill>
            <a:srgbClr val="2D69AA"/>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p:cNvSpPr txBox="1"/>
          <p:nvPr/>
        </p:nvSpPr>
        <p:spPr>
          <a:xfrm>
            <a:off x="841247" y="1554480"/>
            <a:ext cx="4910328" cy="365760"/>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800" b="1">
                <a:solidFill>
                  <a:srgbClr val="12223D"/>
                </a:solidFill>
                <a:latin typeface="Aptos"/>
              </a:defRPr>
            </a:pPr>
            <a:r>
              <a:rPr kumimoji="0" sz="1800" b="1" i="0" u="none" strike="noStrike" kern="1200" cap="none" spc="0" normalizeH="0" baseline="0" noProof="0">
                <a:ln>
                  <a:noFill/>
                </a:ln>
                <a:solidFill>
                  <a:srgbClr val="12223D"/>
                </a:solidFill>
                <a:effectLst/>
                <a:uLnTx/>
                <a:uFillTx/>
                <a:latin typeface="Aptos"/>
                <a:ea typeface="+mn-ea"/>
                <a:cs typeface="+mn-cs"/>
              </a:rPr>
              <a:t>1. Service model</a:t>
            </a:r>
          </a:p>
        </p:txBody>
      </p:sp>
      <p:sp>
        <p:nvSpPr>
          <p:cNvPr id="9" name="TextBox 8"/>
          <p:cNvSpPr txBox="1"/>
          <p:nvPr/>
        </p:nvSpPr>
        <p:spPr>
          <a:xfrm>
            <a:off x="841247" y="1984248"/>
            <a:ext cx="4910328" cy="1078992"/>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500" b="0">
                <a:solidFill>
                  <a:srgbClr val="232D3A"/>
                </a:solidFill>
                <a:latin typeface="Aptos"/>
              </a:defRPr>
            </a:pPr>
            <a:r>
              <a:rPr kumimoji="0" sz="1500" b="0" i="0" u="none" strike="noStrike" kern="1200" cap="none" spc="0" normalizeH="0" baseline="0" noProof="0">
                <a:ln>
                  <a:noFill/>
                </a:ln>
                <a:solidFill>
                  <a:srgbClr val="232D3A"/>
                </a:solidFill>
                <a:effectLst/>
                <a:uLnTx/>
                <a:uFillTx/>
                <a:latin typeface="Aptos"/>
                <a:ea typeface="+mn-ea"/>
                <a:cs typeface="+mn-cs"/>
              </a:rPr>
              <a:t>Who uses the system? Who operates it? Where does the route recommendation fit into dispatch and driver workflows?</a:t>
            </a:r>
          </a:p>
        </p:txBody>
      </p:sp>
      <p:sp>
        <p:nvSpPr>
          <p:cNvPr id="10" name="Rounded Rectangle 9"/>
          <p:cNvSpPr/>
          <p:nvPr/>
        </p:nvSpPr>
        <p:spPr>
          <a:xfrm>
            <a:off x="6309360" y="1417320"/>
            <a:ext cx="5257800" cy="1737360"/>
          </a:xfrm>
          <a:prstGeom prst="roundRect">
            <a:avLst/>
          </a:prstGeom>
          <a:solidFill>
            <a:srgbClr val="FFFFFF"/>
          </a:solidFill>
          <a:ln w="12700">
            <a:solidFill>
              <a:srgbClr val="DBE4ED"/>
            </a:solid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6309360" y="1417320"/>
            <a:ext cx="82296" cy="1737360"/>
          </a:xfrm>
          <a:prstGeom prst="rect">
            <a:avLst/>
          </a:prstGeom>
          <a:solidFill>
            <a:srgbClr val="1C9B91"/>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6510528" y="1554480"/>
            <a:ext cx="4910328" cy="365760"/>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800" b="1">
                <a:solidFill>
                  <a:srgbClr val="12223D"/>
                </a:solidFill>
                <a:latin typeface="Aptos"/>
              </a:defRPr>
            </a:pPr>
            <a:r>
              <a:rPr kumimoji="0" sz="1800" b="1" i="0" u="none" strike="noStrike" kern="1200" cap="none" spc="0" normalizeH="0" baseline="0" noProof="0">
                <a:ln>
                  <a:noFill/>
                </a:ln>
                <a:solidFill>
                  <a:srgbClr val="12223D"/>
                </a:solidFill>
                <a:effectLst/>
                <a:uLnTx/>
                <a:uFillTx/>
                <a:latin typeface="Aptos"/>
                <a:ea typeface="+mn-ea"/>
                <a:cs typeface="+mn-cs"/>
              </a:rPr>
              <a:t>2. Funding &amp; contracts</a:t>
            </a:r>
          </a:p>
        </p:txBody>
      </p:sp>
      <p:sp>
        <p:nvSpPr>
          <p:cNvPr id="13" name="TextBox 12"/>
          <p:cNvSpPr txBox="1"/>
          <p:nvPr/>
        </p:nvSpPr>
        <p:spPr>
          <a:xfrm>
            <a:off x="6510528" y="1984248"/>
            <a:ext cx="4910328" cy="1078992"/>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500" b="0">
                <a:solidFill>
                  <a:srgbClr val="232D3A"/>
                </a:solidFill>
                <a:latin typeface="Aptos"/>
              </a:defRPr>
            </a:pPr>
            <a:r>
              <a:rPr kumimoji="0" sz="1500" b="0" i="0" u="none" strike="noStrike" kern="1200" cap="none" spc="0" normalizeH="0" baseline="0" noProof="0">
                <a:ln>
                  <a:noFill/>
                </a:ln>
                <a:solidFill>
                  <a:srgbClr val="232D3A"/>
                </a:solidFill>
                <a:effectLst/>
                <a:uLnTx/>
                <a:uFillTx/>
                <a:latin typeface="Aptos"/>
                <a:ea typeface="+mn-ea"/>
                <a:cs typeface="+mn-cs"/>
              </a:rPr>
              <a:t>Who pays, who maintains the service, and what performance commitments are written into an agreement?</a:t>
            </a:r>
          </a:p>
        </p:txBody>
      </p:sp>
      <p:sp>
        <p:nvSpPr>
          <p:cNvPr id="14" name="Rounded Rectangle 13"/>
          <p:cNvSpPr/>
          <p:nvPr/>
        </p:nvSpPr>
        <p:spPr>
          <a:xfrm>
            <a:off x="640080" y="3566160"/>
            <a:ext cx="5257800" cy="1737360"/>
          </a:xfrm>
          <a:prstGeom prst="roundRect">
            <a:avLst/>
          </a:prstGeom>
          <a:solidFill>
            <a:srgbClr val="FFFFFF"/>
          </a:solidFill>
          <a:ln w="12700">
            <a:solidFill>
              <a:srgbClr val="DBE4ED"/>
            </a:solid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640080" y="3566160"/>
            <a:ext cx="82296" cy="1737360"/>
          </a:xfrm>
          <a:prstGeom prst="rect">
            <a:avLst/>
          </a:prstGeom>
          <a:solidFill>
            <a:srgbClr val="C44A4A"/>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15"/>
          <p:cNvSpPr txBox="1"/>
          <p:nvPr/>
        </p:nvSpPr>
        <p:spPr>
          <a:xfrm>
            <a:off x="841247" y="3703320"/>
            <a:ext cx="4910328" cy="365760"/>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800" b="1">
                <a:solidFill>
                  <a:srgbClr val="12223D"/>
                </a:solidFill>
                <a:latin typeface="Aptos"/>
              </a:defRPr>
            </a:pPr>
            <a:r>
              <a:rPr kumimoji="0" sz="1800" b="1" i="0" u="none" strike="noStrike" kern="1200" cap="none" spc="0" normalizeH="0" baseline="0" noProof="0">
                <a:ln>
                  <a:noFill/>
                </a:ln>
                <a:solidFill>
                  <a:srgbClr val="12223D"/>
                </a:solidFill>
                <a:effectLst/>
                <a:uLnTx/>
                <a:uFillTx/>
                <a:latin typeface="Aptos"/>
                <a:ea typeface="+mn-ea"/>
                <a:cs typeface="+mn-cs"/>
              </a:rPr>
              <a:t>3. Risks</a:t>
            </a:r>
          </a:p>
        </p:txBody>
      </p:sp>
      <p:sp>
        <p:nvSpPr>
          <p:cNvPr id="17" name="TextBox 16"/>
          <p:cNvSpPr txBox="1"/>
          <p:nvPr/>
        </p:nvSpPr>
        <p:spPr>
          <a:xfrm>
            <a:off x="841247" y="4133088"/>
            <a:ext cx="4910328" cy="1078992"/>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500" b="0">
                <a:solidFill>
                  <a:srgbClr val="232D3A"/>
                </a:solidFill>
                <a:latin typeface="Aptos"/>
              </a:defRPr>
            </a:pPr>
            <a:r>
              <a:rPr kumimoji="0" sz="1500" b="0" i="0" u="none" strike="noStrike" kern="1200" cap="none" spc="0" normalizeH="0" baseline="0" noProof="0" dirty="0">
                <a:ln>
                  <a:noFill/>
                </a:ln>
                <a:solidFill>
                  <a:srgbClr val="232D3A"/>
                </a:solidFill>
                <a:effectLst/>
                <a:uLnTx/>
                <a:uFillTx/>
                <a:latin typeface="Aptos"/>
                <a:ea typeface="+mn-ea"/>
                <a:cs typeface="+mn-cs"/>
              </a:rPr>
              <a:t>What could go wrong</a:t>
            </a:r>
            <a:r>
              <a:rPr kumimoji="0" lang="en-US" sz="1500" b="0" i="0" u="none" strike="noStrike" kern="1200" cap="none" spc="0" normalizeH="0" baseline="0" noProof="0" dirty="0">
                <a:ln>
                  <a:noFill/>
                </a:ln>
                <a:solidFill>
                  <a:srgbClr val="232D3A"/>
                </a:solidFill>
                <a:effectLst/>
                <a:uLnTx/>
                <a:uFillTx/>
                <a:latin typeface="Aptos"/>
                <a:ea typeface="+mn-ea"/>
                <a:cs typeface="+mn-cs"/>
              </a:rPr>
              <a:t>? F</a:t>
            </a:r>
            <a:r>
              <a:rPr kumimoji="0" sz="1500" b="0" i="0" u="none" strike="noStrike" kern="1200" cap="none" spc="0" normalizeH="0" baseline="0" noProof="0" dirty="0">
                <a:ln>
                  <a:noFill/>
                </a:ln>
                <a:solidFill>
                  <a:srgbClr val="232D3A"/>
                </a:solidFill>
                <a:effectLst/>
                <a:uLnTx/>
                <a:uFillTx/>
                <a:latin typeface="Aptos"/>
                <a:ea typeface="+mn-ea"/>
                <a:cs typeface="+mn-cs"/>
              </a:rPr>
              <a:t>rom missed hazards to stale data</a:t>
            </a:r>
            <a:r>
              <a:rPr kumimoji="0" lang="en-US" sz="1500" b="0" i="0" u="none" strike="noStrike" kern="1200" cap="none" spc="0" normalizeH="0" baseline="0" noProof="0" dirty="0">
                <a:ln>
                  <a:noFill/>
                </a:ln>
                <a:solidFill>
                  <a:srgbClr val="232D3A"/>
                </a:solidFill>
                <a:effectLst/>
                <a:uLnTx/>
                <a:uFillTx/>
                <a:latin typeface="Aptos"/>
                <a:ea typeface="+mn-ea"/>
                <a:cs typeface="+mn-cs"/>
              </a:rPr>
              <a:t>. H</a:t>
            </a:r>
            <a:r>
              <a:rPr kumimoji="0" sz="1500" b="0" i="0" u="none" strike="noStrike" kern="1200" cap="none" spc="0" normalizeH="0" baseline="0" noProof="0" dirty="0">
                <a:ln>
                  <a:noFill/>
                </a:ln>
                <a:solidFill>
                  <a:srgbClr val="232D3A"/>
                </a:solidFill>
                <a:effectLst/>
                <a:uLnTx/>
                <a:uFillTx/>
                <a:latin typeface="Aptos"/>
                <a:ea typeface="+mn-ea"/>
                <a:cs typeface="+mn-cs"/>
              </a:rPr>
              <a:t>ow will each risk be managed?</a:t>
            </a:r>
          </a:p>
        </p:txBody>
      </p:sp>
      <p:sp>
        <p:nvSpPr>
          <p:cNvPr id="18" name="Rounded Rectangle 17"/>
          <p:cNvSpPr/>
          <p:nvPr/>
        </p:nvSpPr>
        <p:spPr>
          <a:xfrm>
            <a:off x="6309360" y="3566160"/>
            <a:ext cx="5257800" cy="1737360"/>
          </a:xfrm>
          <a:prstGeom prst="roundRect">
            <a:avLst/>
          </a:prstGeom>
          <a:solidFill>
            <a:srgbClr val="FFFFFF"/>
          </a:solidFill>
          <a:ln w="12700">
            <a:solidFill>
              <a:srgbClr val="DBE4ED"/>
            </a:solid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Rectangle 18"/>
          <p:cNvSpPr/>
          <p:nvPr/>
        </p:nvSpPr>
        <p:spPr>
          <a:xfrm>
            <a:off x="6309360" y="3566160"/>
            <a:ext cx="82296" cy="1737360"/>
          </a:xfrm>
          <a:prstGeom prst="rect">
            <a:avLst/>
          </a:prstGeom>
          <a:solidFill>
            <a:srgbClr val="E69136"/>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TextBox 19"/>
          <p:cNvSpPr txBox="1"/>
          <p:nvPr/>
        </p:nvSpPr>
        <p:spPr>
          <a:xfrm>
            <a:off x="6510528" y="3703320"/>
            <a:ext cx="4910328" cy="365760"/>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800" b="1">
                <a:solidFill>
                  <a:srgbClr val="12223D"/>
                </a:solidFill>
                <a:latin typeface="Aptos"/>
              </a:defRPr>
            </a:pPr>
            <a:r>
              <a:rPr kumimoji="0" sz="1800" b="1" i="0" u="none" strike="noStrike" kern="1200" cap="none" spc="0" normalizeH="0" baseline="0" noProof="0">
                <a:ln>
                  <a:noFill/>
                </a:ln>
                <a:solidFill>
                  <a:srgbClr val="12223D"/>
                </a:solidFill>
                <a:effectLst/>
                <a:uLnTx/>
                <a:uFillTx/>
                <a:latin typeface="Aptos"/>
                <a:ea typeface="+mn-ea"/>
                <a:cs typeface="+mn-cs"/>
              </a:rPr>
              <a:t>4. Rollout &amp; KPIs</a:t>
            </a:r>
          </a:p>
        </p:txBody>
      </p:sp>
      <p:sp>
        <p:nvSpPr>
          <p:cNvPr id="21" name="TextBox 20"/>
          <p:cNvSpPr txBox="1"/>
          <p:nvPr/>
        </p:nvSpPr>
        <p:spPr>
          <a:xfrm>
            <a:off x="6510528" y="4133088"/>
            <a:ext cx="4910328" cy="1078992"/>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500" b="0">
                <a:solidFill>
                  <a:srgbClr val="232D3A"/>
                </a:solidFill>
                <a:latin typeface="Aptos"/>
              </a:defRPr>
            </a:pPr>
            <a:r>
              <a:rPr kumimoji="0" sz="1500" b="0" i="0" u="none" strike="noStrike" kern="1200" cap="none" spc="0" normalizeH="0" baseline="0" noProof="0">
                <a:ln>
                  <a:noFill/>
                </a:ln>
                <a:solidFill>
                  <a:srgbClr val="232D3A"/>
                </a:solidFill>
                <a:effectLst/>
                <a:uLnTx/>
                <a:uFillTx/>
                <a:latin typeface="Aptos"/>
                <a:ea typeface="+mn-ea"/>
                <a:cs typeface="+mn-cs"/>
              </a:rPr>
              <a:t>How should a pilot be run, measured, reviewed, and either expanded or stopped?</a:t>
            </a:r>
          </a:p>
        </p:txBody>
      </p:sp>
    </p:spTree>
    <p:extLst>
      <p:ext uri="{BB962C8B-B14F-4D97-AF65-F5344CB8AC3E}">
        <p14:creationId xmlns:p14="http://schemas.microsoft.com/office/powerpoint/2010/main" val="414804294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AFC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C9B91"/>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02920" y="256032"/>
            <a:ext cx="11155680" cy="502920"/>
          </a:xfrm>
          <a:prstGeom prst="rect">
            <a:avLst/>
          </a:prstGeom>
          <a:noFill/>
        </p:spPr>
        <p:txBody>
          <a:bodyPr wrap="square" lIns="54864" tIns="22860" rIns="54864" bIns="22860" anchor="ctr">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2700" b="1">
                <a:solidFill>
                  <a:srgbClr val="12223D"/>
                </a:solidFill>
                <a:latin typeface="Aptos"/>
              </a:defRPr>
            </a:pPr>
            <a:r>
              <a:rPr kumimoji="0" sz="2700" b="1" i="0" u="none" strike="noStrike" kern="1200" cap="none" spc="0" normalizeH="0" baseline="0" noProof="0" dirty="0">
                <a:ln>
                  <a:noFill/>
                </a:ln>
                <a:solidFill>
                  <a:srgbClr val="12223D"/>
                </a:solidFill>
                <a:effectLst/>
                <a:uLnTx/>
                <a:uFillTx/>
                <a:latin typeface="Aptos"/>
                <a:ea typeface="+mn-ea"/>
                <a:cs typeface="+mn-cs"/>
              </a:rPr>
              <a:t>Design the service model</a:t>
            </a:r>
          </a:p>
        </p:txBody>
      </p:sp>
      <p:sp>
        <p:nvSpPr>
          <p:cNvPr id="6" name="TextBox 5"/>
          <p:cNvSpPr txBox="1"/>
          <p:nvPr/>
        </p:nvSpPr>
        <p:spPr>
          <a:xfrm>
            <a:off x="685800" y="1280160"/>
            <a:ext cx="5212080" cy="502920"/>
          </a:xfrm>
          <a:prstGeom prst="rect">
            <a:avLst/>
          </a:prstGeom>
          <a:noFill/>
        </p:spPr>
        <p:txBody>
          <a:bodyPr wrap="square" lIns="54864" tIns="22860" rIns="54864" bIns="22860" anchor="t">
            <a:normAutofit fontScale="85000" lnSpcReduction="20000"/>
          </a:bodyPr>
          <a:lstStyle/>
          <a:p>
            <a:pPr marL="0" marR="0" lvl="0" indent="0" algn="l" defTabSz="457200" rtl="0" eaLnBrk="1" fontAlgn="auto" latinLnBrk="0" hangingPunct="1">
              <a:lnSpc>
                <a:spcPct val="100000"/>
              </a:lnSpc>
              <a:spcBef>
                <a:spcPts val="0"/>
              </a:spcBef>
              <a:spcAft>
                <a:spcPts val="600"/>
              </a:spcAft>
              <a:buClrTx/>
              <a:buSzTx/>
              <a:buFontTx/>
              <a:buNone/>
              <a:tabLst/>
              <a:defRPr sz="2000" b="1">
                <a:solidFill>
                  <a:srgbClr val="12223D"/>
                </a:solidFill>
                <a:latin typeface="Aptos"/>
              </a:defRPr>
            </a:pPr>
            <a:r>
              <a:rPr kumimoji="0" sz="2000" b="1" i="0" u="none" strike="noStrike" kern="1200" cap="none" spc="0" normalizeH="0" baseline="0" noProof="0">
                <a:ln>
                  <a:noFill/>
                </a:ln>
                <a:solidFill>
                  <a:srgbClr val="12223D"/>
                </a:solidFill>
                <a:effectLst/>
                <a:uLnTx/>
                <a:uFillTx/>
                <a:latin typeface="Aptos"/>
                <a:ea typeface="+mn-ea"/>
                <a:cs typeface="+mn-cs"/>
              </a:rPr>
              <a:t>Define the city-funded service and its real operating users.</a:t>
            </a:r>
          </a:p>
        </p:txBody>
      </p:sp>
      <p:sp>
        <p:nvSpPr>
          <p:cNvPr id="7" name="TextBox 6"/>
          <p:cNvSpPr txBox="1"/>
          <p:nvPr/>
        </p:nvSpPr>
        <p:spPr>
          <a:xfrm>
            <a:off x="731520" y="1920240"/>
            <a:ext cx="5486400" cy="3474720"/>
          </a:xfrm>
          <a:prstGeom prst="rect">
            <a:avLst/>
          </a:prstGeom>
          <a:noFill/>
        </p:spPr>
        <p:txBody>
          <a:bodyPr wrap="square" lIns="54864" tIns="22860" rIns="54864" bIns="22860">
            <a:normAutofit/>
          </a:bodyPr>
          <a:lstStyle/>
          <a:p>
            <a:pPr marL="0" marR="0" lvl="0" indent="0" algn="l" defTabSz="457200" rtl="0" eaLnBrk="1" fontAlgn="auto" latinLnBrk="0" hangingPunct="1">
              <a:lnSpc>
                <a:spcPct val="100000"/>
              </a:lnSpc>
              <a:spcBef>
                <a:spcPts val="0"/>
              </a:spcBef>
              <a:spcAft>
                <a:spcPts val="1000"/>
              </a:spcAft>
              <a:buClrTx/>
              <a:buSzTx/>
              <a:buFontTx/>
              <a:buNone/>
              <a:tabLst/>
              <a:defRPr sz="1500">
                <a:solidFill>
                  <a:srgbClr val="232D3A"/>
                </a:solidFill>
                <a:latin typeface="Aptos"/>
              </a:defRPr>
            </a:pPr>
            <a:r>
              <a:rPr kumimoji="0" sz="1500" b="0" i="0" u="none" strike="noStrike" kern="1200" cap="none" spc="0" normalizeH="0" baseline="0" noProof="0" dirty="0">
                <a:ln>
                  <a:noFill/>
                </a:ln>
                <a:solidFill>
                  <a:srgbClr val="232D3A"/>
                </a:solidFill>
                <a:effectLst/>
                <a:uLnTx/>
                <a:uFillTx/>
                <a:latin typeface="Aptos"/>
                <a:ea typeface="+mn-ea"/>
                <a:cs typeface="+mn-cs"/>
              </a:rPr>
              <a:t>• Users </a:t>
            </a:r>
            <a:r>
              <a:rPr kumimoji="0" lang="en-US" sz="1500" b="0" i="0" u="none" strike="noStrike" kern="1200" cap="none" spc="0" normalizeH="0" baseline="0" noProof="0" dirty="0">
                <a:ln>
                  <a:noFill/>
                </a:ln>
                <a:solidFill>
                  <a:srgbClr val="232D3A"/>
                </a:solidFill>
                <a:effectLst/>
                <a:uLnTx/>
                <a:uFillTx/>
                <a:latin typeface="Aptos"/>
                <a:ea typeface="+mn-ea"/>
                <a:cs typeface="+mn-cs"/>
              </a:rPr>
              <a:t>:</a:t>
            </a:r>
            <a:r>
              <a:rPr kumimoji="0" sz="1500" b="0" i="0" u="none" strike="noStrike" kern="1200" cap="none" spc="0" normalizeH="0" baseline="0" noProof="0" dirty="0">
                <a:ln>
                  <a:noFill/>
                </a:ln>
                <a:solidFill>
                  <a:srgbClr val="232D3A"/>
                </a:solidFill>
                <a:effectLst/>
                <a:uLnTx/>
                <a:uFillTx/>
                <a:latin typeface="Aptos"/>
                <a:ea typeface="+mn-ea"/>
                <a:cs typeface="+mn-cs"/>
              </a:rPr>
              <a:t> City dispatchers, third-party emergency-vehicle operators, and authorized planners.</a:t>
            </a:r>
          </a:p>
          <a:p>
            <a:pPr marL="0" marR="0" lvl="0" indent="0" algn="l" defTabSz="457200" rtl="0" eaLnBrk="1" fontAlgn="auto" latinLnBrk="0" hangingPunct="1">
              <a:lnSpc>
                <a:spcPct val="100000"/>
              </a:lnSpc>
              <a:spcBef>
                <a:spcPts val="0"/>
              </a:spcBef>
              <a:spcAft>
                <a:spcPts val="1000"/>
              </a:spcAft>
              <a:buClrTx/>
              <a:buSzTx/>
              <a:buFontTx/>
              <a:buNone/>
              <a:tabLst/>
              <a:defRPr sz="1500">
                <a:solidFill>
                  <a:srgbClr val="232D3A"/>
                </a:solidFill>
                <a:latin typeface="Aptos"/>
              </a:defRPr>
            </a:pPr>
            <a:r>
              <a:rPr kumimoji="0" sz="1500" b="0" i="0" u="none" strike="noStrike" kern="1200" cap="none" spc="0" normalizeH="0" baseline="0" noProof="0" dirty="0">
                <a:ln>
                  <a:noFill/>
                </a:ln>
                <a:solidFill>
                  <a:srgbClr val="232D3A"/>
                </a:solidFill>
                <a:effectLst/>
                <a:uLnTx/>
                <a:uFillTx/>
                <a:latin typeface="Aptos"/>
                <a:ea typeface="+mn-ea"/>
                <a:cs typeface="+mn-cs"/>
              </a:rPr>
              <a:t>• Input </a:t>
            </a:r>
            <a:r>
              <a:rPr kumimoji="0" lang="en-US" sz="1500" b="0" i="0" u="none" strike="noStrike" kern="1200" cap="none" spc="0" normalizeH="0" baseline="0" noProof="0" dirty="0">
                <a:ln>
                  <a:noFill/>
                </a:ln>
                <a:solidFill>
                  <a:srgbClr val="232D3A"/>
                </a:solidFill>
                <a:effectLst/>
                <a:uLnTx/>
                <a:uFillTx/>
                <a:latin typeface="Aptos"/>
                <a:ea typeface="+mn-ea"/>
                <a:cs typeface="+mn-cs"/>
              </a:rPr>
              <a:t>:</a:t>
            </a:r>
            <a:r>
              <a:rPr kumimoji="0" sz="1500" b="0" i="0" u="none" strike="noStrike" kern="1200" cap="none" spc="0" normalizeH="0" baseline="0" noProof="0" dirty="0">
                <a:ln>
                  <a:noFill/>
                </a:ln>
                <a:solidFill>
                  <a:srgbClr val="232D3A"/>
                </a:solidFill>
                <a:effectLst/>
                <a:uLnTx/>
                <a:uFillTx/>
                <a:latin typeface="Aptos"/>
                <a:ea typeface="+mn-ea"/>
                <a:cs typeface="+mn-cs"/>
              </a:rPr>
              <a:t> Current road/map information and the model's predictions.</a:t>
            </a:r>
          </a:p>
          <a:p>
            <a:pPr marL="0" marR="0" lvl="0" indent="0" algn="l" defTabSz="457200" rtl="0" eaLnBrk="1" fontAlgn="auto" latinLnBrk="0" hangingPunct="1">
              <a:lnSpc>
                <a:spcPct val="100000"/>
              </a:lnSpc>
              <a:spcBef>
                <a:spcPts val="0"/>
              </a:spcBef>
              <a:spcAft>
                <a:spcPts val="1000"/>
              </a:spcAft>
              <a:buClrTx/>
              <a:buSzTx/>
              <a:buFontTx/>
              <a:buNone/>
              <a:tabLst/>
              <a:defRPr sz="1500">
                <a:solidFill>
                  <a:srgbClr val="232D3A"/>
                </a:solidFill>
                <a:latin typeface="Aptos"/>
              </a:defRPr>
            </a:pPr>
            <a:r>
              <a:rPr kumimoji="0" sz="1500" b="0" i="0" u="none" strike="noStrike" kern="1200" cap="none" spc="0" normalizeH="0" baseline="0" noProof="0" dirty="0">
                <a:ln>
                  <a:noFill/>
                </a:ln>
                <a:solidFill>
                  <a:srgbClr val="232D3A"/>
                </a:solidFill>
                <a:effectLst/>
                <a:uLnTx/>
                <a:uFillTx/>
                <a:latin typeface="Aptos"/>
                <a:ea typeface="+mn-ea"/>
                <a:cs typeface="+mn-cs"/>
              </a:rPr>
              <a:t>• Output </a:t>
            </a:r>
            <a:r>
              <a:rPr kumimoji="0" lang="en-US" sz="1500" b="0" i="0" u="none" strike="noStrike" kern="1200" cap="none" spc="0" normalizeH="0" baseline="0" noProof="0" dirty="0">
                <a:ln>
                  <a:noFill/>
                </a:ln>
                <a:solidFill>
                  <a:srgbClr val="232D3A"/>
                </a:solidFill>
                <a:effectLst/>
                <a:uLnTx/>
                <a:uFillTx/>
                <a:latin typeface="Aptos"/>
                <a:ea typeface="+mn-ea"/>
                <a:cs typeface="+mn-cs"/>
              </a:rPr>
              <a:t>:</a:t>
            </a:r>
            <a:r>
              <a:rPr kumimoji="0" sz="1500" b="0" i="0" u="none" strike="noStrike" kern="1200" cap="none" spc="0" normalizeH="0" baseline="0" noProof="0" dirty="0">
                <a:ln>
                  <a:noFill/>
                </a:ln>
                <a:solidFill>
                  <a:srgbClr val="232D3A"/>
                </a:solidFill>
                <a:effectLst/>
                <a:uLnTx/>
                <a:uFillTx/>
                <a:latin typeface="Aptos"/>
                <a:ea typeface="+mn-ea"/>
                <a:cs typeface="+mn-cs"/>
              </a:rPr>
              <a:t> A proposed route plus its estimated travel cost and risk signals.</a:t>
            </a:r>
          </a:p>
          <a:p>
            <a:pPr marL="0" marR="0" lvl="0" indent="0" algn="l" defTabSz="457200" rtl="0" eaLnBrk="1" fontAlgn="auto" latinLnBrk="0" hangingPunct="1">
              <a:lnSpc>
                <a:spcPct val="100000"/>
              </a:lnSpc>
              <a:spcBef>
                <a:spcPts val="0"/>
              </a:spcBef>
              <a:spcAft>
                <a:spcPts val="1000"/>
              </a:spcAft>
              <a:buClrTx/>
              <a:buSzTx/>
              <a:buFontTx/>
              <a:buNone/>
              <a:tabLst/>
              <a:defRPr sz="1500">
                <a:solidFill>
                  <a:srgbClr val="232D3A"/>
                </a:solidFill>
                <a:latin typeface="Aptos"/>
              </a:defRPr>
            </a:pPr>
            <a:r>
              <a:rPr kumimoji="0" sz="1500" b="0" i="0" u="none" strike="noStrike" kern="1200" cap="none" spc="0" normalizeH="0" baseline="0" noProof="0" dirty="0">
                <a:ln>
                  <a:noFill/>
                </a:ln>
                <a:solidFill>
                  <a:srgbClr val="232D3A"/>
                </a:solidFill>
                <a:effectLst/>
                <a:uLnTx/>
                <a:uFillTx/>
                <a:latin typeface="Aptos"/>
                <a:ea typeface="+mn-ea"/>
                <a:cs typeface="+mn-cs"/>
              </a:rPr>
              <a:t>• Decision authority </a:t>
            </a:r>
            <a:r>
              <a:rPr kumimoji="0" lang="en-US" sz="1500" b="0" i="0" u="none" strike="noStrike" kern="1200" cap="none" spc="0" normalizeH="0" baseline="0" noProof="0" dirty="0">
                <a:ln>
                  <a:noFill/>
                </a:ln>
                <a:solidFill>
                  <a:srgbClr val="232D3A"/>
                </a:solidFill>
                <a:effectLst/>
                <a:uLnTx/>
                <a:uFillTx/>
                <a:latin typeface="Aptos"/>
                <a:ea typeface="+mn-ea"/>
                <a:cs typeface="+mn-cs"/>
              </a:rPr>
              <a:t>:</a:t>
            </a:r>
            <a:r>
              <a:rPr kumimoji="0" sz="1500" b="0" i="0" u="none" strike="noStrike" kern="1200" cap="none" spc="0" normalizeH="0" baseline="0" noProof="0" dirty="0">
                <a:ln>
                  <a:noFill/>
                </a:ln>
                <a:solidFill>
                  <a:srgbClr val="232D3A"/>
                </a:solidFill>
                <a:effectLst/>
                <a:uLnTx/>
                <a:uFillTx/>
                <a:latin typeface="Aptos"/>
                <a:ea typeface="+mn-ea"/>
                <a:cs typeface="+mn-cs"/>
              </a:rPr>
              <a:t> Dispatchers/operators retain authority to accept, change, or reject the recommended route.</a:t>
            </a:r>
          </a:p>
          <a:p>
            <a:pPr marL="0" marR="0" lvl="0" indent="0" algn="l" defTabSz="457200" rtl="0" eaLnBrk="1" fontAlgn="auto" latinLnBrk="0" hangingPunct="1">
              <a:lnSpc>
                <a:spcPct val="100000"/>
              </a:lnSpc>
              <a:spcBef>
                <a:spcPts val="0"/>
              </a:spcBef>
              <a:spcAft>
                <a:spcPts val="1000"/>
              </a:spcAft>
              <a:buClrTx/>
              <a:buSzTx/>
              <a:buFontTx/>
              <a:buNone/>
              <a:tabLst/>
              <a:defRPr sz="1500">
                <a:solidFill>
                  <a:srgbClr val="232D3A"/>
                </a:solidFill>
                <a:latin typeface="Aptos"/>
              </a:defRPr>
            </a:pPr>
            <a:r>
              <a:rPr kumimoji="0" sz="1500" b="0" i="0" u="none" strike="noStrike" kern="1200" cap="none" spc="0" normalizeH="0" baseline="0" noProof="0" dirty="0">
                <a:ln>
                  <a:noFill/>
                </a:ln>
                <a:solidFill>
                  <a:srgbClr val="232D3A"/>
                </a:solidFill>
                <a:effectLst/>
                <a:uLnTx/>
                <a:uFillTx/>
                <a:latin typeface="Aptos"/>
                <a:ea typeface="+mn-ea"/>
                <a:cs typeface="+mn-cs"/>
              </a:rPr>
              <a:t>• Operations </a:t>
            </a:r>
            <a:r>
              <a:rPr kumimoji="0" lang="en-US" sz="1500" b="0" i="0" u="none" strike="noStrike" kern="1200" cap="none" spc="0" normalizeH="0" baseline="0" noProof="0" dirty="0">
                <a:ln>
                  <a:noFill/>
                </a:ln>
                <a:solidFill>
                  <a:srgbClr val="232D3A"/>
                </a:solidFill>
                <a:effectLst/>
                <a:uLnTx/>
                <a:uFillTx/>
                <a:latin typeface="Aptos"/>
                <a:ea typeface="+mn-ea"/>
                <a:cs typeface="+mn-cs"/>
              </a:rPr>
              <a:t>:</a:t>
            </a:r>
            <a:r>
              <a:rPr kumimoji="0" sz="1500" b="0" i="0" u="none" strike="noStrike" kern="1200" cap="none" spc="0" normalizeH="0" baseline="0" noProof="0" dirty="0">
                <a:ln>
                  <a:noFill/>
                </a:ln>
                <a:solidFill>
                  <a:srgbClr val="232D3A"/>
                </a:solidFill>
                <a:effectLst/>
                <a:uLnTx/>
                <a:uFillTx/>
                <a:latin typeface="Aptos"/>
                <a:ea typeface="+mn-ea"/>
                <a:cs typeface="+mn-cs"/>
              </a:rPr>
              <a:t> Specify who updates data, monitors failures, and handles outages.</a:t>
            </a:r>
          </a:p>
        </p:txBody>
      </p:sp>
      <p:sp>
        <p:nvSpPr>
          <p:cNvPr id="8" name="Rounded Rectangle 7"/>
          <p:cNvSpPr/>
          <p:nvPr/>
        </p:nvSpPr>
        <p:spPr>
          <a:xfrm>
            <a:off x="6537960" y="1508760"/>
            <a:ext cx="4800600" cy="3337560"/>
          </a:xfrm>
          <a:prstGeom prst="roundRect">
            <a:avLst/>
          </a:prstGeom>
          <a:solidFill>
            <a:srgbClr val="FFFFFF"/>
          </a:solidFill>
          <a:ln w="12700">
            <a:solidFill>
              <a:srgbClr val="DBE4ED"/>
            </a:solid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p:nvSpPr>
        <p:spPr>
          <a:xfrm>
            <a:off x="6537960" y="1508760"/>
            <a:ext cx="82296" cy="3337560"/>
          </a:xfrm>
          <a:prstGeom prst="rect">
            <a:avLst/>
          </a:prstGeom>
          <a:solidFill>
            <a:srgbClr val="1C9B91"/>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9"/>
          <p:cNvSpPr txBox="1"/>
          <p:nvPr/>
        </p:nvSpPr>
        <p:spPr>
          <a:xfrm>
            <a:off x="6748272" y="1709928"/>
            <a:ext cx="4453128" cy="365760"/>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800" b="1">
                <a:solidFill>
                  <a:srgbClr val="12223D"/>
                </a:solidFill>
                <a:latin typeface="Aptos"/>
              </a:defRPr>
            </a:pPr>
            <a:r>
              <a:rPr kumimoji="0" sz="1800" b="1" i="0" u="none" strike="noStrike" kern="1200" cap="none" spc="0" normalizeH="0" baseline="0" noProof="0" dirty="0">
                <a:ln>
                  <a:noFill/>
                </a:ln>
                <a:solidFill>
                  <a:srgbClr val="12223D"/>
                </a:solidFill>
                <a:effectLst/>
                <a:uLnTx/>
                <a:uFillTx/>
                <a:latin typeface="Aptos"/>
                <a:ea typeface="+mn-ea"/>
                <a:cs typeface="+mn-cs"/>
              </a:rPr>
              <a:t>Proposed Metro City workflow</a:t>
            </a:r>
          </a:p>
        </p:txBody>
      </p:sp>
      <p:sp>
        <p:nvSpPr>
          <p:cNvPr id="11" name="TextBox 10"/>
          <p:cNvSpPr txBox="1"/>
          <p:nvPr/>
        </p:nvSpPr>
        <p:spPr>
          <a:xfrm>
            <a:off x="6739128" y="2075688"/>
            <a:ext cx="4453128" cy="2679191"/>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500" b="0">
                <a:solidFill>
                  <a:srgbClr val="232D3A"/>
                </a:solidFill>
                <a:latin typeface="Aptos"/>
              </a:defRPr>
            </a:pPr>
            <a:r>
              <a:rPr kumimoji="0" sz="1500" b="0" i="0" u="none" strike="noStrike" kern="1200" cap="none" spc="0" normalizeH="0" baseline="0" noProof="0">
                <a:ln>
                  <a:noFill/>
                </a:ln>
                <a:solidFill>
                  <a:srgbClr val="232D3A"/>
                </a:solidFill>
                <a:effectLst/>
                <a:uLnTx/>
                <a:uFillTx/>
                <a:latin typeface="Aptos"/>
                <a:ea typeface="+mn-ea"/>
                <a:cs typeface="+mn-cs"/>
              </a:rPr>
              <a:t>1. Emergency call is received.</a:t>
            </a:r>
          </a:p>
          <a:p>
            <a:pPr marL="0" marR="0" lvl="0" indent="0" algn="l" defTabSz="457200" rtl="0" eaLnBrk="1" fontAlgn="auto" latinLnBrk="0" hangingPunct="1">
              <a:lnSpc>
                <a:spcPct val="100000"/>
              </a:lnSpc>
              <a:spcBef>
                <a:spcPts val="0"/>
              </a:spcBef>
              <a:spcAft>
                <a:spcPts val="600"/>
              </a:spcAft>
              <a:buClrTx/>
              <a:buSzTx/>
              <a:buFontTx/>
              <a:buNone/>
              <a:tabLst/>
              <a:defRPr sz="1500" b="0">
                <a:solidFill>
                  <a:srgbClr val="232D3A"/>
                </a:solidFill>
                <a:latin typeface="Aptos"/>
              </a:defRPr>
            </a:pPr>
            <a:r>
              <a:rPr kumimoji="0" sz="1500" b="0" i="0" u="none" strike="noStrike" kern="1200" cap="none" spc="0" normalizeH="0" baseline="0" noProof="0">
                <a:ln>
                  <a:noFill/>
                </a:ln>
                <a:solidFill>
                  <a:srgbClr val="232D3A"/>
                </a:solidFill>
                <a:effectLst/>
                <a:uLnTx/>
                <a:uFillTx/>
                <a:latin typeface="Aptos"/>
                <a:ea typeface="+mn-ea"/>
                <a:cs typeface="+mn-cs"/>
              </a:rPr>
              <a:t>2. Dispatcher enters start and destination.</a:t>
            </a:r>
          </a:p>
          <a:p>
            <a:pPr marL="0" marR="0" lvl="0" indent="0" algn="l" defTabSz="457200" rtl="0" eaLnBrk="1" fontAlgn="auto" latinLnBrk="0" hangingPunct="1">
              <a:lnSpc>
                <a:spcPct val="100000"/>
              </a:lnSpc>
              <a:spcBef>
                <a:spcPts val="0"/>
              </a:spcBef>
              <a:spcAft>
                <a:spcPts val="600"/>
              </a:spcAft>
              <a:buClrTx/>
              <a:buSzTx/>
              <a:buFontTx/>
              <a:buNone/>
              <a:tabLst/>
              <a:defRPr sz="1500" b="0">
                <a:solidFill>
                  <a:srgbClr val="232D3A"/>
                </a:solidFill>
                <a:latin typeface="Aptos"/>
              </a:defRPr>
            </a:pPr>
            <a:r>
              <a:rPr kumimoji="0" sz="1500" b="0" i="0" u="none" strike="noStrike" kern="1200" cap="none" spc="0" normalizeH="0" baseline="0" noProof="0">
                <a:ln>
                  <a:noFill/>
                </a:ln>
                <a:solidFill>
                  <a:srgbClr val="232D3A"/>
                </a:solidFill>
                <a:effectLst/>
                <a:uLnTx/>
                <a:uFillTx/>
                <a:latin typeface="Aptos"/>
                <a:ea typeface="+mn-ea"/>
                <a:cs typeface="+mn-cs"/>
              </a:rPr>
              <a:t>3. AI service proposes a route using road predictions and the cost/blocking policy.</a:t>
            </a:r>
          </a:p>
          <a:p>
            <a:pPr marL="0" marR="0" lvl="0" indent="0" algn="l" defTabSz="457200" rtl="0" eaLnBrk="1" fontAlgn="auto" latinLnBrk="0" hangingPunct="1">
              <a:lnSpc>
                <a:spcPct val="100000"/>
              </a:lnSpc>
              <a:spcBef>
                <a:spcPts val="0"/>
              </a:spcBef>
              <a:spcAft>
                <a:spcPts val="600"/>
              </a:spcAft>
              <a:buClrTx/>
              <a:buSzTx/>
              <a:buFontTx/>
              <a:buNone/>
              <a:tabLst/>
              <a:defRPr sz="1500" b="0">
                <a:solidFill>
                  <a:srgbClr val="232D3A"/>
                </a:solidFill>
                <a:latin typeface="Aptos"/>
              </a:defRPr>
            </a:pPr>
            <a:r>
              <a:rPr kumimoji="0" sz="1500" b="0" i="0" u="none" strike="noStrike" kern="1200" cap="none" spc="0" normalizeH="0" baseline="0" noProof="0">
                <a:ln>
                  <a:noFill/>
                </a:ln>
                <a:solidFill>
                  <a:srgbClr val="232D3A"/>
                </a:solidFill>
                <a:effectLst/>
                <a:uLnTx/>
                <a:uFillTx/>
                <a:latin typeface="Aptos"/>
                <a:ea typeface="+mn-ea"/>
                <a:cs typeface="+mn-cs"/>
              </a:rPr>
              <a:t>4. Dispatcher reviews unusual warnings.</a:t>
            </a:r>
          </a:p>
          <a:p>
            <a:pPr marL="0" marR="0" lvl="0" indent="0" algn="l" defTabSz="457200" rtl="0" eaLnBrk="1" fontAlgn="auto" latinLnBrk="0" hangingPunct="1">
              <a:lnSpc>
                <a:spcPct val="100000"/>
              </a:lnSpc>
              <a:spcBef>
                <a:spcPts val="0"/>
              </a:spcBef>
              <a:spcAft>
                <a:spcPts val="600"/>
              </a:spcAft>
              <a:buClrTx/>
              <a:buSzTx/>
              <a:buFontTx/>
              <a:buNone/>
              <a:tabLst/>
              <a:defRPr sz="1500" b="0">
                <a:solidFill>
                  <a:srgbClr val="232D3A"/>
                </a:solidFill>
                <a:latin typeface="Aptos"/>
              </a:defRPr>
            </a:pPr>
            <a:r>
              <a:rPr kumimoji="0" sz="1500" b="0" i="0" u="none" strike="noStrike" kern="1200" cap="none" spc="0" normalizeH="0" baseline="0" noProof="0">
                <a:ln>
                  <a:noFill/>
                </a:ln>
                <a:solidFill>
                  <a:srgbClr val="232D3A"/>
                </a:solidFill>
                <a:effectLst/>
                <a:uLnTx/>
                <a:uFillTx/>
                <a:latin typeface="Aptos"/>
                <a:ea typeface="+mn-ea"/>
                <a:cs typeface="+mn-cs"/>
              </a:rPr>
              <a:t>5. Driver follows or overrides the route.</a:t>
            </a:r>
          </a:p>
          <a:p>
            <a:pPr marL="0" marR="0" lvl="0" indent="0" algn="l" defTabSz="457200" rtl="0" eaLnBrk="1" fontAlgn="auto" latinLnBrk="0" hangingPunct="1">
              <a:lnSpc>
                <a:spcPct val="100000"/>
              </a:lnSpc>
              <a:spcBef>
                <a:spcPts val="0"/>
              </a:spcBef>
              <a:spcAft>
                <a:spcPts val="600"/>
              </a:spcAft>
              <a:buClrTx/>
              <a:buSzTx/>
              <a:buFontTx/>
              <a:buNone/>
              <a:tabLst/>
              <a:defRPr sz="1500" b="0">
                <a:solidFill>
                  <a:srgbClr val="232D3A"/>
                </a:solidFill>
                <a:latin typeface="Aptos"/>
              </a:defRPr>
            </a:pPr>
            <a:r>
              <a:rPr kumimoji="0" sz="1500" b="0" i="0" u="none" strike="noStrike" kern="1200" cap="none" spc="0" normalizeH="0" baseline="0" noProof="0">
                <a:ln>
                  <a:noFill/>
                </a:ln>
                <a:solidFill>
                  <a:srgbClr val="232D3A"/>
                </a:solidFill>
                <a:effectLst/>
                <a:uLnTx/>
                <a:uFillTx/>
                <a:latin typeface="Aptos"/>
                <a:ea typeface="+mn-ea"/>
                <a:cs typeface="+mn-cs"/>
              </a:rPr>
              <a:t>6. Outcome and override reason are logged.</a:t>
            </a:r>
          </a:p>
        </p:txBody>
      </p:sp>
    </p:spTree>
    <p:extLst>
      <p:ext uri="{BB962C8B-B14F-4D97-AF65-F5344CB8AC3E}">
        <p14:creationId xmlns:p14="http://schemas.microsoft.com/office/powerpoint/2010/main" val="20620546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AFC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C9B91"/>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02920" y="256032"/>
            <a:ext cx="11155680" cy="502920"/>
          </a:xfrm>
          <a:prstGeom prst="rect">
            <a:avLst/>
          </a:prstGeom>
          <a:noFill/>
        </p:spPr>
        <p:txBody>
          <a:bodyPr wrap="square" lIns="54864" tIns="22860" rIns="54864" bIns="22860" anchor="ctr">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2700" b="1">
                <a:solidFill>
                  <a:srgbClr val="12223D"/>
                </a:solidFill>
                <a:latin typeface="Aptos"/>
              </a:defRPr>
            </a:pPr>
            <a:r>
              <a:rPr kumimoji="0" sz="2700" b="1" i="0" u="none" strike="noStrike" kern="1200" cap="none" spc="0" normalizeH="0" baseline="0" noProof="0" dirty="0">
                <a:ln>
                  <a:noFill/>
                </a:ln>
                <a:solidFill>
                  <a:srgbClr val="12223D"/>
                </a:solidFill>
                <a:effectLst/>
                <a:uLnTx/>
                <a:uFillTx/>
                <a:latin typeface="Aptos"/>
                <a:ea typeface="+mn-ea"/>
                <a:cs typeface="+mn-cs"/>
              </a:rPr>
              <a:t>Funding, contracts, and service commitments</a:t>
            </a:r>
          </a:p>
        </p:txBody>
      </p:sp>
      <p:sp>
        <p:nvSpPr>
          <p:cNvPr id="6" name="Rounded Rectangle 5"/>
          <p:cNvSpPr/>
          <p:nvPr/>
        </p:nvSpPr>
        <p:spPr>
          <a:xfrm>
            <a:off x="640080" y="1417320"/>
            <a:ext cx="3520440" cy="1828800"/>
          </a:xfrm>
          <a:prstGeom prst="roundRect">
            <a:avLst/>
          </a:prstGeom>
          <a:solidFill>
            <a:srgbClr val="FFFFFF"/>
          </a:solidFill>
          <a:ln w="12700">
            <a:solidFill>
              <a:srgbClr val="DBE4ED"/>
            </a:solid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40080" y="1417320"/>
            <a:ext cx="82296" cy="1828800"/>
          </a:xfrm>
          <a:prstGeom prst="rect">
            <a:avLst/>
          </a:prstGeom>
          <a:solidFill>
            <a:srgbClr val="2D69AA"/>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p:cNvSpPr txBox="1"/>
          <p:nvPr/>
        </p:nvSpPr>
        <p:spPr>
          <a:xfrm>
            <a:off x="841247" y="1554480"/>
            <a:ext cx="3172968" cy="365760"/>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700" b="1">
                <a:solidFill>
                  <a:srgbClr val="12223D"/>
                </a:solidFill>
                <a:latin typeface="Aptos"/>
              </a:defRPr>
            </a:pPr>
            <a:r>
              <a:rPr kumimoji="0" sz="1700" b="1" i="0" u="none" strike="noStrike" kern="1200" cap="none" spc="0" normalizeH="0" baseline="0" noProof="0">
                <a:ln>
                  <a:noFill/>
                </a:ln>
                <a:solidFill>
                  <a:srgbClr val="12223D"/>
                </a:solidFill>
                <a:effectLst/>
                <a:uLnTx/>
                <a:uFillTx/>
                <a:latin typeface="Aptos"/>
                <a:ea typeface="+mn-ea"/>
                <a:cs typeface="+mn-cs"/>
              </a:rPr>
              <a:t>Funding</a:t>
            </a:r>
          </a:p>
        </p:txBody>
      </p:sp>
      <p:sp>
        <p:nvSpPr>
          <p:cNvPr id="9" name="TextBox 8"/>
          <p:cNvSpPr txBox="1"/>
          <p:nvPr/>
        </p:nvSpPr>
        <p:spPr>
          <a:xfrm>
            <a:off x="841247" y="1984248"/>
            <a:ext cx="3172968" cy="1170432"/>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400" b="0">
                <a:solidFill>
                  <a:srgbClr val="232D3A"/>
                </a:solidFill>
                <a:latin typeface="Aptos"/>
              </a:defRPr>
            </a:pPr>
            <a:r>
              <a:rPr kumimoji="0" sz="1400" b="0" i="0" u="none" strike="noStrike" kern="1200" cap="none" spc="0" normalizeH="0" baseline="0" noProof="0">
                <a:ln>
                  <a:noFill/>
                </a:ln>
                <a:solidFill>
                  <a:srgbClr val="232D3A"/>
                </a:solidFill>
                <a:effectLst/>
                <a:uLnTx/>
                <a:uFillTx/>
                <a:latin typeface="Aptos"/>
                <a:ea typeface="+mn-ea"/>
                <a:cs typeface="+mn-cs"/>
              </a:rPr>
              <a:t>Problem framing: Metro City funds the service; third-party operators run emergency vehicles. Identify who pays for setup, data, support, and upgrades.</a:t>
            </a:r>
          </a:p>
        </p:txBody>
      </p:sp>
      <p:sp>
        <p:nvSpPr>
          <p:cNvPr id="10" name="Rounded Rectangle 9"/>
          <p:cNvSpPr/>
          <p:nvPr/>
        </p:nvSpPr>
        <p:spPr>
          <a:xfrm>
            <a:off x="4343400" y="1417320"/>
            <a:ext cx="3520440" cy="1828800"/>
          </a:xfrm>
          <a:prstGeom prst="roundRect">
            <a:avLst/>
          </a:prstGeom>
          <a:solidFill>
            <a:srgbClr val="FFFFFF"/>
          </a:solidFill>
          <a:ln w="12700">
            <a:solidFill>
              <a:srgbClr val="DBE4ED"/>
            </a:solid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4343400" y="1417320"/>
            <a:ext cx="82296" cy="1828800"/>
          </a:xfrm>
          <a:prstGeom prst="rect">
            <a:avLst/>
          </a:prstGeom>
          <a:solidFill>
            <a:srgbClr val="1C9B91"/>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4544568" y="1554480"/>
            <a:ext cx="3172968" cy="365760"/>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700" b="1">
                <a:solidFill>
                  <a:srgbClr val="12223D"/>
                </a:solidFill>
                <a:latin typeface="Aptos"/>
              </a:defRPr>
            </a:pPr>
            <a:r>
              <a:rPr kumimoji="0" sz="1700" b="1" i="0" u="none" strike="noStrike" kern="1200" cap="none" spc="0" normalizeH="0" baseline="0" noProof="0">
                <a:ln>
                  <a:noFill/>
                </a:ln>
                <a:solidFill>
                  <a:srgbClr val="12223D"/>
                </a:solidFill>
                <a:effectLst/>
                <a:uLnTx/>
                <a:uFillTx/>
                <a:latin typeface="Aptos"/>
                <a:ea typeface="+mn-ea"/>
                <a:cs typeface="+mn-cs"/>
              </a:rPr>
              <a:t>Contract responsibilities</a:t>
            </a:r>
          </a:p>
        </p:txBody>
      </p:sp>
      <p:sp>
        <p:nvSpPr>
          <p:cNvPr id="13" name="TextBox 12"/>
          <p:cNvSpPr txBox="1"/>
          <p:nvPr/>
        </p:nvSpPr>
        <p:spPr>
          <a:xfrm>
            <a:off x="4544568" y="1984248"/>
            <a:ext cx="3172968" cy="1170432"/>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400" b="0">
                <a:solidFill>
                  <a:srgbClr val="232D3A"/>
                </a:solidFill>
                <a:latin typeface="Aptos"/>
              </a:defRPr>
            </a:pPr>
            <a:r>
              <a:rPr kumimoji="0" sz="1400" b="0" i="0" u="none" strike="noStrike" kern="1200" cap="none" spc="0" normalizeH="0" baseline="0" noProof="0">
                <a:ln>
                  <a:noFill/>
                </a:ln>
                <a:solidFill>
                  <a:srgbClr val="232D3A"/>
                </a:solidFill>
                <a:effectLst/>
                <a:uLnTx/>
                <a:uFillTx/>
                <a:latin typeface="Aptos"/>
                <a:ea typeface="+mn-ea"/>
                <a:cs typeface="+mn-cs"/>
              </a:rPr>
              <a:t>Contract roles: city procurement, AI-service provider, data suppliers, and third-party vehicle operators.</a:t>
            </a:r>
          </a:p>
        </p:txBody>
      </p:sp>
      <p:sp>
        <p:nvSpPr>
          <p:cNvPr id="14" name="Rounded Rectangle 13"/>
          <p:cNvSpPr/>
          <p:nvPr/>
        </p:nvSpPr>
        <p:spPr>
          <a:xfrm>
            <a:off x="8046720" y="1417320"/>
            <a:ext cx="3520440" cy="1828800"/>
          </a:xfrm>
          <a:prstGeom prst="roundRect">
            <a:avLst/>
          </a:prstGeom>
          <a:solidFill>
            <a:srgbClr val="FFFFFF"/>
          </a:solidFill>
          <a:ln w="12700">
            <a:solidFill>
              <a:srgbClr val="DBE4ED"/>
            </a:solid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8046720" y="1417320"/>
            <a:ext cx="82296" cy="1828800"/>
          </a:xfrm>
          <a:prstGeom prst="rect">
            <a:avLst/>
          </a:prstGeom>
          <a:solidFill>
            <a:srgbClr val="E69136"/>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15"/>
          <p:cNvSpPr txBox="1"/>
          <p:nvPr/>
        </p:nvSpPr>
        <p:spPr>
          <a:xfrm>
            <a:off x="8247888" y="1554480"/>
            <a:ext cx="3172968" cy="365760"/>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700" b="1">
                <a:solidFill>
                  <a:srgbClr val="12223D"/>
                </a:solidFill>
                <a:latin typeface="Aptos"/>
              </a:defRPr>
            </a:pPr>
            <a:r>
              <a:rPr kumimoji="0" sz="1700" b="1" i="0" u="none" strike="noStrike" kern="1200" cap="none" spc="0" normalizeH="0" baseline="0" noProof="0">
                <a:ln>
                  <a:noFill/>
                </a:ln>
                <a:solidFill>
                  <a:srgbClr val="12223D"/>
                </a:solidFill>
                <a:effectLst/>
                <a:uLnTx/>
                <a:uFillTx/>
                <a:latin typeface="Aptos"/>
                <a:ea typeface="+mn-ea"/>
                <a:cs typeface="+mn-cs"/>
              </a:rPr>
              <a:t>SLA (service-level agreement)</a:t>
            </a:r>
          </a:p>
        </p:txBody>
      </p:sp>
      <p:sp>
        <p:nvSpPr>
          <p:cNvPr id="17" name="TextBox 16"/>
          <p:cNvSpPr txBox="1"/>
          <p:nvPr/>
        </p:nvSpPr>
        <p:spPr>
          <a:xfrm>
            <a:off x="8247888" y="1984248"/>
            <a:ext cx="3172968" cy="1170432"/>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400" b="0">
                <a:solidFill>
                  <a:srgbClr val="232D3A"/>
                </a:solidFill>
                <a:latin typeface="Aptos"/>
              </a:defRPr>
            </a:pPr>
            <a:r>
              <a:rPr kumimoji="0" sz="1400" b="0" i="0" u="none" strike="noStrike" kern="1200" cap="none" spc="0" normalizeH="0" baseline="0" noProof="0">
                <a:ln>
                  <a:noFill/>
                </a:ln>
                <a:solidFill>
                  <a:srgbClr val="232D3A"/>
                </a:solidFill>
                <a:effectLst/>
                <a:uLnTx/>
                <a:uFillTx/>
                <a:latin typeface="Aptos"/>
                <a:ea typeface="+mn-ea"/>
                <a:cs typeface="+mn-cs"/>
              </a:rPr>
              <a:t>Define measurable obligations such as service availability, support response, update frequency, and reporting.</a:t>
            </a:r>
          </a:p>
        </p:txBody>
      </p:sp>
      <p:sp>
        <p:nvSpPr>
          <p:cNvPr id="18" name="TextBox 17"/>
          <p:cNvSpPr txBox="1"/>
          <p:nvPr/>
        </p:nvSpPr>
        <p:spPr>
          <a:xfrm>
            <a:off x="731520" y="3749039"/>
            <a:ext cx="10698480" cy="411480"/>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900" b="1">
                <a:solidFill>
                  <a:srgbClr val="12223D"/>
                </a:solidFill>
                <a:latin typeface="Aptos"/>
              </a:defRPr>
            </a:pPr>
            <a:r>
              <a:rPr kumimoji="0" sz="1900" b="1" i="0" u="none" strike="noStrike" kern="1200" cap="none" spc="0" normalizeH="0" baseline="0" noProof="0">
                <a:ln>
                  <a:noFill/>
                </a:ln>
                <a:solidFill>
                  <a:srgbClr val="12223D"/>
                </a:solidFill>
                <a:effectLst/>
                <a:uLnTx/>
                <a:uFillTx/>
                <a:latin typeface="Aptos"/>
                <a:ea typeface="+mn-ea"/>
                <a:cs typeface="+mn-cs"/>
              </a:rPr>
              <a:t>Questions to settle before procurement</a:t>
            </a:r>
          </a:p>
        </p:txBody>
      </p:sp>
      <p:sp>
        <p:nvSpPr>
          <p:cNvPr id="19" name="TextBox 18"/>
          <p:cNvSpPr txBox="1"/>
          <p:nvPr/>
        </p:nvSpPr>
        <p:spPr>
          <a:xfrm>
            <a:off x="777240" y="4251960"/>
            <a:ext cx="10698480" cy="1463040"/>
          </a:xfrm>
          <a:prstGeom prst="rect">
            <a:avLst/>
          </a:prstGeom>
          <a:noFill/>
        </p:spPr>
        <p:txBody>
          <a:bodyPr wrap="square" lIns="54864" tIns="22860" rIns="54864" bIns="22860">
            <a:normAutofit/>
          </a:bodyPr>
          <a:lstStyle/>
          <a:p>
            <a:pPr marL="0" marR="0" lvl="0" indent="0" algn="l" defTabSz="457200" rtl="0" eaLnBrk="1" fontAlgn="auto" latinLnBrk="0" hangingPunct="1">
              <a:lnSpc>
                <a:spcPct val="100000"/>
              </a:lnSpc>
              <a:spcBef>
                <a:spcPts val="0"/>
              </a:spcBef>
              <a:spcAft>
                <a:spcPts val="1000"/>
              </a:spcAft>
              <a:buClrTx/>
              <a:buSzTx/>
              <a:buFontTx/>
              <a:buNone/>
              <a:tabLst/>
              <a:defRPr sz="1400">
                <a:solidFill>
                  <a:srgbClr val="232D3A"/>
                </a:solidFill>
                <a:latin typeface="Aptos"/>
              </a:defRPr>
            </a:pPr>
            <a:r>
              <a:rPr kumimoji="0" sz="1400" b="0" i="0" u="none" strike="noStrike" kern="1200" cap="none" spc="0" normalizeH="0" baseline="0" noProof="0" dirty="0">
                <a:ln>
                  <a:noFill/>
                </a:ln>
                <a:solidFill>
                  <a:srgbClr val="232D3A"/>
                </a:solidFill>
                <a:effectLst/>
                <a:uLnTx/>
                <a:uFillTx/>
                <a:latin typeface="Aptos"/>
                <a:ea typeface="+mn-ea"/>
                <a:cs typeface="+mn-cs"/>
              </a:rPr>
              <a:t>• Payment model </a:t>
            </a:r>
            <a:r>
              <a:rPr kumimoji="0" lang="en-US" sz="1400" b="0" i="0" u="none" strike="noStrike" kern="1200" cap="none" spc="0" normalizeH="0" baseline="0" noProof="0" dirty="0">
                <a:ln>
                  <a:noFill/>
                </a:ln>
                <a:solidFill>
                  <a:srgbClr val="232D3A"/>
                </a:solidFill>
                <a:effectLst/>
                <a:uLnTx/>
                <a:uFillTx/>
                <a:latin typeface="Aptos"/>
                <a:ea typeface="+mn-ea"/>
                <a:cs typeface="+mn-cs"/>
              </a:rPr>
              <a:t>:</a:t>
            </a:r>
            <a:r>
              <a:rPr kumimoji="0" sz="1400" b="0" i="0" u="none" strike="noStrike" kern="1200" cap="none" spc="0" normalizeH="0" baseline="0" noProof="0" dirty="0">
                <a:ln>
                  <a:noFill/>
                </a:ln>
                <a:solidFill>
                  <a:srgbClr val="232D3A"/>
                </a:solidFill>
                <a:effectLst/>
                <a:uLnTx/>
                <a:uFillTx/>
                <a:latin typeface="Aptos"/>
                <a:ea typeface="+mn-ea"/>
                <a:cs typeface="+mn-cs"/>
              </a:rPr>
              <a:t> Fixed fee, per-vehicle/per-site fee, or usage-based payment—compare incentives and predictability.</a:t>
            </a:r>
          </a:p>
          <a:p>
            <a:pPr marL="0" marR="0" lvl="0" indent="0" algn="l" defTabSz="457200" rtl="0" eaLnBrk="1" fontAlgn="auto" latinLnBrk="0" hangingPunct="1">
              <a:lnSpc>
                <a:spcPct val="100000"/>
              </a:lnSpc>
              <a:spcBef>
                <a:spcPts val="0"/>
              </a:spcBef>
              <a:spcAft>
                <a:spcPts val="1000"/>
              </a:spcAft>
              <a:buClrTx/>
              <a:buSzTx/>
              <a:buFontTx/>
              <a:buNone/>
              <a:tabLst/>
              <a:defRPr sz="1400">
                <a:solidFill>
                  <a:srgbClr val="232D3A"/>
                </a:solidFill>
                <a:latin typeface="Aptos"/>
              </a:defRPr>
            </a:pPr>
            <a:r>
              <a:rPr kumimoji="0" sz="1400" b="0" i="0" u="none" strike="noStrike" kern="1200" cap="none" spc="0" normalizeH="0" baseline="0" noProof="0" dirty="0">
                <a:ln>
                  <a:noFill/>
                </a:ln>
                <a:solidFill>
                  <a:srgbClr val="232D3A"/>
                </a:solidFill>
                <a:effectLst/>
                <a:uLnTx/>
                <a:uFillTx/>
                <a:latin typeface="Aptos"/>
                <a:ea typeface="+mn-ea"/>
                <a:cs typeface="+mn-cs"/>
              </a:rPr>
              <a:t>• Performance terms </a:t>
            </a:r>
            <a:r>
              <a:rPr kumimoji="0" lang="en-US" sz="1400" b="0" i="0" u="none" strike="noStrike" kern="1200" cap="none" spc="0" normalizeH="0" baseline="0" noProof="0" dirty="0">
                <a:ln>
                  <a:noFill/>
                </a:ln>
                <a:solidFill>
                  <a:srgbClr val="232D3A"/>
                </a:solidFill>
                <a:effectLst/>
                <a:uLnTx/>
                <a:uFillTx/>
                <a:latin typeface="Aptos"/>
                <a:ea typeface="+mn-ea"/>
                <a:cs typeface="+mn-cs"/>
              </a:rPr>
              <a:t>:</a:t>
            </a:r>
            <a:r>
              <a:rPr kumimoji="0" sz="1400" b="0" i="0" u="none" strike="noStrike" kern="1200" cap="none" spc="0" normalizeH="0" baseline="0" noProof="0" dirty="0">
                <a:ln>
                  <a:noFill/>
                </a:ln>
                <a:solidFill>
                  <a:srgbClr val="232D3A"/>
                </a:solidFill>
                <a:effectLst/>
                <a:uLnTx/>
                <a:uFillTx/>
                <a:latin typeface="Aptos"/>
                <a:ea typeface="+mn-ea"/>
                <a:cs typeface="+mn-cs"/>
              </a:rPr>
              <a:t> Set targets for measurable service performance; do not guarantee outcomes outside the provider's control.</a:t>
            </a:r>
          </a:p>
          <a:p>
            <a:pPr marL="0" marR="0" lvl="0" indent="0" algn="l" defTabSz="457200" rtl="0" eaLnBrk="1" fontAlgn="auto" latinLnBrk="0" hangingPunct="1">
              <a:lnSpc>
                <a:spcPct val="100000"/>
              </a:lnSpc>
              <a:spcBef>
                <a:spcPts val="0"/>
              </a:spcBef>
              <a:spcAft>
                <a:spcPts val="1000"/>
              </a:spcAft>
              <a:buClrTx/>
              <a:buSzTx/>
              <a:buFontTx/>
              <a:buNone/>
              <a:tabLst/>
              <a:defRPr sz="1400">
                <a:solidFill>
                  <a:srgbClr val="232D3A"/>
                </a:solidFill>
                <a:latin typeface="Aptos"/>
              </a:defRPr>
            </a:pPr>
            <a:r>
              <a:rPr kumimoji="0" sz="1400" b="0" i="0" u="none" strike="noStrike" kern="1200" cap="none" spc="0" normalizeH="0" baseline="0" noProof="0" dirty="0">
                <a:ln>
                  <a:noFill/>
                </a:ln>
                <a:solidFill>
                  <a:srgbClr val="232D3A"/>
                </a:solidFill>
                <a:effectLst/>
                <a:uLnTx/>
                <a:uFillTx/>
                <a:latin typeface="Aptos"/>
                <a:ea typeface="+mn-ea"/>
                <a:cs typeface="+mn-cs"/>
              </a:rPr>
              <a:t>• Exit and continuity </a:t>
            </a:r>
            <a:r>
              <a:rPr kumimoji="0" lang="en-US" sz="1400" b="0" i="0" u="none" strike="noStrike" kern="1200" cap="none" spc="0" normalizeH="0" baseline="0" noProof="0" dirty="0">
                <a:ln>
                  <a:noFill/>
                </a:ln>
                <a:solidFill>
                  <a:srgbClr val="232D3A"/>
                </a:solidFill>
                <a:effectLst/>
                <a:uLnTx/>
                <a:uFillTx/>
                <a:latin typeface="Aptos"/>
                <a:ea typeface="+mn-ea"/>
                <a:cs typeface="+mn-cs"/>
              </a:rPr>
              <a:t>:</a:t>
            </a:r>
            <a:r>
              <a:rPr kumimoji="0" sz="1400" b="0" i="0" u="none" strike="noStrike" kern="1200" cap="none" spc="0" normalizeH="0" baseline="0" noProof="0" dirty="0">
                <a:ln>
                  <a:noFill/>
                </a:ln>
                <a:solidFill>
                  <a:srgbClr val="232D3A"/>
                </a:solidFill>
                <a:effectLst/>
                <a:uLnTx/>
                <a:uFillTx/>
                <a:latin typeface="Aptos"/>
                <a:ea typeface="+mn-ea"/>
                <a:cs typeface="+mn-cs"/>
              </a:rPr>
              <a:t> Define fallback routing, incident escalation, data access/export, and transition if the provider fails.</a:t>
            </a:r>
          </a:p>
        </p:txBody>
      </p:sp>
    </p:spTree>
    <p:extLst>
      <p:ext uri="{BB962C8B-B14F-4D97-AF65-F5344CB8AC3E}">
        <p14:creationId xmlns:p14="http://schemas.microsoft.com/office/powerpoint/2010/main" val="174362912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AFC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C9B91"/>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02920" y="256032"/>
            <a:ext cx="11155680" cy="502920"/>
          </a:xfrm>
          <a:prstGeom prst="rect">
            <a:avLst/>
          </a:prstGeom>
          <a:noFill/>
        </p:spPr>
        <p:txBody>
          <a:bodyPr wrap="square" lIns="54864" tIns="22860" rIns="54864" bIns="22860" anchor="ctr">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2700" b="1">
                <a:solidFill>
                  <a:srgbClr val="12223D"/>
                </a:solidFill>
                <a:latin typeface="Aptos"/>
              </a:defRPr>
            </a:pPr>
            <a:r>
              <a:rPr kumimoji="0" sz="2700" b="1" i="0" u="none" strike="noStrike" kern="1200" cap="none" spc="0" normalizeH="0" baseline="0" noProof="0" dirty="0">
                <a:ln>
                  <a:noFill/>
                </a:ln>
                <a:solidFill>
                  <a:srgbClr val="12223D"/>
                </a:solidFill>
                <a:effectLst/>
                <a:uLnTx/>
                <a:uFillTx/>
                <a:latin typeface="Aptos"/>
                <a:ea typeface="+mn-ea"/>
                <a:cs typeface="+mn-cs"/>
              </a:rPr>
              <a:t>Three core KPIs + one operational metric</a:t>
            </a:r>
          </a:p>
        </p:txBody>
      </p:sp>
      <p:sp>
        <p:nvSpPr>
          <p:cNvPr id="6" name="Rounded Rectangle 5"/>
          <p:cNvSpPr/>
          <p:nvPr/>
        </p:nvSpPr>
        <p:spPr>
          <a:xfrm>
            <a:off x="640080" y="1417320"/>
            <a:ext cx="3520440" cy="2148840"/>
          </a:xfrm>
          <a:prstGeom prst="roundRect">
            <a:avLst/>
          </a:prstGeom>
          <a:solidFill>
            <a:srgbClr val="FFFFFF"/>
          </a:solidFill>
          <a:ln w="12700">
            <a:solidFill>
              <a:srgbClr val="DBE4ED"/>
            </a:solid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40080" y="1417320"/>
            <a:ext cx="82296" cy="2148840"/>
          </a:xfrm>
          <a:prstGeom prst="rect">
            <a:avLst/>
          </a:prstGeom>
          <a:solidFill>
            <a:srgbClr val="2D69AA"/>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p:cNvSpPr txBox="1"/>
          <p:nvPr/>
        </p:nvSpPr>
        <p:spPr>
          <a:xfrm>
            <a:off x="841247" y="1554480"/>
            <a:ext cx="3172968" cy="365760"/>
          </a:xfrm>
          <a:prstGeom prst="rect">
            <a:avLst/>
          </a:prstGeom>
          <a:noFill/>
        </p:spPr>
        <p:txBody>
          <a:bodyPr wrap="square" lIns="54864" tIns="22860" rIns="54864" bIns="22860" anchor="t">
            <a:normAutofit fontScale="85000" lnSpcReduction="10000"/>
          </a:bodyPr>
          <a:lstStyle/>
          <a:p>
            <a:pPr marL="0" marR="0" lvl="0" indent="0" algn="l" defTabSz="457200" rtl="0" eaLnBrk="1" fontAlgn="auto" latinLnBrk="0" hangingPunct="1">
              <a:lnSpc>
                <a:spcPct val="100000"/>
              </a:lnSpc>
              <a:spcBef>
                <a:spcPts val="0"/>
              </a:spcBef>
              <a:spcAft>
                <a:spcPts val="600"/>
              </a:spcAft>
              <a:buClrTx/>
              <a:buSzTx/>
              <a:buFontTx/>
              <a:buNone/>
              <a:tabLst/>
              <a:defRPr sz="1700" b="1">
                <a:solidFill>
                  <a:srgbClr val="12223D"/>
                </a:solidFill>
                <a:latin typeface="Aptos"/>
              </a:defRPr>
            </a:pPr>
            <a:r>
              <a:rPr kumimoji="0" sz="1700" b="1" i="0" u="none" strike="noStrike" kern="1200" cap="none" spc="0" normalizeH="0" baseline="0" noProof="0" dirty="0">
                <a:ln>
                  <a:noFill/>
                </a:ln>
                <a:solidFill>
                  <a:srgbClr val="12223D"/>
                </a:solidFill>
                <a:effectLst/>
                <a:uLnTx/>
                <a:uFillTx/>
                <a:latin typeface="Aptos"/>
                <a:ea typeface="+mn-ea"/>
                <a:cs typeface="+mn-cs"/>
              </a:rPr>
              <a:t>Core KPI 1: Median response time</a:t>
            </a:r>
          </a:p>
        </p:txBody>
      </p:sp>
      <p:sp>
        <p:nvSpPr>
          <p:cNvPr id="9" name="TextBox 8"/>
          <p:cNvSpPr txBox="1"/>
          <p:nvPr/>
        </p:nvSpPr>
        <p:spPr>
          <a:xfrm>
            <a:off x="841247" y="1984248"/>
            <a:ext cx="3172968" cy="1490472"/>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400" b="0">
                <a:solidFill>
                  <a:srgbClr val="232D3A"/>
                </a:solidFill>
                <a:latin typeface="Aptos"/>
              </a:defRPr>
            </a:pPr>
            <a:r>
              <a:rPr kumimoji="0" sz="1400" b="0" i="0" u="none" strike="noStrike" kern="1200" cap="none" spc="0" normalizeH="0" baseline="0" noProof="0">
                <a:ln>
                  <a:noFill/>
                </a:ln>
                <a:solidFill>
                  <a:srgbClr val="232D3A"/>
                </a:solidFill>
                <a:effectLst/>
                <a:uLnTx/>
                <a:uFillTx/>
                <a:latin typeface="Aptos"/>
                <a:ea typeface="+mn-ea"/>
                <a:cs typeface="+mn-cs"/>
              </a:rPr>
              <a:t>The middle response time after sorting all calls. It describes a typical case and is less affected by a few extreme delays.</a:t>
            </a:r>
          </a:p>
        </p:txBody>
      </p:sp>
      <p:sp>
        <p:nvSpPr>
          <p:cNvPr id="10" name="Rounded Rectangle 9"/>
          <p:cNvSpPr/>
          <p:nvPr/>
        </p:nvSpPr>
        <p:spPr>
          <a:xfrm>
            <a:off x="4343400" y="1417320"/>
            <a:ext cx="3520440" cy="2148840"/>
          </a:xfrm>
          <a:prstGeom prst="roundRect">
            <a:avLst/>
          </a:prstGeom>
          <a:solidFill>
            <a:srgbClr val="FFFFFF"/>
          </a:solidFill>
          <a:ln w="12700">
            <a:solidFill>
              <a:srgbClr val="DBE4ED"/>
            </a:solid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4343400" y="1417320"/>
            <a:ext cx="82296" cy="2148840"/>
          </a:xfrm>
          <a:prstGeom prst="rect">
            <a:avLst/>
          </a:prstGeom>
          <a:solidFill>
            <a:srgbClr val="1C9B91"/>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4544568" y="1554480"/>
            <a:ext cx="3172968" cy="365760"/>
          </a:xfrm>
          <a:prstGeom prst="rect">
            <a:avLst/>
          </a:prstGeom>
          <a:noFill/>
        </p:spPr>
        <p:txBody>
          <a:bodyPr wrap="square" lIns="54864" tIns="22860" rIns="54864" bIns="22860" anchor="t">
            <a:normAutofit fontScale="92500"/>
          </a:bodyPr>
          <a:lstStyle/>
          <a:p>
            <a:pPr marL="0" marR="0" lvl="0" indent="0" algn="l" defTabSz="457200" rtl="0" eaLnBrk="1" fontAlgn="auto" latinLnBrk="0" hangingPunct="1">
              <a:lnSpc>
                <a:spcPct val="100000"/>
              </a:lnSpc>
              <a:spcBef>
                <a:spcPts val="0"/>
              </a:spcBef>
              <a:spcAft>
                <a:spcPts val="600"/>
              </a:spcAft>
              <a:buClrTx/>
              <a:buSzTx/>
              <a:buFontTx/>
              <a:buNone/>
              <a:tabLst/>
              <a:defRPr sz="1700" b="1">
                <a:solidFill>
                  <a:srgbClr val="12223D"/>
                </a:solidFill>
                <a:latin typeface="Aptos"/>
              </a:defRPr>
            </a:pPr>
            <a:r>
              <a:rPr kumimoji="0" sz="1700" b="1" i="0" u="none" strike="noStrike" kern="1200" cap="none" spc="0" normalizeH="0" baseline="0" noProof="0" dirty="0">
                <a:ln>
                  <a:noFill/>
                </a:ln>
                <a:solidFill>
                  <a:srgbClr val="12223D"/>
                </a:solidFill>
                <a:effectLst/>
                <a:uLnTx/>
                <a:uFillTx/>
                <a:latin typeface="Aptos"/>
                <a:ea typeface="+mn-ea"/>
                <a:cs typeface="+mn-cs"/>
              </a:rPr>
              <a:t>Core KPI 2: Share meeting target</a:t>
            </a:r>
          </a:p>
        </p:txBody>
      </p:sp>
      <p:sp>
        <p:nvSpPr>
          <p:cNvPr id="13" name="TextBox 12"/>
          <p:cNvSpPr txBox="1"/>
          <p:nvPr/>
        </p:nvSpPr>
        <p:spPr>
          <a:xfrm>
            <a:off x="4544568" y="1984248"/>
            <a:ext cx="3172968" cy="1490472"/>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400" b="0">
                <a:solidFill>
                  <a:srgbClr val="232D3A"/>
                </a:solidFill>
                <a:latin typeface="Aptos"/>
              </a:defRPr>
            </a:pPr>
            <a:r>
              <a:rPr kumimoji="0" sz="1400" b="0" i="0" u="none" strike="noStrike" kern="1200" cap="none" spc="0" normalizeH="0" baseline="0" noProof="0">
                <a:ln>
                  <a:noFill/>
                </a:ln>
                <a:solidFill>
                  <a:srgbClr val="232D3A"/>
                </a:solidFill>
                <a:effectLst/>
                <a:uLnTx/>
                <a:uFillTx/>
                <a:latin typeface="Aptos"/>
                <a:ea typeface="+mn-ea"/>
                <a:cs typeface="+mn-cs"/>
              </a:rPr>
              <a:t>Percentage of calls that meet the agreed response-time target. It measures consistency against a service goal.</a:t>
            </a:r>
          </a:p>
        </p:txBody>
      </p:sp>
      <p:sp>
        <p:nvSpPr>
          <p:cNvPr id="14" name="Rounded Rectangle 13"/>
          <p:cNvSpPr/>
          <p:nvPr/>
        </p:nvSpPr>
        <p:spPr>
          <a:xfrm>
            <a:off x="8046720" y="1417320"/>
            <a:ext cx="3520440" cy="2148840"/>
          </a:xfrm>
          <a:prstGeom prst="roundRect">
            <a:avLst/>
          </a:prstGeom>
          <a:solidFill>
            <a:srgbClr val="FFFFFF"/>
          </a:solidFill>
          <a:ln w="12700">
            <a:solidFill>
              <a:srgbClr val="DBE4ED"/>
            </a:solid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8046720" y="1417320"/>
            <a:ext cx="82296" cy="2148840"/>
          </a:xfrm>
          <a:prstGeom prst="rect">
            <a:avLst/>
          </a:prstGeom>
          <a:solidFill>
            <a:srgbClr val="E69136"/>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15"/>
          <p:cNvSpPr txBox="1"/>
          <p:nvPr/>
        </p:nvSpPr>
        <p:spPr>
          <a:xfrm>
            <a:off x="8247888" y="1554480"/>
            <a:ext cx="3172968" cy="365760"/>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700" b="1">
                <a:solidFill>
                  <a:srgbClr val="12223D"/>
                </a:solidFill>
                <a:latin typeface="Aptos"/>
              </a:defRPr>
            </a:pPr>
            <a:r>
              <a:rPr kumimoji="0" sz="1400" b="1" i="0" u="none" strike="noStrike" kern="1200" cap="none" spc="0" normalizeH="0" baseline="0" noProof="0" dirty="0">
                <a:ln>
                  <a:noFill/>
                </a:ln>
                <a:solidFill>
                  <a:srgbClr val="12223D"/>
                </a:solidFill>
                <a:effectLst/>
                <a:uLnTx/>
                <a:uFillTx/>
                <a:latin typeface="Aptos"/>
                <a:ea typeface="+mn-ea"/>
                <a:cs typeface="+mn-cs"/>
              </a:rPr>
              <a:t>Core KPI 3: Override rate</a:t>
            </a:r>
          </a:p>
        </p:txBody>
      </p:sp>
      <p:sp>
        <p:nvSpPr>
          <p:cNvPr id="17" name="TextBox 16"/>
          <p:cNvSpPr txBox="1"/>
          <p:nvPr/>
        </p:nvSpPr>
        <p:spPr>
          <a:xfrm>
            <a:off x="8247888" y="1984248"/>
            <a:ext cx="3172968" cy="1490472"/>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400" b="0">
                <a:solidFill>
                  <a:srgbClr val="232D3A"/>
                </a:solidFill>
                <a:latin typeface="Aptos"/>
              </a:defRPr>
            </a:pPr>
            <a:r>
              <a:rPr kumimoji="0" sz="1400" b="0" i="0" u="none" strike="noStrike" kern="1200" cap="none" spc="0" normalizeH="0" baseline="0" noProof="0">
                <a:ln>
                  <a:noFill/>
                </a:ln>
                <a:solidFill>
                  <a:srgbClr val="232D3A"/>
                </a:solidFill>
                <a:effectLst/>
                <a:uLnTx/>
                <a:uFillTx/>
                <a:latin typeface="Aptos"/>
                <a:ea typeface="+mn-ea"/>
                <a:cs typeface="+mn-cs"/>
              </a:rPr>
              <a:t>Percentage of recommendations changed or rejected by a human. Review the reasons; the rate alone does not prove poor quality.</a:t>
            </a:r>
          </a:p>
        </p:txBody>
      </p:sp>
      <p:sp>
        <p:nvSpPr>
          <p:cNvPr id="18" name="TextBox 17"/>
          <p:cNvSpPr txBox="1"/>
          <p:nvPr/>
        </p:nvSpPr>
        <p:spPr>
          <a:xfrm>
            <a:off x="731520" y="3977639"/>
            <a:ext cx="10698480" cy="365760"/>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800" b="1">
                <a:solidFill>
                  <a:srgbClr val="12223D"/>
                </a:solidFill>
                <a:latin typeface="Aptos"/>
              </a:defRPr>
            </a:pPr>
            <a:r>
              <a:rPr kumimoji="0" sz="1800" b="1" i="0" u="none" strike="noStrike" kern="1200" cap="none" spc="0" normalizeH="0" baseline="0" noProof="0">
                <a:ln>
                  <a:noFill/>
                </a:ln>
                <a:solidFill>
                  <a:srgbClr val="12223D"/>
                </a:solidFill>
                <a:effectLst/>
                <a:uLnTx/>
                <a:uFillTx/>
                <a:latin typeface="Aptos"/>
                <a:ea typeface="+mn-ea"/>
                <a:cs typeface="+mn-cs"/>
              </a:rPr>
              <a:t>Illustrative example (not measured RUSH HOUR data)</a:t>
            </a:r>
          </a:p>
        </p:txBody>
      </p:sp>
      <p:sp>
        <p:nvSpPr>
          <p:cNvPr id="19" name="TextBox 18"/>
          <p:cNvSpPr txBox="1"/>
          <p:nvPr/>
        </p:nvSpPr>
        <p:spPr>
          <a:xfrm>
            <a:off x="777240" y="4480560"/>
            <a:ext cx="10698480" cy="1005840"/>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700" b="0">
                <a:solidFill>
                  <a:srgbClr val="232D3A"/>
                </a:solidFill>
                <a:latin typeface="Aptos"/>
              </a:defRPr>
            </a:pPr>
            <a:r>
              <a:rPr kumimoji="0" sz="1700" b="0" i="0" u="none" strike="noStrike" kern="1200" cap="none" spc="0" normalizeH="0" baseline="0" noProof="0">
                <a:ln>
                  <a:noFill/>
                </a:ln>
                <a:solidFill>
                  <a:srgbClr val="232D3A"/>
                </a:solidFill>
                <a:effectLst/>
                <a:uLnTx/>
                <a:uFillTx/>
                <a:latin typeface="Aptos"/>
                <a:ea typeface="+mn-ea"/>
                <a:cs typeface="+mn-cs"/>
              </a:rPr>
              <a:t>100 calls • 80 meet the target → 80% target attainment</a:t>
            </a:r>
          </a:p>
          <a:p>
            <a:pPr marL="0" marR="0" lvl="0" indent="0" algn="l" defTabSz="457200" rtl="0" eaLnBrk="1" fontAlgn="auto" latinLnBrk="0" hangingPunct="1">
              <a:lnSpc>
                <a:spcPct val="100000"/>
              </a:lnSpc>
              <a:spcBef>
                <a:spcPts val="0"/>
              </a:spcBef>
              <a:spcAft>
                <a:spcPts val="600"/>
              </a:spcAft>
              <a:buClrTx/>
              <a:buSzTx/>
              <a:buFontTx/>
              <a:buNone/>
              <a:tabLst/>
              <a:defRPr sz="1700" b="0">
                <a:solidFill>
                  <a:srgbClr val="232D3A"/>
                </a:solidFill>
                <a:latin typeface="Aptos"/>
              </a:defRPr>
            </a:pPr>
            <a:r>
              <a:rPr kumimoji="0" sz="1700" b="0" i="0" u="none" strike="noStrike" kern="1200" cap="none" spc="0" normalizeH="0" baseline="0" noProof="0">
                <a:ln>
                  <a:noFill/>
                </a:ln>
                <a:solidFill>
                  <a:srgbClr val="232D3A"/>
                </a:solidFill>
                <a:effectLst/>
                <a:uLnTx/>
                <a:uFillTx/>
                <a:latin typeface="Aptos"/>
                <a:ea typeface="+mn-ea"/>
                <a:cs typeface="+mn-cs"/>
              </a:rPr>
              <a:t>If 12 of 100 recommendations are overridden → 12% override rate</a:t>
            </a:r>
          </a:p>
          <a:p>
            <a:pPr marL="0" marR="0" lvl="0" indent="0" algn="l" defTabSz="457200" rtl="0" eaLnBrk="1" fontAlgn="auto" latinLnBrk="0" hangingPunct="1">
              <a:lnSpc>
                <a:spcPct val="100000"/>
              </a:lnSpc>
              <a:spcBef>
                <a:spcPts val="0"/>
              </a:spcBef>
              <a:spcAft>
                <a:spcPts val="600"/>
              </a:spcAft>
              <a:buClrTx/>
              <a:buSzTx/>
              <a:buFontTx/>
              <a:buNone/>
              <a:tabLst/>
              <a:defRPr sz="1700" b="0">
                <a:solidFill>
                  <a:srgbClr val="232D3A"/>
                </a:solidFill>
                <a:latin typeface="Aptos"/>
              </a:defRPr>
            </a:pPr>
            <a:r>
              <a:rPr kumimoji="0" sz="1700" b="0" i="0" u="none" strike="noStrike" kern="1200" cap="none" spc="0" normalizeH="0" baseline="0" noProof="0">
                <a:ln>
                  <a:noFill/>
                </a:ln>
                <a:solidFill>
                  <a:srgbClr val="232D3A"/>
                </a:solidFill>
                <a:effectLst/>
                <a:uLnTx/>
                <a:uFillTx/>
                <a:latin typeface="Aptos"/>
                <a:ea typeface="+mn-ea"/>
                <a:cs typeface="+mn-cs"/>
              </a:rPr>
              <a:t>Core KPI 1: Median response time must be calculated from the full set of observed call times.</a:t>
            </a:r>
          </a:p>
        </p:txBody>
      </p:sp>
      <p:sp>
        <p:nvSpPr>
          <p:cNvPr id="20" name="TextBox 19"/>
          <p:cNvSpPr txBox="1"/>
          <p:nvPr/>
        </p:nvSpPr>
        <p:spPr>
          <a:xfrm>
            <a:off x="777240" y="5513832"/>
            <a:ext cx="10607040" cy="219456"/>
          </a:xfrm>
          <a:prstGeom prst="rect">
            <a:avLst/>
          </a:prstGeom>
          <a:noFill/>
        </p:spPr>
        <p:txBody>
          <a:bodyPr wrap="square" lIns="54864" tIns="22860" rIns="54864" bIns="22860" anchor="t">
            <a:normAutofit fontScale="92500" lnSpcReduction="10000"/>
          </a:bodyPr>
          <a:lstStyle/>
          <a:p>
            <a:pPr marL="0" marR="0" lvl="0" indent="0" algn="l" defTabSz="457200" rtl="0" eaLnBrk="1" fontAlgn="auto" latinLnBrk="0" hangingPunct="1">
              <a:lnSpc>
                <a:spcPct val="100000"/>
              </a:lnSpc>
              <a:spcBef>
                <a:spcPts val="0"/>
              </a:spcBef>
              <a:spcAft>
                <a:spcPts val="600"/>
              </a:spcAft>
              <a:buClrTx/>
              <a:buSzTx/>
              <a:buFontTx/>
              <a:buNone/>
              <a:tabLst/>
              <a:defRPr sz="1300" b="1">
                <a:solidFill>
                  <a:srgbClr val="C44A4A"/>
                </a:solidFill>
                <a:latin typeface="Aptos"/>
              </a:defRPr>
            </a:pPr>
            <a:r>
              <a:rPr kumimoji="0" sz="1300" b="1" i="0" u="none" strike="noStrike" kern="1200" cap="none" spc="0" normalizeH="0" baseline="0" noProof="0">
                <a:ln>
                  <a:noFill/>
                </a:ln>
                <a:solidFill>
                  <a:srgbClr val="C44A4A"/>
                </a:solidFill>
                <a:effectLst/>
                <a:uLnTx/>
                <a:uFillTx/>
                <a:latin typeface="Aptos"/>
                <a:ea typeface="+mn-ea"/>
                <a:cs typeface="+mn-cs"/>
              </a:rPr>
              <a:t>Define start/end timestamps, eligible calls, baseline, exclusions, and data source before comparison.</a:t>
            </a:r>
          </a:p>
        </p:txBody>
      </p:sp>
      <p:sp>
        <p:nvSpPr>
          <p:cNvPr id="23" name="TextBox 22"/>
          <p:cNvSpPr txBox="1"/>
          <p:nvPr/>
        </p:nvSpPr>
        <p:spPr>
          <a:xfrm>
            <a:off x="6675120" y="5870448"/>
            <a:ext cx="4297680" cy="310896"/>
          </a:xfrm>
          <a:prstGeom prst="rect">
            <a:avLst/>
          </a:prstGeom>
          <a:noFill/>
        </p:spPr>
        <p:txBody>
          <a:bodyPr wrap="square" lIns="54864" tIns="22860" rIns="54864" bIns="22860" anchor="t">
            <a:normAutofit fontScale="92500" lnSpcReduction="20000"/>
          </a:bodyPr>
          <a:lstStyle/>
          <a:p>
            <a:pPr marL="0" marR="0" lvl="0" indent="0" algn="l" defTabSz="457200" rtl="0" eaLnBrk="1" fontAlgn="auto" latinLnBrk="0" hangingPunct="1">
              <a:lnSpc>
                <a:spcPct val="100000"/>
              </a:lnSpc>
              <a:spcBef>
                <a:spcPts val="0"/>
              </a:spcBef>
              <a:spcAft>
                <a:spcPts val="500"/>
              </a:spcAft>
              <a:buClrTx/>
              <a:buSzTx/>
              <a:buFontTx/>
              <a:buNone/>
              <a:tabLst/>
              <a:defRPr sz="1100" b="1">
                <a:solidFill>
                  <a:srgbClr val="1C9B91"/>
                </a:solidFill>
                <a:latin typeface="Aptos"/>
              </a:defRPr>
            </a:pPr>
            <a:r>
              <a:rPr kumimoji="0" sz="1100" b="1" i="0" u="none" strike="noStrike" kern="1200" cap="none" spc="0" normalizeH="0" baseline="0" noProof="0" dirty="0">
                <a:ln>
                  <a:noFill/>
                </a:ln>
                <a:solidFill>
                  <a:srgbClr val="1C9B91"/>
                </a:solidFill>
                <a:effectLst/>
                <a:uLnTx/>
                <a:uFillTx/>
                <a:latin typeface="Aptos"/>
                <a:ea typeface="+mn-ea"/>
                <a:cs typeface="+mn-cs"/>
              </a:rPr>
              <a:t>Additional operational KPI: cost per call = total service cost ÷ calls handled.</a:t>
            </a:r>
          </a:p>
        </p:txBody>
      </p:sp>
    </p:spTree>
    <p:extLst>
      <p:ext uri="{BB962C8B-B14F-4D97-AF65-F5344CB8AC3E}">
        <p14:creationId xmlns:p14="http://schemas.microsoft.com/office/powerpoint/2010/main" val="85714455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AFC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C9B91"/>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02920" y="256032"/>
            <a:ext cx="11155680" cy="502920"/>
          </a:xfrm>
          <a:prstGeom prst="rect">
            <a:avLst/>
          </a:prstGeom>
          <a:noFill/>
        </p:spPr>
        <p:txBody>
          <a:bodyPr wrap="square" lIns="54864" tIns="22860" rIns="54864" bIns="22860" anchor="ctr">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2700" b="1">
                <a:solidFill>
                  <a:srgbClr val="12223D"/>
                </a:solidFill>
                <a:latin typeface="Aptos"/>
              </a:defRPr>
            </a:pPr>
            <a:r>
              <a:rPr kumimoji="0" sz="2700" b="1" i="0" u="none" strike="noStrike" kern="1200" cap="none" spc="0" normalizeH="0" baseline="0" noProof="0" dirty="0">
                <a:ln>
                  <a:noFill/>
                </a:ln>
                <a:solidFill>
                  <a:srgbClr val="12223D"/>
                </a:solidFill>
                <a:effectLst/>
                <a:uLnTx/>
                <a:uFillTx/>
                <a:latin typeface="Aptos"/>
                <a:ea typeface="+mn-ea"/>
                <a:cs typeface="+mn-cs"/>
              </a:rPr>
              <a:t>Define KPIs so they cannot mislead</a:t>
            </a:r>
          </a:p>
        </p:txBody>
      </p:sp>
      <p:sp>
        <p:nvSpPr>
          <p:cNvPr id="6" name="Rounded Rectangle 5"/>
          <p:cNvSpPr/>
          <p:nvPr/>
        </p:nvSpPr>
        <p:spPr>
          <a:xfrm>
            <a:off x="640080" y="1417320"/>
            <a:ext cx="5257800" cy="1828800"/>
          </a:xfrm>
          <a:prstGeom prst="roundRect">
            <a:avLst/>
          </a:prstGeom>
          <a:solidFill>
            <a:srgbClr val="FFFFFF"/>
          </a:solidFill>
          <a:ln w="12700">
            <a:solidFill>
              <a:srgbClr val="DBE4ED"/>
            </a:solid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40080" y="1417320"/>
            <a:ext cx="82296" cy="1828800"/>
          </a:xfrm>
          <a:prstGeom prst="rect">
            <a:avLst/>
          </a:prstGeom>
          <a:solidFill>
            <a:srgbClr val="2D69AA"/>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p:cNvSpPr txBox="1"/>
          <p:nvPr/>
        </p:nvSpPr>
        <p:spPr>
          <a:xfrm>
            <a:off x="841247" y="1554480"/>
            <a:ext cx="4910328" cy="365760"/>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700" b="1">
                <a:solidFill>
                  <a:srgbClr val="12223D"/>
                </a:solidFill>
                <a:latin typeface="Aptos"/>
              </a:defRPr>
            </a:pPr>
            <a:r>
              <a:rPr kumimoji="0" sz="1700" b="1" i="0" u="none" strike="noStrike" kern="1200" cap="none" spc="0" normalizeH="0" baseline="0" noProof="0">
                <a:ln>
                  <a:noFill/>
                </a:ln>
                <a:solidFill>
                  <a:srgbClr val="12223D"/>
                </a:solidFill>
                <a:effectLst/>
                <a:uLnTx/>
                <a:uFillTx/>
                <a:latin typeface="Aptos"/>
                <a:ea typeface="+mn-ea"/>
                <a:cs typeface="+mn-cs"/>
              </a:rPr>
              <a:t>Use a baseline</a:t>
            </a:r>
          </a:p>
        </p:txBody>
      </p:sp>
      <p:sp>
        <p:nvSpPr>
          <p:cNvPr id="9" name="TextBox 8"/>
          <p:cNvSpPr txBox="1"/>
          <p:nvPr/>
        </p:nvSpPr>
        <p:spPr>
          <a:xfrm>
            <a:off x="841247" y="1984248"/>
            <a:ext cx="4910328" cy="1170432"/>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400" b="0">
                <a:solidFill>
                  <a:srgbClr val="232D3A"/>
                </a:solidFill>
                <a:latin typeface="Aptos"/>
              </a:defRPr>
            </a:pPr>
            <a:r>
              <a:rPr kumimoji="0" sz="1400" b="0" i="0" u="none" strike="noStrike" kern="1200" cap="none" spc="0" normalizeH="0" baseline="0" noProof="0">
                <a:ln>
                  <a:noFill/>
                </a:ln>
                <a:solidFill>
                  <a:srgbClr val="232D3A"/>
                </a:solidFill>
                <a:effectLst/>
                <a:uLnTx/>
                <a:uFillTx/>
                <a:latin typeface="Aptos"/>
                <a:ea typeface="+mn-ea"/>
                <a:cs typeface="+mn-cs"/>
              </a:rPr>
              <a:t>Compare the proposed system against the current routing process on comparable calls, times, and map conditions.</a:t>
            </a:r>
          </a:p>
        </p:txBody>
      </p:sp>
      <p:sp>
        <p:nvSpPr>
          <p:cNvPr id="10" name="Rounded Rectangle 9"/>
          <p:cNvSpPr/>
          <p:nvPr/>
        </p:nvSpPr>
        <p:spPr>
          <a:xfrm>
            <a:off x="6126480" y="1417320"/>
            <a:ext cx="5257800" cy="1828800"/>
          </a:xfrm>
          <a:prstGeom prst="roundRect">
            <a:avLst/>
          </a:prstGeom>
          <a:solidFill>
            <a:srgbClr val="FFFFFF"/>
          </a:solidFill>
          <a:ln w="12700">
            <a:solidFill>
              <a:srgbClr val="DBE4ED"/>
            </a:solid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6126480" y="1417320"/>
            <a:ext cx="82296" cy="1828800"/>
          </a:xfrm>
          <a:prstGeom prst="rect">
            <a:avLst/>
          </a:prstGeom>
          <a:solidFill>
            <a:srgbClr val="1C9B91"/>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6327648" y="1554480"/>
            <a:ext cx="4910328" cy="365760"/>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700" b="1">
                <a:solidFill>
                  <a:srgbClr val="12223D"/>
                </a:solidFill>
                <a:latin typeface="Aptos"/>
              </a:defRPr>
            </a:pPr>
            <a:r>
              <a:rPr kumimoji="0" sz="1700" b="1" i="0" u="none" strike="noStrike" kern="1200" cap="none" spc="0" normalizeH="0" baseline="0" noProof="0">
                <a:ln>
                  <a:noFill/>
                </a:ln>
                <a:solidFill>
                  <a:srgbClr val="12223D"/>
                </a:solidFill>
                <a:effectLst/>
                <a:uLnTx/>
                <a:uFillTx/>
                <a:latin typeface="Aptos"/>
                <a:ea typeface="+mn-ea"/>
                <a:cs typeface="+mn-cs"/>
              </a:rPr>
              <a:t>Segment the results</a:t>
            </a:r>
          </a:p>
        </p:txBody>
      </p:sp>
      <p:sp>
        <p:nvSpPr>
          <p:cNvPr id="13" name="TextBox 12"/>
          <p:cNvSpPr txBox="1"/>
          <p:nvPr/>
        </p:nvSpPr>
        <p:spPr>
          <a:xfrm>
            <a:off x="6327648" y="1984248"/>
            <a:ext cx="4910328" cy="1170432"/>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400" b="0">
                <a:solidFill>
                  <a:srgbClr val="232D3A"/>
                </a:solidFill>
                <a:latin typeface="Aptos"/>
              </a:defRPr>
            </a:pPr>
            <a:r>
              <a:rPr kumimoji="0" sz="1400" b="0" i="0" u="none" strike="noStrike" kern="1200" cap="none" spc="0" normalizeH="0" baseline="0" noProof="0">
                <a:ln>
                  <a:noFill/>
                </a:ln>
                <a:solidFill>
                  <a:srgbClr val="232D3A"/>
                </a:solidFill>
                <a:effectLst/>
                <a:uLnTx/>
                <a:uFillTx/>
                <a:latin typeface="Aptos"/>
                <a:ea typeface="+mn-ea"/>
                <a:cs typeface="+mn-cs"/>
              </a:rPr>
              <a:t>Break results down by time of day, area, urgency, road conditions, and whether a route was overridden.</a:t>
            </a:r>
          </a:p>
        </p:txBody>
      </p:sp>
      <p:sp>
        <p:nvSpPr>
          <p:cNvPr id="14" name="Rounded Rectangle 13"/>
          <p:cNvSpPr/>
          <p:nvPr/>
        </p:nvSpPr>
        <p:spPr>
          <a:xfrm>
            <a:off x="640080" y="3566160"/>
            <a:ext cx="5257800" cy="1828800"/>
          </a:xfrm>
          <a:prstGeom prst="roundRect">
            <a:avLst/>
          </a:prstGeom>
          <a:solidFill>
            <a:srgbClr val="FFFFFF"/>
          </a:solidFill>
          <a:ln w="12700">
            <a:solidFill>
              <a:srgbClr val="DBE4ED"/>
            </a:solid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640080" y="3566160"/>
            <a:ext cx="82296" cy="1828800"/>
          </a:xfrm>
          <a:prstGeom prst="rect">
            <a:avLst/>
          </a:prstGeom>
          <a:solidFill>
            <a:srgbClr val="C44A4A"/>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15"/>
          <p:cNvSpPr txBox="1"/>
          <p:nvPr/>
        </p:nvSpPr>
        <p:spPr>
          <a:xfrm>
            <a:off x="841247" y="3703320"/>
            <a:ext cx="4910328" cy="365760"/>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700" b="1">
                <a:solidFill>
                  <a:srgbClr val="12223D"/>
                </a:solidFill>
                <a:latin typeface="Aptos"/>
              </a:defRPr>
            </a:pPr>
            <a:r>
              <a:rPr kumimoji="0" sz="1700" b="1" i="0" u="none" strike="noStrike" kern="1200" cap="none" spc="0" normalizeH="0" baseline="0" noProof="0">
                <a:ln>
                  <a:noFill/>
                </a:ln>
                <a:solidFill>
                  <a:srgbClr val="12223D"/>
                </a:solidFill>
                <a:effectLst/>
                <a:uLnTx/>
                <a:uFillTx/>
                <a:latin typeface="Aptos"/>
                <a:ea typeface="+mn-ea"/>
                <a:cs typeface="+mn-cs"/>
              </a:rPr>
              <a:t>Pair speed with safety</a:t>
            </a:r>
          </a:p>
        </p:txBody>
      </p:sp>
      <p:sp>
        <p:nvSpPr>
          <p:cNvPr id="17" name="TextBox 16"/>
          <p:cNvSpPr txBox="1"/>
          <p:nvPr/>
        </p:nvSpPr>
        <p:spPr>
          <a:xfrm>
            <a:off x="841247" y="4133087"/>
            <a:ext cx="4910328" cy="1170432"/>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400" b="0">
                <a:solidFill>
                  <a:srgbClr val="232D3A"/>
                </a:solidFill>
                <a:latin typeface="Aptos"/>
              </a:defRPr>
            </a:pPr>
            <a:r>
              <a:rPr kumimoji="0" sz="1400" b="0" i="0" u="none" strike="noStrike" kern="1200" cap="none" spc="0" normalizeH="0" baseline="0" noProof="0">
                <a:ln>
                  <a:noFill/>
                </a:ln>
                <a:solidFill>
                  <a:srgbClr val="232D3A"/>
                </a:solidFill>
                <a:effectLst/>
                <a:uLnTx/>
                <a:uFillTx/>
                <a:latin typeface="Aptos"/>
                <a:ea typeface="+mn-ea"/>
                <a:cs typeface="+mn-cs"/>
              </a:rPr>
              <a:t>A faster median is not sufficient if missed hazards increase. Monitor safety-related errors and blocked recall alongside operational KPIs.</a:t>
            </a:r>
          </a:p>
        </p:txBody>
      </p:sp>
      <p:sp>
        <p:nvSpPr>
          <p:cNvPr id="18" name="Rounded Rectangle 17"/>
          <p:cNvSpPr/>
          <p:nvPr/>
        </p:nvSpPr>
        <p:spPr>
          <a:xfrm>
            <a:off x="6126480" y="3566160"/>
            <a:ext cx="5257800" cy="1828800"/>
          </a:xfrm>
          <a:prstGeom prst="roundRect">
            <a:avLst/>
          </a:prstGeom>
          <a:solidFill>
            <a:srgbClr val="FFFFFF"/>
          </a:solidFill>
          <a:ln w="12700">
            <a:solidFill>
              <a:srgbClr val="DBE4ED"/>
            </a:solid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Rectangle 18"/>
          <p:cNvSpPr/>
          <p:nvPr/>
        </p:nvSpPr>
        <p:spPr>
          <a:xfrm>
            <a:off x="6126480" y="3566160"/>
            <a:ext cx="82296" cy="1828800"/>
          </a:xfrm>
          <a:prstGeom prst="rect">
            <a:avLst/>
          </a:prstGeom>
          <a:solidFill>
            <a:srgbClr val="E69136"/>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TextBox 19"/>
          <p:cNvSpPr txBox="1"/>
          <p:nvPr/>
        </p:nvSpPr>
        <p:spPr>
          <a:xfrm>
            <a:off x="6327648" y="3703320"/>
            <a:ext cx="4910328" cy="365760"/>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700" b="1">
                <a:solidFill>
                  <a:srgbClr val="12223D"/>
                </a:solidFill>
                <a:latin typeface="Aptos"/>
              </a:defRPr>
            </a:pPr>
            <a:r>
              <a:rPr kumimoji="0" sz="1700" b="1" i="0" u="none" strike="noStrike" kern="1200" cap="none" spc="0" normalizeH="0" baseline="0" noProof="0">
                <a:ln>
                  <a:noFill/>
                </a:ln>
                <a:solidFill>
                  <a:srgbClr val="12223D"/>
                </a:solidFill>
                <a:effectLst/>
                <a:uLnTx/>
                <a:uFillTx/>
                <a:latin typeface="Aptos"/>
                <a:ea typeface="+mn-ea"/>
                <a:cs typeface="+mn-cs"/>
              </a:rPr>
              <a:t>Interpret overrides carefully</a:t>
            </a:r>
          </a:p>
        </p:txBody>
      </p:sp>
      <p:sp>
        <p:nvSpPr>
          <p:cNvPr id="21" name="TextBox 20"/>
          <p:cNvSpPr txBox="1"/>
          <p:nvPr/>
        </p:nvSpPr>
        <p:spPr>
          <a:xfrm>
            <a:off x="6327648" y="4133087"/>
            <a:ext cx="4910328" cy="1170432"/>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400" b="0">
                <a:solidFill>
                  <a:srgbClr val="232D3A"/>
                </a:solidFill>
                <a:latin typeface="Aptos"/>
              </a:defRPr>
            </a:pPr>
            <a:r>
              <a:rPr kumimoji="0" sz="1400" b="0" i="0" u="none" strike="noStrike" kern="1200" cap="none" spc="0" normalizeH="0" baseline="0" noProof="0">
                <a:ln>
                  <a:noFill/>
                </a:ln>
                <a:solidFill>
                  <a:srgbClr val="232D3A"/>
                </a:solidFill>
                <a:effectLst/>
                <a:uLnTx/>
                <a:uFillTx/>
                <a:latin typeface="Aptos"/>
                <a:ea typeface="+mn-ea"/>
                <a:cs typeface="+mn-cs"/>
              </a:rPr>
              <a:t>Overrides can indicate a model issue, a data problem, a changing situation, or good human judgment. Record reasons.</a:t>
            </a:r>
          </a:p>
        </p:txBody>
      </p:sp>
    </p:spTree>
    <p:extLst>
      <p:ext uri="{BB962C8B-B14F-4D97-AF65-F5344CB8AC3E}">
        <p14:creationId xmlns:p14="http://schemas.microsoft.com/office/powerpoint/2010/main" val="159348154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AFC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C9B91"/>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02920" y="256032"/>
            <a:ext cx="11155680" cy="502920"/>
          </a:xfrm>
          <a:prstGeom prst="rect">
            <a:avLst/>
          </a:prstGeom>
          <a:noFill/>
        </p:spPr>
        <p:txBody>
          <a:bodyPr wrap="square" lIns="54864" tIns="22860" rIns="54864" bIns="22860" anchor="ctr">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2700" b="1">
                <a:solidFill>
                  <a:srgbClr val="12223D"/>
                </a:solidFill>
                <a:latin typeface="Aptos"/>
              </a:defRPr>
            </a:pPr>
            <a:r>
              <a:rPr kumimoji="0" sz="2700" b="1" i="0" u="none" strike="noStrike" kern="1200" cap="none" spc="0" normalizeH="0" baseline="0" noProof="0" dirty="0">
                <a:ln>
                  <a:noFill/>
                </a:ln>
                <a:solidFill>
                  <a:srgbClr val="12223D"/>
                </a:solidFill>
                <a:effectLst/>
                <a:uLnTx/>
                <a:uFillTx/>
                <a:latin typeface="Aptos"/>
                <a:ea typeface="+mn-ea"/>
                <a:cs typeface="+mn-cs"/>
              </a:rPr>
              <a:t>Illustrative numbers and the assumptions log</a:t>
            </a:r>
          </a:p>
        </p:txBody>
      </p:sp>
      <p:sp>
        <p:nvSpPr>
          <p:cNvPr id="6" name="TextBox 5"/>
          <p:cNvSpPr txBox="1"/>
          <p:nvPr/>
        </p:nvSpPr>
        <p:spPr>
          <a:xfrm>
            <a:off x="731520" y="1325880"/>
            <a:ext cx="10789920" cy="457200"/>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2100" b="1">
                <a:solidFill>
                  <a:srgbClr val="12223D"/>
                </a:solidFill>
                <a:latin typeface="Aptos"/>
              </a:defRPr>
            </a:pPr>
            <a:r>
              <a:rPr kumimoji="0" sz="2100" b="1" i="0" u="none" strike="noStrike" kern="1200" cap="none" spc="0" normalizeH="0" baseline="0" noProof="0">
                <a:ln>
                  <a:noFill/>
                </a:ln>
                <a:solidFill>
                  <a:srgbClr val="12223D"/>
                </a:solidFill>
                <a:effectLst/>
                <a:uLnTx/>
                <a:uFillTx/>
                <a:latin typeface="Aptos"/>
                <a:ea typeface="+mn-ea"/>
                <a:cs typeface="+mn-cs"/>
              </a:rPr>
              <a:t>Separate what you measured from what you assumed.</a:t>
            </a:r>
          </a:p>
        </p:txBody>
      </p:sp>
      <p:sp>
        <p:nvSpPr>
          <p:cNvPr id="7" name="Rounded Rectangle 6"/>
          <p:cNvSpPr/>
          <p:nvPr/>
        </p:nvSpPr>
        <p:spPr>
          <a:xfrm>
            <a:off x="685800" y="2011680"/>
            <a:ext cx="3474720" cy="2011680"/>
          </a:xfrm>
          <a:prstGeom prst="roundRect">
            <a:avLst/>
          </a:prstGeom>
          <a:solidFill>
            <a:srgbClr val="FFFFFF"/>
          </a:solidFill>
          <a:ln w="12700">
            <a:solidFill>
              <a:srgbClr val="DBE4ED"/>
            </a:solid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685800" y="2011680"/>
            <a:ext cx="82296" cy="2011680"/>
          </a:xfrm>
          <a:prstGeom prst="rect">
            <a:avLst/>
          </a:prstGeom>
          <a:solidFill>
            <a:srgbClr val="2D69AA"/>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886968" y="2148840"/>
            <a:ext cx="3127248" cy="365760"/>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700" b="1">
                <a:solidFill>
                  <a:srgbClr val="12223D"/>
                </a:solidFill>
                <a:latin typeface="Aptos"/>
              </a:defRPr>
            </a:pPr>
            <a:r>
              <a:rPr kumimoji="0" sz="1700" b="1" i="0" u="none" strike="noStrike" kern="1200" cap="none" spc="0" normalizeH="0" baseline="0" noProof="0">
                <a:ln>
                  <a:noFill/>
                </a:ln>
                <a:solidFill>
                  <a:srgbClr val="12223D"/>
                </a:solidFill>
                <a:effectLst/>
                <a:uLnTx/>
                <a:uFillTx/>
                <a:latin typeface="Aptos"/>
                <a:ea typeface="+mn-ea"/>
                <a:cs typeface="+mn-cs"/>
              </a:rPr>
              <a:t>Measured fact</a:t>
            </a:r>
          </a:p>
        </p:txBody>
      </p:sp>
      <p:sp>
        <p:nvSpPr>
          <p:cNvPr id="10" name="TextBox 9"/>
          <p:cNvSpPr txBox="1"/>
          <p:nvPr/>
        </p:nvSpPr>
        <p:spPr>
          <a:xfrm>
            <a:off x="886968" y="2578608"/>
            <a:ext cx="3127248" cy="1353312"/>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400" b="0">
                <a:solidFill>
                  <a:srgbClr val="232D3A"/>
                </a:solidFill>
                <a:latin typeface="Aptos"/>
              </a:defRPr>
            </a:pPr>
            <a:r>
              <a:rPr kumimoji="0" sz="1400" b="0" i="0" u="none" strike="noStrike" kern="1200" cap="none" spc="0" normalizeH="0" baseline="0" noProof="0">
                <a:ln>
                  <a:noFill/>
                </a:ln>
                <a:solidFill>
                  <a:srgbClr val="232D3A"/>
                </a:solidFill>
                <a:effectLst/>
                <a:uLnTx/>
                <a:uFillTx/>
                <a:latin typeface="Aptos"/>
                <a:ea typeface="+mn-ea"/>
                <a:cs typeface="+mn-cs"/>
              </a:rPr>
              <a:t>Observed in an experiment or operational dataset. Include source, date, sample size, and method.</a:t>
            </a:r>
          </a:p>
        </p:txBody>
      </p:sp>
      <p:sp>
        <p:nvSpPr>
          <p:cNvPr id="11" name="Rounded Rectangle 10"/>
          <p:cNvSpPr/>
          <p:nvPr/>
        </p:nvSpPr>
        <p:spPr>
          <a:xfrm>
            <a:off x="4343400" y="2011680"/>
            <a:ext cx="3474720" cy="2011680"/>
          </a:xfrm>
          <a:prstGeom prst="roundRect">
            <a:avLst/>
          </a:prstGeom>
          <a:solidFill>
            <a:srgbClr val="FFFFFF"/>
          </a:solidFill>
          <a:ln w="12700">
            <a:solidFill>
              <a:srgbClr val="DBE4ED"/>
            </a:solid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4343400" y="2011680"/>
            <a:ext cx="82296" cy="2011680"/>
          </a:xfrm>
          <a:prstGeom prst="rect">
            <a:avLst/>
          </a:prstGeom>
          <a:solidFill>
            <a:srgbClr val="E69136"/>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extBox 12"/>
          <p:cNvSpPr txBox="1"/>
          <p:nvPr/>
        </p:nvSpPr>
        <p:spPr>
          <a:xfrm>
            <a:off x="4544568" y="2148840"/>
            <a:ext cx="3127248" cy="365760"/>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700" b="1">
                <a:solidFill>
                  <a:srgbClr val="12223D"/>
                </a:solidFill>
                <a:latin typeface="Aptos"/>
              </a:defRPr>
            </a:pPr>
            <a:r>
              <a:rPr kumimoji="0" sz="1700" b="1" i="0" u="none" strike="noStrike" kern="1200" cap="none" spc="0" normalizeH="0" baseline="0" noProof="0">
                <a:ln>
                  <a:noFill/>
                </a:ln>
                <a:solidFill>
                  <a:srgbClr val="12223D"/>
                </a:solidFill>
                <a:effectLst/>
                <a:uLnTx/>
                <a:uFillTx/>
                <a:latin typeface="Aptos"/>
                <a:ea typeface="+mn-ea"/>
                <a:cs typeface="+mn-cs"/>
              </a:rPr>
              <a:t>Assumption</a:t>
            </a:r>
          </a:p>
        </p:txBody>
      </p:sp>
      <p:sp>
        <p:nvSpPr>
          <p:cNvPr id="14" name="TextBox 13"/>
          <p:cNvSpPr txBox="1"/>
          <p:nvPr/>
        </p:nvSpPr>
        <p:spPr>
          <a:xfrm>
            <a:off x="4544568" y="2578608"/>
            <a:ext cx="3127248" cy="1353312"/>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400" b="0">
                <a:solidFill>
                  <a:srgbClr val="232D3A"/>
                </a:solidFill>
                <a:latin typeface="Aptos"/>
              </a:defRPr>
            </a:pPr>
            <a:r>
              <a:rPr kumimoji="0" sz="1400" b="0" i="0" u="none" strike="noStrike" kern="1200" cap="none" spc="0" normalizeH="0" baseline="0" noProof="0">
                <a:ln>
                  <a:noFill/>
                </a:ln>
                <a:solidFill>
                  <a:srgbClr val="232D3A"/>
                </a:solidFill>
                <a:effectLst/>
                <a:uLnTx/>
                <a:uFillTx/>
                <a:latin typeface="Aptos"/>
                <a:ea typeface="+mn-ea"/>
                <a:cs typeface="+mn-cs"/>
              </a:rPr>
              <a:t>A value used because reliable measurements are not available yet. Label it clearly and justify it.</a:t>
            </a:r>
          </a:p>
        </p:txBody>
      </p:sp>
      <p:sp>
        <p:nvSpPr>
          <p:cNvPr id="15" name="Rounded Rectangle 14"/>
          <p:cNvSpPr/>
          <p:nvPr/>
        </p:nvSpPr>
        <p:spPr>
          <a:xfrm>
            <a:off x="8001000" y="2011680"/>
            <a:ext cx="3474720" cy="2011680"/>
          </a:xfrm>
          <a:prstGeom prst="roundRect">
            <a:avLst/>
          </a:prstGeom>
          <a:solidFill>
            <a:srgbClr val="FFFFFF"/>
          </a:solidFill>
          <a:ln w="12700">
            <a:solidFill>
              <a:srgbClr val="DBE4ED"/>
            </a:solid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8001000" y="2011680"/>
            <a:ext cx="82296" cy="2011680"/>
          </a:xfrm>
          <a:prstGeom prst="rect">
            <a:avLst/>
          </a:prstGeom>
          <a:solidFill>
            <a:srgbClr val="1C9B91"/>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TextBox 16"/>
          <p:cNvSpPr txBox="1"/>
          <p:nvPr/>
        </p:nvSpPr>
        <p:spPr>
          <a:xfrm>
            <a:off x="8202168" y="2148840"/>
            <a:ext cx="3127248" cy="365760"/>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700" b="1">
                <a:solidFill>
                  <a:srgbClr val="12223D"/>
                </a:solidFill>
                <a:latin typeface="Aptos"/>
              </a:defRPr>
            </a:pPr>
            <a:r>
              <a:rPr kumimoji="0" sz="1700" b="1" i="0" u="none" strike="noStrike" kern="1200" cap="none" spc="0" normalizeH="0" baseline="0" noProof="0">
                <a:ln>
                  <a:noFill/>
                </a:ln>
                <a:solidFill>
                  <a:srgbClr val="12223D"/>
                </a:solidFill>
                <a:effectLst/>
                <a:uLnTx/>
                <a:uFillTx/>
                <a:latin typeface="Aptos"/>
                <a:ea typeface="+mn-ea"/>
                <a:cs typeface="+mn-cs"/>
              </a:rPr>
              <a:t>Prediction</a:t>
            </a:r>
          </a:p>
        </p:txBody>
      </p:sp>
      <p:sp>
        <p:nvSpPr>
          <p:cNvPr id="18" name="TextBox 17"/>
          <p:cNvSpPr txBox="1"/>
          <p:nvPr/>
        </p:nvSpPr>
        <p:spPr>
          <a:xfrm>
            <a:off x="8202168" y="2578608"/>
            <a:ext cx="3127248" cy="1353312"/>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400" b="0">
                <a:solidFill>
                  <a:srgbClr val="232D3A"/>
                </a:solidFill>
                <a:latin typeface="Aptos"/>
              </a:defRPr>
            </a:pPr>
            <a:r>
              <a:rPr kumimoji="0" sz="1400" b="0" i="0" u="none" strike="noStrike" kern="1200" cap="none" spc="0" normalizeH="0" baseline="0" noProof="0">
                <a:ln>
                  <a:noFill/>
                </a:ln>
                <a:solidFill>
                  <a:srgbClr val="232D3A"/>
                </a:solidFill>
                <a:effectLst/>
                <a:uLnTx/>
                <a:uFillTx/>
                <a:latin typeface="Aptos"/>
                <a:ea typeface="+mn-ea"/>
                <a:cs typeface="+mn-cs"/>
              </a:rPr>
              <a:t>An estimate derived from a model or calculation. State the conditions under which it may hold.</a:t>
            </a:r>
          </a:p>
        </p:txBody>
      </p:sp>
      <p:sp>
        <p:nvSpPr>
          <p:cNvPr id="19" name="TextBox 18"/>
          <p:cNvSpPr txBox="1"/>
          <p:nvPr/>
        </p:nvSpPr>
        <p:spPr>
          <a:xfrm>
            <a:off x="777240" y="4434840"/>
            <a:ext cx="10698480" cy="365760"/>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800" b="1">
                <a:solidFill>
                  <a:srgbClr val="12223D"/>
                </a:solidFill>
                <a:latin typeface="Aptos"/>
              </a:defRPr>
            </a:pPr>
            <a:r>
              <a:rPr kumimoji="0" sz="1800" b="1" i="0" u="none" strike="noStrike" kern="1200" cap="none" spc="0" normalizeH="0" baseline="0" noProof="0">
                <a:ln>
                  <a:noFill/>
                </a:ln>
                <a:solidFill>
                  <a:srgbClr val="12223D"/>
                </a:solidFill>
                <a:effectLst/>
                <a:uLnTx/>
                <a:uFillTx/>
                <a:latin typeface="Aptos"/>
                <a:ea typeface="+mn-ea"/>
                <a:cs typeface="+mn-cs"/>
              </a:rPr>
              <a:t>Assumptions log: record every decision-driving estimate</a:t>
            </a:r>
          </a:p>
        </p:txBody>
      </p:sp>
      <p:sp>
        <p:nvSpPr>
          <p:cNvPr id="20" name="TextBox 19"/>
          <p:cNvSpPr txBox="1"/>
          <p:nvPr/>
        </p:nvSpPr>
        <p:spPr>
          <a:xfrm>
            <a:off x="822960" y="4892040"/>
            <a:ext cx="10515600" cy="822960"/>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600" b="0">
                <a:solidFill>
                  <a:srgbClr val="232D3A"/>
                </a:solidFill>
                <a:latin typeface="Aptos"/>
              </a:defRPr>
            </a:pPr>
            <a:r>
              <a:rPr kumimoji="0" sz="1600" b="0" i="0" u="none" strike="noStrike" kern="1200" cap="none" spc="0" normalizeH="0" baseline="0" noProof="0">
                <a:ln>
                  <a:noFill/>
                </a:ln>
                <a:solidFill>
                  <a:srgbClr val="232D3A"/>
                </a:solidFill>
                <a:effectLst/>
                <a:uLnTx/>
                <a:uFillTx/>
                <a:latin typeface="Aptos"/>
                <a:ea typeface="+mn-ea"/>
                <a:cs typeface="+mn-cs"/>
              </a:rPr>
              <a:t>Assumption | Value | Rationale/source | Uncertainty | Decision impact | Validation plan</a:t>
            </a:r>
          </a:p>
        </p:txBody>
      </p:sp>
      <p:sp>
        <p:nvSpPr>
          <p:cNvPr id="21" name="TextBox 20"/>
          <p:cNvSpPr txBox="1"/>
          <p:nvPr/>
        </p:nvSpPr>
        <p:spPr>
          <a:xfrm>
            <a:off x="822960" y="5806440"/>
            <a:ext cx="10424160" cy="274320"/>
          </a:xfrm>
          <a:prstGeom prst="rect">
            <a:avLst/>
          </a:prstGeom>
          <a:noFill/>
        </p:spPr>
        <p:txBody>
          <a:bodyPr wrap="square" lIns="54864" tIns="22860" rIns="54864" bIns="22860" anchor="t">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sz="1300" b="1">
                <a:solidFill>
                  <a:srgbClr val="C44A4A"/>
                </a:solidFill>
                <a:latin typeface="Aptos"/>
              </a:defRPr>
            </a:pPr>
            <a:r>
              <a:rPr kumimoji="0" sz="1300" b="1" i="0" u="none" strike="noStrike" kern="1200" cap="none" spc="0" normalizeH="0" baseline="0" noProof="0">
                <a:ln>
                  <a:noFill/>
                </a:ln>
                <a:solidFill>
                  <a:srgbClr val="C44A4A"/>
                </a:solidFill>
                <a:effectLst/>
                <a:uLnTx/>
                <a:uFillTx/>
                <a:latin typeface="Aptos"/>
                <a:ea typeface="+mn-ea"/>
                <a:cs typeface="+mn-cs"/>
              </a:rPr>
              <a:t>Example speed/cost/target values remain hypothetical until supported by measured data.</a:t>
            </a:r>
          </a:p>
        </p:txBody>
      </p:sp>
    </p:spTree>
    <p:extLst>
      <p:ext uri="{BB962C8B-B14F-4D97-AF65-F5344CB8AC3E}">
        <p14:creationId xmlns:p14="http://schemas.microsoft.com/office/powerpoint/2010/main" val="397938893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101729"/>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p:nvPr/>
        </p:nvSpPr>
        <p:spPr>
          <a:xfrm>
            <a:off x="609600" y="3603277"/>
            <a:ext cx="10972800" cy="1257300"/>
          </a:xfrm>
          <a:prstGeom prst="roundRect">
            <a:avLst>
              <a:gd name="adj" fmla="val 12121"/>
            </a:avLst>
          </a:prstGeom>
          <a:solidFill>
            <a:srgbClr val="0F172A"/>
          </a:solidFill>
          <a:ln w="9525" cap="flat" cmpd="sng">
            <a:solidFill>
              <a:srgbClr val="18385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86" name="Google Shape;86;p13"/>
          <p:cNvSpPr/>
          <p:nvPr/>
        </p:nvSpPr>
        <p:spPr>
          <a:xfrm>
            <a:off x="847725" y="3803302"/>
            <a:ext cx="2550318" cy="857250"/>
          </a:xfrm>
          <a:prstGeom prst="rect">
            <a:avLst/>
          </a:prstGeom>
          <a:no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87" name="Google Shape;87;p13"/>
          <p:cNvSpPr/>
          <p:nvPr/>
        </p:nvSpPr>
        <p:spPr>
          <a:xfrm>
            <a:off x="3550443" y="3803302"/>
            <a:ext cx="2550318" cy="857250"/>
          </a:xfrm>
          <a:prstGeom prst="rect">
            <a:avLst/>
          </a:prstGeom>
          <a:no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88" name="Google Shape;88;p13"/>
          <p:cNvSpPr/>
          <p:nvPr/>
        </p:nvSpPr>
        <p:spPr>
          <a:xfrm>
            <a:off x="6253162" y="3803302"/>
            <a:ext cx="2550318" cy="857250"/>
          </a:xfrm>
          <a:prstGeom prst="rect">
            <a:avLst/>
          </a:prstGeom>
          <a:no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89" name="Google Shape;89;p13"/>
          <p:cNvSpPr/>
          <p:nvPr/>
        </p:nvSpPr>
        <p:spPr>
          <a:xfrm>
            <a:off x="609600" y="5600700"/>
            <a:ext cx="3530649" cy="723900"/>
          </a:xfrm>
          <a:prstGeom prst="roundRect">
            <a:avLst>
              <a:gd name="adj" fmla="val 18421"/>
            </a:avLst>
          </a:prstGeom>
          <a:solidFill>
            <a:srgbClr val="182234"/>
          </a:solidFill>
          <a:ln w="9525" cap="flat" cmpd="sng">
            <a:solidFill>
              <a:srgbClr val="2C394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90" name="Google Shape;90;p13"/>
          <p:cNvSpPr/>
          <p:nvPr/>
        </p:nvSpPr>
        <p:spPr>
          <a:xfrm>
            <a:off x="4330749" y="5600700"/>
            <a:ext cx="3530649" cy="723900"/>
          </a:xfrm>
          <a:prstGeom prst="roundRect">
            <a:avLst>
              <a:gd name="adj" fmla="val 18421"/>
            </a:avLst>
          </a:prstGeom>
          <a:solidFill>
            <a:srgbClr val="182234"/>
          </a:solidFill>
          <a:ln w="9525" cap="flat" cmpd="sng">
            <a:solidFill>
              <a:srgbClr val="2C394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91" name="Google Shape;91;p13"/>
          <p:cNvSpPr/>
          <p:nvPr/>
        </p:nvSpPr>
        <p:spPr>
          <a:xfrm>
            <a:off x="8051899" y="5600700"/>
            <a:ext cx="3530649" cy="723900"/>
          </a:xfrm>
          <a:prstGeom prst="roundRect">
            <a:avLst>
              <a:gd name="adj" fmla="val 18421"/>
            </a:avLst>
          </a:prstGeom>
          <a:solidFill>
            <a:srgbClr val="182234"/>
          </a:solidFill>
          <a:ln w="9525" cap="flat" cmpd="sng">
            <a:solidFill>
              <a:srgbClr val="2C394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92" name="Google Shape;92;p13"/>
          <p:cNvSpPr/>
          <p:nvPr/>
        </p:nvSpPr>
        <p:spPr>
          <a:xfrm>
            <a:off x="609600" y="533400"/>
            <a:ext cx="5105400" cy="304800"/>
          </a:xfrm>
          <a:prstGeom prst="roundRect">
            <a:avLst>
              <a:gd name="adj" fmla="val 50000"/>
            </a:avLst>
          </a:prstGeom>
          <a:solidFill>
            <a:srgbClr val="163048"/>
          </a:solidFill>
          <a:ln w="9525" cap="flat" cmpd="sng">
            <a:solidFill>
              <a:srgbClr val="20597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93" name="Google Shape;93;p13"/>
          <p:cNvSpPr/>
          <p:nvPr/>
        </p:nvSpPr>
        <p:spPr>
          <a:xfrm>
            <a:off x="3388518" y="3803302"/>
            <a:ext cx="9525" cy="85725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94" name="Google Shape;94;p13"/>
          <p:cNvSpPr/>
          <p:nvPr/>
        </p:nvSpPr>
        <p:spPr>
          <a:xfrm>
            <a:off x="6091237" y="3803302"/>
            <a:ext cx="9525" cy="85725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95" name="Google Shape;95;p13"/>
          <p:cNvSpPr/>
          <p:nvPr/>
        </p:nvSpPr>
        <p:spPr>
          <a:xfrm>
            <a:off x="8793956" y="3803302"/>
            <a:ext cx="9525" cy="85725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96" name="Google Shape;96;p13"/>
          <p:cNvSpPr txBox="1"/>
          <p:nvPr/>
        </p:nvSpPr>
        <p:spPr>
          <a:xfrm>
            <a:off x="609600" y="1028700"/>
            <a:ext cx="9101137" cy="113913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14974"/>
              </a:lnSpc>
              <a:spcBef>
                <a:spcPts val="0"/>
              </a:spcBef>
              <a:spcAft>
                <a:spcPts val="0"/>
              </a:spcAft>
              <a:buClrTx/>
              <a:buSzTx/>
              <a:buFontTx/>
              <a:buNone/>
              <a:tabLst/>
              <a:defRPr/>
            </a:pPr>
            <a:r>
              <a:rPr kumimoji="0" lang="en-US" sz="3900" b="1" i="0" u="none" strike="noStrike" kern="1200" cap="none" spc="0" normalizeH="0" baseline="0" noProof="0">
                <a:ln>
                  <a:noFill/>
                </a:ln>
                <a:solidFill>
                  <a:srgbClr val="F8FAFC"/>
                </a:solidFill>
                <a:effectLst/>
                <a:uLnTx/>
                <a:uFillTx/>
                <a:latin typeface="Plus Jakarta Sans"/>
                <a:ea typeface="Plus Jakarta Sans"/>
                <a:cs typeface="Plus Jakarta Sans"/>
                <a:sym typeface="Plus Jakarta Sans"/>
              </a:rPr>
              <a:t>Public Transport Network </a:t>
            </a:r>
            <a:br>
              <a:rPr kumimoji="0" lang="en-US" sz="1800" b="0" i="0" u="none" strike="noStrike" kern="1200" cap="none" spc="0" normalizeH="0" baseline="0" noProof="0">
                <a:ln>
                  <a:noFill/>
                </a:ln>
                <a:solidFill>
                  <a:srgbClr val="000000"/>
                </a:solidFill>
                <a:effectLst/>
                <a:uLnTx/>
                <a:uFillTx/>
                <a:latin typeface="Calibri"/>
                <a:ea typeface="Calibri"/>
                <a:cs typeface="Calibri"/>
                <a:sym typeface="Calibri"/>
              </a:rPr>
            </a:br>
            <a:r>
              <a:rPr kumimoji="0" lang="en-US" sz="3900" b="1" i="0" u="none" strike="noStrike" kern="1200" cap="none" spc="0" normalizeH="0" baseline="0" noProof="0">
                <a:ln>
                  <a:noFill/>
                </a:ln>
                <a:solidFill>
                  <a:srgbClr val="38BDF8"/>
                </a:solidFill>
                <a:effectLst/>
                <a:uLnTx/>
                <a:uFillTx/>
                <a:latin typeface="Plus Jakarta Sans"/>
                <a:ea typeface="Plus Jakarta Sans"/>
                <a:cs typeface="Plus Jakarta Sans"/>
                <a:sym typeface="Plus Jakarta Sans"/>
              </a:rPr>
              <a:t>Performance &amp; Capacity Analysis</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97" name="Google Shape;97;p13"/>
          <p:cNvSpPr txBox="1"/>
          <p:nvPr/>
        </p:nvSpPr>
        <p:spPr>
          <a:xfrm>
            <a:off x="609600" y="2320230"/>
            <a:ext cx="7239000" cy="54292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49964"/>
              </a:lnSpc>
              <a:spcBef>
                <a:spcPts val="0"/>
              </a:spcBef>
              <a:spcAft>
                <a:spcPts val="0"/>
              </a:spcAft>
              <a:buClrTx/>
              <a:buSzTx/>
              <a:buFontTx/>
              <a:buNone/>
              <a:tabLst/>
              <a:defRPr/>
            </a:pPr>
            <a:r>
              <a:rPr kumimoji="0" lang="en-US" sz="1425" b="0" i="0" u="none" strike="noStrike" kern="1200" cap="none" spc="0" normalizeH="0" baseline="0" noProof="0">
                <a:ln>
                  <a:noFill/>
                </a:ln>
                <a:solidFill>
                  <a:srgbClr val="94A3B8"/>
                </a:solidFill>
                <a:effectLst/>
                <a:uLnTx/>
                <a:uFillTx/>
                <a:latin typeface="Plus Jakarta Sans"/>
                <a:ea typeface="Plus Jakarta Sans"/>
                <a:cs typeface="Plus Jakarta Sans"/>
                <a:sym typeface="Plus Jakarta Sans"/>
              </a:rPr>
              <a:t>Comprehensive evaluation of 1.4B annual passenger journeys, modal efficiency, bottleneck mitigation, and strategic capital expenditure priorities.</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98" name="Google Shape;98;p13"/>
          <p:cNvSpPr txBox="1"/>
          <p:nvPr/>
        </p:nvSpPr>
        <p:spPr>
          <a:xfrm>
            <a:off x="762000" y="590550"/>
            <a:ext cx="4895850" cy="19050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38BDF8"/>
                </a:solidFill>
                <a:effectLst/>
                <a:uLnTx/>
                <a:uFillTx/>
                <a:latin typeface="Plus Jakarta Sans"/>
                <a:ea typeface="Plus Jakarta Sans"/>
                <a:cs typeface="Plus Jakarta Sans"/>
                <a:sym typeface="Plus Jakarta Sans"/>
              </a:rPr>
              <a:t>MUNICIPAL TRANSIT AUTHORITY • Q3 EXECUTIVE DASHBOARD</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99" name="Google Shape;99;p13"/>
          <p:cNvSpPr txBox="1"/>
          <p:nvPr/>
        </p:nvSpPr>
        <p:spPr>
          <a:xfrm>
            <a:off x="847725" y="3803302"/>
            <a:ext cx="2985492" cy="15240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a:ln>
                  <a:noFill/>
                </a:ln>
                <a:solidFill>
                  <a:srgbClr val="38BDF8"/>
                </a:solidFill>
                <a:effectLst/>
                <a:uLnTx/>
                <a:uFillTx/>
                <a:latin typeface="Plus Jakarta Sans"/>
                <a:ea typeface="Plus Jakarta Sans"/>
                <a:cs typeface="Plus Jakarta Sans"/>
                <a:sym typeface="Plus Jakarta Sans"/>
              </a:rPr>
              <a:t>ANNUAL RIDERSHIP</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00" name="Google Shape;100;p13"/>
          <p:cNvSpPr txBox="1"/>
          <p:nvPr/>
        </p:nvSpPr>
        <p:spPr>
          <a:xfrm>
            <a:off x="847725" y="3993802"/>
            <a:ext cx="2985492" cy="33337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950" b="1" i="0" u="none" strike="noStrike" kern="1200" cap="none" spc="0" normalizeH="0" baseline="0" noProof="0">
                <a:ln>
                  <a:noFill/>
                </a:ln>
                <a:solidFill>
                  <a:srgbClr val="FFFFFF"/>
                </a:solidFill>
                <a:effectLst/>
                <a:uLnTx/>
                <a:uFillTx/>
                <a:latin typeface="JetBrains Mono"/>
                <a:ea typeface="JetBrains Mono"/>
                <a:cs typeface="JetBrains Mono"/>
                <a:sym typeface="JetBrains Mono"/>
              </a:rPr>
              <a:t>1.42 Billion</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01" name="Google Shape;101;p13"/>
          <p:cNvSpPr txBox="1"/>
          <p:nvPr/>
        </p:nvSpPr>
        <p:spPr>
          <a:xfrm>
            <a:off x="3550443" y="3803302"/>
            <a:ext cx="2985492" cy="15240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a:ln>
                  <a:noFill/>
                </a:ln>
                <a:solidFill>
                  <a:srgbClr val="38BDF8"/>
                </a:solidFill>
                <a:effectLst/>
                <a:uLnTx/>
                <a:uFillTx/>
                <a:latin typeface="Plus Jakarta Sans"/>
                <a:ea typeface="Plus Jakarta Sans"/>
                <a:cs typeface="Plus Jakarta Sans"/>
                <a:sym typeface="Plus Jakarta Sans"/>
              </a:rPr>
              <a:t>ACTIVE FLEET</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02" name="Google Shape;102;p13"/>
          <p:cNvSpPr txBox="1"/>
          <p:nvPr/>
        </p:nvSpPr>
        <p:spPr>
          <a:xfrm>
            <a:off x="3550443" y="3993802"/>
            <a:ext cx="2985492" cy="33337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950" b="1" i="0" u="none" strike="noStrike" kern="1200" cap="none" spc="0" normalizeH="0" baseline="0" noProof="0">
                <a:ln>
                  <a:noFill/>
                </a:ln>
                <a:solidFill>
                  <a:srgbClr val="FFFFFF"/>
                </a:solidFill>
                <a:effectLst/>
                <a:uLnTx/>
                <a:uFillTx/>
                <a:latin typeface="JetBrains Mono"/>
                <a:ea typeface="JetBrains Mono"/>
                <a:cs typeface="JetBrains Mono"/>
                <a:sym typeface="JetBrains Mono"/>
              </a:rPr>
              <a:t>3,850 Vehicles</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03" name="Google Shape;103;p13"/>
          <p:cNvSpPr txBox="1"/>
          <p:nvPr/>
        </p:nvSpPr>
        <p:spPr>
          <a:xfrm>
            <a:off x="6253162" y="3803302"/>
            <a:ext cx="2985492" cy="15240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a:ln>
                  <a:noFill/>
                </a:ln>
                <a:solidFill>
                  <a:srgbClr val="38BDF8"/>
                </a:solidFill>
                <a:effectLst/>
                <a:uLnTx/>
                <a:uFillTx/>
                <a:latin typeface="Plus Jakarta Sans"/>
                <a:ea typeface="Plus Jakarta Sans"/>
                <a:cs typeface="Plus Jakarta Sans"/>
                <a:sym typeface="Plus Jakarta Sans"/>
              </a:rPr>
              <a:t>NETWORK REACH</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04" name="Google Shape;104;p13"/>
          <p:cNvSpPr txBox="1"/>
          <p:nvPr/>
        </p:nvSpPr>
        <p:spPr>
          <a:xfrm>
            <a:off x="6253162" y="3993802"/>
            <a:ext cx="2985492" cy="33337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950" b="1" i="0" u="none" strike="noStrike" kern="1200" cap="none" spc="0" normalizeH="0" baseline="0" noProof="0">
                <a:ln>
                  <a:noFill/>
                </a:ln>
                <a:solidFill>
                  <a:srgbClr val="FFFFFF"/>
                </a:solidFill>
                <a:effectLst/>
                <a:uLnTx/>
                <a:uFillTx/>
                <a:latin typeface="JetBrains Mono"/>
                <a:ea typeface="JetBrains Mono"/>
                <a:cs typeface="JetBrains Mono"/>
                <a:sym typeface="JetBrains Mono"/>
              </a:rPr>
              <a:t>12 Trunk Lines</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05" name="Google Shape;105;p13"/>
          <p:cNvSpPr txBox="1"/>
          <p:nvPr/>
        </p:nvSpPr>
        <p:spPr>
          <a:xfrm>
            <a:off x="8955881" y="3803302"/>
            <a:ext cx="2985492" cy="15240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a:ln>
                  <a:noFill/>
                </a:ln>
                <a:solidFill>
                  <a:srgbClr val="34D399"/>
                </a:solidFill>
                <a:effectLst/>
                <a:uLnTx/>
                <a:uFillTx/>
                <a:latin typeface="Plus Jakarta Sans"/>
                <a:ea typeface="Plus Jakarta Sans"/>
                <a:cs typeface="Plus Jakarta Sans"/>
                <a:sym typeface="Plus Jakarta Sans"/>
              </a:rPr>
              <a:t>OPERATIONAL ROI</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06" name="Google Shape;106;p13"/>
          <p:cNvSpPr txBox="1"/>
          <p:nvPr/>
        </p:nvSpPr>
        <p:spPr>
          <a:xfrm>
            <a:off x="8955881" y="3993802"/>
            <a:ext cx="2483643" cy="66675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950" b="1" i="0" u="none" strike="noStrike" kern="1200" cap="none" spc="0" normalizeH="0" baseline="0" noProof="0">
                <a:ln>
                  <a:noFill/>
                </a:ln>
                <a:solidFill>
                  <a:srgbClr val="34D399"/>
                </a:solidFill>
                <a:effectLst/>
                <a:uLnTx/>
                <a:uFillTx/>
                <a:latin typeface="JetBrains Mono"/>
                <a:ea typeface="JetBrains Mono"/>
                <a:cs typeface="JetBrains Mono"/>
                <a:sym typeface="JetBrains Mono"/>
              </a:rPr>
              <a:t>+14.2% Net Ratio</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07" name="Google Shape;107;p13"/>
          <p:cNvSpPr txBox="1"/>
          <p:nvPr/>
        </p:nvSpPr>
        <p:spPr>
          <a:xfrm>
            <a:off x="809625" y="5762625"/>
            <a:ext cx="3913249" cy="15240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a:ln>
                  <a:noFill/>
                </a:ln>
                <a:solidFill>
                  <a:srgbClr val="94A3B8"/>
                </a:solidFill>
                <a:effectLst/>
                <a:uLnTx/>
                <a:uFillTx/>
                <a:latin typeface="Plus Jakarta Sans"/>
                <a:ea typeface="Plus Jakarta Sans"/>
                <a:cs typeface="Plus Jakarta Sans"/>
                <a:sym typeface="Plus Jakarta Sans"/>
              </a:rPr>
              <a:t>ANALYSIS PERIOD</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08" name="Google Shape;108;p13"/>
          <p:cNvSpPr txBox="1"/>
          <p:nvPr/>
        </p:nvSpPr>
        <p:spPr>
          <a:xfrm>
            <a:off x="809625" y="5953125"/>
            <a:ext cx="3913249" cy="20955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75" b="1" i="0" u="none" strike="noStrike" kern="1200" cap="none" spc="0" normalizeH="0" baseline="0" noProof="0">
                <a:ln>
                  <a:noFill/>
                </a:ln>
                <a:solidFill>
                  <a:srgbClr val="F1F5F9"/>
                </a:solidFill>
                <a:effectLst/>
                <a:uLnTx/>
                <a:uFillTx/>
                <a:latin typeface="Plus Jakarta Sans"/>
                <a:ea typeface="Plus Jakarta Sans"/>
                <a:cs typeface="Plus Jakarta Sans"/>
                <a:sym typeface="Plus Jakarta Sans"/>
              </a:rPr>
              <a:t>Q3 Audit • 94.2% Compliance</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09" name="Google Shape;109;p13"/>
          <p:cNvSpPr txBox="1"/>
          <p:nvPr/>
        </p:nvSpPr>
        <p:spPr>
          <a:xfrm>
            <a:off x="4530774" y="5762625"/>
            <a:ext cx="3913249" cy="15240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a:ln>
                  <a:noFill/>
                </a:ln>
                <a:solidFill>
                  <a:srgbClr val="94A3B8"/>
                </a:solidFill>
                <a:effectLst/>
                <a:uLnTx/>
                <a:uFillTx/>
                <a:latin typeface="Plus Jakarta Sans"/>
                <a:ea typeface="Plus Jakarta Sans"/>
                <a:cs typeface="Plus Jakarta Sans"/>
                <a:sym typeface="Plus Jakarta Sans"/>
              </a:rPr>
              <a:t>NETWORK SCOPE</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10" name="Google Shape;110;p13"/>
          <p:cNvSpPr txBox="1"/>
          <p:nvPr/>
        </p:nvSpPr>
        <p:spPr>
          <a:xfrm>
            <a:off x="4530774" y="5953125"/>
            <a:ext cx="3913249" cy="20955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75" b="1" i="0" u="none" strike="noStrike" kern="1200" cap="none" spc="0" normalizeH="0" baseline="0" noProof="0">
                <a:ln>
                  <a:noFill/>
                </a:ln>
                <a:solidFill>
                  <a:srgbClr val="F1F5F9"/>
                </a:solidFill>
                <a:effectLst/>
                <a:uLnTx/>
                <a:uFillTx/>
                <a:latin typeface="Plus Jakarta Sans"/>
                <a:ea typeface="Plus Jakarta Sans"/>
                <a:cs typeface="Plus Jakarta Sans"/>
                <a:sym typeface="Plus Jakarta Sans"/>
              </a:rPr>
              <a:t>1,420 Route Km Across 8 Zones</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11" name="Google Shape;111;p13"/>
          <p:cNvSpPr txBox="1"/>
          <p:nvPr/>
        </p:nvSpPr>
        <p:spPr>
          <a:xfrm>
            <a:off x="8251924" y="5762625"/>
            <a:ext cx="3913249" cy="15240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a:ln>
                  <a:noFill/>
                </a:ln>
                <a:solidFill>
                  <a:srgbClr val="94A3B8"/>
                </a:solidFill>
                <a:effectLst/>
                <a:uLnTx/>
                <a:uFillTx/>
                <a:latin typeface="Plus Jakarta Sans"/>
                <a:ea typeface="Plus Jakarta Sans"/>
                <a:cs typeface="Plus Jakarta Sans"/>
                <a:sym typeface="Plus Jakarta Sans"/>
              </a:rPr>
              <a:t>REVENUE PERFORMANCE</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12" name="Google Shape;112;p13"/>
          <p:cNvSpPr txBox="1"/>
          <p:nvPr/>
        </p:nvSpPr>
        <p:spPr>
          <a:xfrm>
            <a:off x="8251924" y="5953125"/>
            <a:ext cx="3913249" cy="20955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75" b="1" i="0" u="none" strike="noStrike" kern="1200" cap="none" spc="0" normalizeH="0" baseline="0" noProof="0">
                <a:ln>
                  <a:noFill/>
                </a:ln>
                <a:solidFill>
                  <a:srgbClr val="34D399"/>
                </a:solidFill>
                <a:effectLst/>
                <a:uLnTx/>
                <a:uFillTx/>
                <a:latin typeface="Plus Jakarta Sans"/>
                <a:ea typeface="Plus Jakarta Sans"/>
                <a:cs typeface="Plus Jakarta Sans"/>
                <a:sym typeface="Plus Jakarta Sans"/>
              </a:rPr>
              <a:t>$482M Farebox Revenue</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82615538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E8F6FF"/>
        </a:solidFill>
        <a:effectLst/>
      </p:bgPr>
    </p:bg>
    <p:spTree>
      <p:nvGrpSpPr>
        <p:cNvPr id="1" name="Shape 116"/>
        <p:cNvGrpSpPr/>
        <p:nvPr/>
      </p:nvGrpSpPr>
      <p:grpSpPr>
        <a:xfrm>
          <a:off x="0" y="0"/>
          <a:ext cx="0" cy="0"/>
          <a:chOff x="0" y="0"/>
          <a:chExt cx="0" cy="0"/>
        </a:xfrm>
      </p:grpSpPr>
      <p:pic>
        <p:nvPicPr>
          <p:cNvPr id="117" name="Google Shape;117;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18" name="Google Shape;118;p14"/>
          <p:cNvSpPr/>
          <p:nvPr/>
        </p:nvSpPr>
        <p:spPr>
          <a:xfrm>
            <a:off x="609600" y="2489894"/>
            <a:ext cx="2600325" cy="2802135"/>
          </a:xfrm>
          <a:prstGeom prst="roundRect">
            <a:avLst>
              <a:gd name="adj" fmla="val 5860"/>
            </a:avLst>
          </a:prstGeom>
          <a:solidFill>
            <a:srgbClr val="FFFFFF"/>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19" name="Google Shape;119;p14"/>
          <p:cNvSpPr/>
          <p:nvPr/>
        </p:nvSpPr>
        <p:spPr>
          <a:xfrm>
            <a:off x="3400425" y="2489894"/>
            <a:ext cx="2600325" cy="2802135"/>
          </a:xfrm>
          <a:prstGeom prst="roundRect">
            <a:avLst>
              <a:gd name="adj" fmla="val 5860"/>
            </a:avLst>
          </a:prstGeom>
          <a:solidFill>
            <a:srgbClr val="FFFFFF"/>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20" name="Google Shape;120;p14"/>
          <p:cNvSpPr/>
          <p:nvPr/>
        </p:nvSpPr>
        <p:spPr>
          <a:xfrm>
            <a:off x="6191250" y="2489894"/>
            <a:ext cx="2600325" cy="2802135"/>
          </a:xfrm>
          <a:prstGeom prst="roundRect">
            <a:avLst>
              <a:gd name="adj" fmla="val 5860"/>
            </a:avLst>
          </a:prstGeom>
          <a:solidFill>
            <a:srgbClr val="FFFFFF"/>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21" name="Google Shape;121;p14"/>
          <p:cNvSpPr/>
          <p:nvPr/>
        </p:nvSpPr>
        <p:spPr>
          <a:xfrm>
            <a:off x="8982075" y="2489894"/>
            <a:ext cx="2600325" cy="2802135"/>
          </a:xfrm>
          <a:prstGeom prst="roundRect">
            <a:avLst>
              <a:gd name="adj" fmla="val 5860"/>
            </a:avLst>
          </a:prstGeom>
          <a:solidFill>
            <a:srgbClr val="FFFFFF"/>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22" name="Google Shape;122;p14"/>
          <p:cNvSpPr/>
          <p:nvPr/>
        </p:nvSpPr>
        <p:spPr>
          <a:xfrm>
            <a:off x="609600" y="5282505"/>
            <a:ext cx="260032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23" name="Google Shape;123;p14"/>
          <p:cNvSpPr/>
          <p:nvPr/>
        </p:nvSpPr>
        <p:spPr>
          <a:xfrm>
            <a:off x="609600" y="2489894"/>
            <a:ext cx="2600325" cy="47625"/>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24" name="Google Shape;124;p14"/>
          <p:cNvSpPr/>
          <p:nvPr/>
        </p:nvSpPr>
        <p:spPr>
          <a:xfrm>
            <a:off x="609600" y="2489894"/>
            <a:ext cx="9525" cy="280213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25" name="Google Shape;125;p14"/>
          <p:cNvSpPr/>
          <p:nvPr/>
        </p:nvSpPr>
        <p:spPr>
          <a:xfrm>
            <a:off x="3200400" y="2489894"/>
            <a:ext cx="9525" cy="280213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26" name="Google Shape;126;p14"/>
          <p:cNvSpPr/>
          <p:nvPr/>
        </p:nvSpPr>
        <p:spPr>
          <a:xfrm>
            <a:off x="828675" y="4739580"/>
            <a:ext cx="2162175"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27" name="Google Shape;127;p14"/>
          <p:cNvSpPr/>
          <p:nvPr/>
        </p:nvSpPr>
        <p:spPr>
          <a:xfrm>
            <a:off x="3400425" y="5282505"/>
            <a:ext cx="260032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28" name="Google Shape;128;p14"/>
          <p:cNvSpPr/>
          <p:nvPr/>
        </p:nvSpPr>
        <p:spPr>
          <a:xfrm>
            <a:off x="3400425" y="2489894"/>
            <a:ext cx="2600325" cy="47625"/>
          </a:xfrm>
          <a:prstGeom prst="rect">
            <a:avLst/>
          </a:prstGeom>
          <a:solidFill>
            <a:srgbClr val="16A34A"/>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29" name="Google Shape;129;p14"/>
          <p:cNvSpPr/>
          <p:nvPr/>
        </p:nvSpPr>
        <p:spPr>
          <a:xfrm>
            <a:off x="3400425" y="2489894"/>
            <a:ext cx="9525" cy="280213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30" name="Google Shape;130;p14"/>
          <p:cNvSpPr/>
          <p:nvPr/>
        </p:nvSpPr>
        <p:spPr>
          <a:xfrm>
            <a:off x="5991225" y="2489894"/>
            <a:ext cx="9525" cy="280213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31" name="Google Shape;131;p14"/>
          <p:cNvSpPr/>
          <p:nvPr/>
        </p:nvSpPr>
        <p:spPr>
          <a:xfrm>
            <a:off x="3619500" y="4739580"/>
            <a:ext cx="2162175"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32" name="Google Shape;132;p14"/>
          <p:cNvSpPr/>
          <p:nvPr/>
        </p:nvSpPr>
        <p:spPr>
          <a:xfrm>
            <a:off x="6191250" y="5282505"/>
            <a:ext cx="260032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33" name="Google Shape;133;p14"/>
          <p:cNvSpPr/>
          <p:nvPr/>
        </p:nvSpPr>
        <p:spPr>
          <a:xfrm>
            <a:off x="6191250" y="2489894"/>
            <a:ext cx="2600325" cy="47625"/>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34" name="Google Shape;134;p14"/>
          <p:cNvSpPr/>
          <p:nvPr/>
        </p:nvSpPr>
        <p:spPr>
          <a:xfrm>
            <a:off x="6191250" y="2489894"/>
            <a:ext cx="9525" cy="280213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35" name="Google Shape;135;p14"/>
          <p:cNvSpPr/>
          <p:nvPr/>
        </p:nvSpPr>
        <p:spPr>
          <a:xfrm>
            <a:off x="8782050" y="2489894"/>
            <a:ext cx="9525" cy="280213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36" name="Google Shape;136;p14"/>
          <p:cNvSpPr/>
          <p:nvPr/>
        </p:nvSpPr>
        <p:spPr>
          <a:xfrm>
            <a:off x="6410325" y="4739580"/>
            <a:ext cx="2162175"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37" name="Google Shape;137;p14"/>
          <p:cNvSpPr/>
          <p:nvPr/>
        </p:nvSpPr>
        <p:spPr>
          <a:xfrm>
            <a:off x="8982075" y="5282505"/>
            <a:ext cx="260032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38" name="Google Shape;138;p14"/>
          <p:cNvSpPr/>
          <p:nvPr/>
        </p:nvSpPr>
        <p:spPr>
          <a:xfrm>
            <a:off x="8982075" y="2489894"/>
            <a:ext cx="2600325" cy="47625"/>
          </a:xfrm>
          <a:prstGeom prst="rect">
            <a:avLst/>
          </a:prstGeom>
          <a:solidFill>
            <a:srgbClr val="8B5CF6"/>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39" name="Google Shape;139;p14"/>
          <p:cNvSpPr/>
          <p:nvPr/>
        </p:nvSpPr>
        <p:spPr>
          <a:xfrm>
            <a:off x="8982075" y="2489894"/>
            <a:ext cx="9525" cy="280213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40" name="Google Shape;140;p14"/>
          <p:cNvSpPr/>
          <p:nvPr/>
        </p:nvSpPr>
        <p:spPr>
          <a:xfrm>
            <a:off x="11572875" y="2489894"/>
            <a:ext cx="9525" cy="280213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41" name="Google Shape;141;p14"/>
          <p:cNvSpPr/>
          <p:nvPr/>
        </p:nvSpPr>
        <p:spPr>
          <a:xfrm>
            <a:off x="9201150" y="4739580"/>
            <a:ext cx="2162175"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42" name="Google Shape;142;p14"/>
          <p:cNvSpPr/>
          <p:nvPr/>
        </p:nvSpPr>
        <p:spPr>
          <a:xfrm>
            <a:off x="2152650" y="2885182"/>
            <a:ext cx="838200" cy="238125"/>
          </a:xfrm>
          <a:prstGeom prst="roundRect">
            <a:avLst>
              <a:gd name="adj" fmla="val 40000"/>
            </a:avLst>
          </a:prstGeom>
          <a:solidFill>
            <a:srgbClr val="DCFCE7"/>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43" name="Google Shape;143;p14"/>
          <p:cNvSpPr/>
          <p:nvPr/>
        </p:nvSpPr>
        <p:spPr>
          <a:xfrm>
            <a:off x="4714875" y="2885182"/>
            <a:ext cx="1066800" cy="238125"/>
          </a:xfrm>
          <a:prstGeom prst="roundRect">
            <a:avLst>
              <a:gd name="adj" fmla="val 40000"/>
            </a:avLst>
          </a:prstGeom>
          <a:solidFill>
            <a:srgbClr val="DCFCE7"/>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44" name="Google Shape;144;p14"/>
          <p:cNvSpPr/>
          <p:nvPr/>
        </p:nvSpPr>
        <p:spPr>
          <a:xfrm>
            <a:off x="7658100" y="2885182"/>
            <a:ext cx="914400" cy="238125"/>
          </a:xfrm>
          <a:prstGeom prst="roundRect">
            <a:avLst>
              <a:gd name="adj" fmla="val 40000"/>
            </a:avLst>
          </a:prstGeom>
          <a:solidFill>
            <a:srgbClr val="CCFBF1"/>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45" name="Google Shape;145;p14"/>
          <p:cNvSpPr/>
          <p:nvPr/>
        </p:nvSpPr>
        <p:spPr>
          <a:xfrm>
            <a:off x="10296525" y="2885182"/>
            <a:ext cx="1066800" cy="238125"/>
          </a:xfrm>
          <a:prstGeom prst="roundRect">
            <a:avLst>
              <a:gd name="adj" fmla="val 40000"/>
            </a:avLst>
          </a:prstGeom>
          <a:solidFill>
            <a:srgbClr val="F3E8FF"/>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pic>
        <p:nvPicPr>
          <p:cNvPr id="146" name="Google Shape;146;p14" descr="image.png"/>
          <p:cNvPicPr preferRelativeResize="0"/>
          <p:nvPr/>
        </p:nvPicPr>
        <p:blipFill rotWithShape="1">
          <a:blip r:embed="rId4">
            <a:alphaModFix/>
          </a:blip>
          <a:srcRect/>
          <a:stretch/>
        </p:blipFill>
        <p:spPr>
          <a:xfrm>
            <a:off x="828675" y="2804219"/>
            <a:ext cx="400050" cy="400050"/>
          </a:xfrm>
          <a:prstGeom prst="rect">
            <a:avLst/>
          </a:prstGeom>
          <a:noFill/>
          <a:ln>
            <a:noFill/>
          </a:ln>
        </p:spPr>
      </p:pic>
      <p:pic>
        <p:nvPicPr>
          <p:cNvPr id="147" name="Google Shape;147;p14" descr="image.png"/>
          <p:cNvPicPr preferRelativeResize="0"/>
          <p:nvPr/>
        </p:nvPicPr>
        <p:blipFill rotWithShape="1">
          <a:blip r:embed="rId5">
            <a:alphaModFix/>
          </a:blip>
          <a:srcRect/>
          <a:stretch/>
        </p:blipFill>
        <p:spPr>
          <a:xfrm>
            <a:off x="3619500" y="2804219"/>
            <a:ext cx="400050" cy="400050"/>
          </a:xfrm>
          <a:prstGeom prst="rect">
            <a:avLst/>
          </a:prstGeom>
          <a:noFill/>
          <a:ln>
            <a:noFill/>
          </a:ln>
        </p:spPr>
      </p:pic>
      <p:pic>
        <p:nvPicPr>
          <p:cNvPr id="148" name="Google Shape;148;p14" descr="image.png"/>
          <p:cNvPicPr preferRelativeResize="0"/>
          <p:nvPr/>
        </p:nvPicPr>
        <p:blipFill rotWithShape="1">
          <a:blip r:embed="rId6">
            <a:alphaModFix/>
          </a:blip>
          <a:srcRect/>
          <a:stretch/>
        </p:blipFill>
        <p:spPr>
          <a:xfrm>
            <a:off x="6410325" y="2804219"/>
            <a:ext cx="400050" cy="400050"/>
          </a:xfrm>
          <a:prstGeom prst="rect">
            <a:avLst/>
          </a:prstGeom>
          <a:noFill/>
          <a:ln>
            <a:noFill/>
          </a:ln>
        </p:spPr>
      </p:pic>
      <p:pic>
        <p:nvPicPr>
          <p:cNvPr id="149" name="Google Shape;149;p14" descr="image.png"/>
          <p:cNvPicPr preferRelativeResize="0"/>
          <p:nvPr/>
        </p:nvPicPr>
        <p:blipFill rotWithShape="1">
          <a:blip r:embed="rId7">
            <a:alphaModFix/>
          </a:blip>
          <a:srcRect/>
          <a:stretch/>
        </p:blipFill>
        <p:spPr>
          <a:xfrm>
            <a:off x="9201150" y="2804219"/>
            <a:ext cx="400050" cy="400050"/>
          </a:xfrm>
          <a:prstGeom prst="rect">
            <a:avLst/>
          </a:prstGeom>
          <a:noFill/>
          <a:ln>
            <a:noFill/>
          </a:ln>
        </p:spPr>
      </p:pic>
      <p:pic>
        <p:nvPicPr>
          <p:cNvPr id="150" name="Google Shape;150;p14" descr="image.png"/>
          <p:cNvPicPr preferRelativeResize="0"/>
          <p:nvPr/>
        </p:nvPicPr>
        <p:blipFill rotWithShape="1">
          <a:blip r:embed="rId8">
            <a:alphaModFix/>
          </a:blip>
          <a:srcRect/>
          <a:stretch/>
        </p:blipFill>
        <p:spPr>
          <a:xfrm>
            <a:off x="919162" y="2918519"/>
            <a:ext cx="219075" cy="171450"/>
          </a:xfrm>
          <a:prstGeom prst="rect">
            <a:avLst/>
          </a:prstGeom>
          <a:noFill/>
          <a:ln>
            <a:noFill/>
          </a:ln>
        </p:spPr>
      </p:pic>
      <p:pic>
        <p:nvPicPr>
          <p:cNvPr id="151" name="Google Shape;151;p14" descr="image.png"/>
          <p:cNvPicPr preferRelativeResize="0"/>
          <p:nvPr/>
        </p:nvPicPr>
        <p:blipFill rotWithShape="1">
          <a:blip r:embed="rId9">
            <a:alphaModFix/>
          </a:blip>
          <a:srcRect/>
          <a:stretch/>
        </p:blipFill>
        <p:spPr>
          <a:xfrm>
            <a:off x="3733800" y="2918519"/>
            <a:ext cx="171450" cy="171450"/>
          </a:xfrm>
          <a:prstGeom prst="rect">
            <a:avLst/>
          </a:prstGeom>
          <a:noFill/>
          <a:ln>
            <a:noFill/>
          </a:ln>
        </p:spPr>
      </p:pic>
      <p:pic>
        <p:nvPicPr>
          <p:cNvPr id="152" name="Google Shape;152;p14" descr="image.png"/>
          <p:cNvPicPr preferRelativeResize="0"/>
          <p:nvPr/>
        </p:nvPicPr>
        <p:blipFill rotWithShape="1">
          <a:blip r:embed="rId10">
            <a:alphaModFix/>
          </a:blip>
          <a:srcRect/>
          <a:stretch/>
        </p:blipFill>
        <p:spPr>
          <a:xfrm>
            <a:off x="6524625" y="2918519"/>
            <a:ext cx="171450" cy="171450"/>
          </a:xfrm>
          <a:prstGeom prst="rect">
            <a:avLst/>
          </a:prstGeom>
          <a:noFill/>
          <a:ln>
            <a:noFill/>
          </a:ln>
        </p:spPr>
      </p:pic>
      <p:pic>
        <p:nvPicPr>
          <p:cNvPr id="153" name="Google Shape;153;p14" descr="image.png"/>
          <p:cNvPicPr preferRelativeResize="0"/>
          <p:nvPr/>
        </p:nvPicPr>
        <p:blipFill rotWithShape="1">
          <a:blip r:embed="rId11">
            <a:alphaModFix/>
          </a:blip>
          <a:srcRect/>
          <a:stretch/>
        </p:blipFill>
        <p:spPr>
          <a:xfrm>
            <a:off x="9305925" y="2918519"/>
            <a:ext cx="190500" cy="171450"/>
          </a:xfrm>
          <a:prstGeom prst="rect">
            <a:avLst/>
          </a:prstGeom>
          <a:noFill/>
          <a:ln>
            <a:noFill/>
          </a:ln>
        </p:spPr>
      </p:pic>
      <p:sp>
        <p:nvSpPr>
          <p:cNvPr id="154" name="Google Shape;154;p14"/>
          <p:cNvSpPr txBox="1"/>
          <p:nvPr/>
        </p:nvSpPr>
        <p:spPr>
          <a:xfrm>
            <a:off x="609600" y="533400"/>
            <a:ext cx="11582400" cy="17145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284C7"/>
                </a:solidFill>
                <a:effectLst/>
                <a:uLnTx/>
                <a:uFillTx/>
                <a:latin typeface="Plus Jakarta Sans"/>
                <a:ea typeface="Plus Jakarta Sans"/>
                <a:cs typeface="Plus Jakarta Sans"/>
                <a:sym typeface="Plus Jakarta Sans"/>
              </a:rPr>
              <a:t>SYSTEM PERFORMANCE</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55" name="Google Shape;155;p14"/>
          <p:cNvSpPr txBox="1"/>
          <p:nvPr/>
        </p:nvSpPr>
        <p:spPr>
          <a:xfrm>
            <a:off x="609600" y="762000"/>
            <a:ext cx="11582400" cy="42862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0F172A"/>
                </a:solidFill>
                <a:effectLst/>
                <a:uLnTx/>
                <a:uFillTx/>
                <a:latin typeface="Plus Jakarta Sans"/>
                <a:ea typeface="Plus Jakarta Sans"/>
                <a:cs typeface="Plus Jakarta Sans"/>
                <a:sym typeface="Plus Jakarta Sans"/>
              </a:rPr>
              <a:t>Core Operational Metrics &amp; Efficiency</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56" name="Google Shape;156;p14"/>
          <p:cNvSpPr txBox="1"/>
          <p:nvPr/>
        </p:nvSpPr>
        <p:spPr>
          <a:xfrm>
            <a:off x="828675" y="4853880"/>
            <a:ext cx="2257425" cy="16192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a:ln>
                  <a:noFill/>
                </a:ln>
                <a:solidFill>
                  <a:srgbClr val="0284C7"/>
                </a:solidFill>
                <a:effectLst/>
                <a:uLnTx/>
                <a:uFillTx/>
                <a:latin typeface="Plus Jakarta Sans"/>
                <a:ea typeface="Plus Jakarta Sans"/>
                <a:cs typeface="Plus Jakarta Sans"/>
                <a:sym typeface="Plus Jakarta Sans"/>
              </a:rPr>
              <a:t>Off-Peak: 1.8M daily trips</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57" name="Google Shape;157;p14"/>
          <p:cNvSpPr txBox="1"/>
          <p:nvPr/>
        </p:nvSpPr>
        <p:spPr>
          <a:xfrm>
            <a:off x="3619500" y="4853880"/>
            <a:ext cx="2257425" cy="16192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a:ln>
                  <a:noFill/>
                </a:ln>
                <a:solidFill>
                  <a:srgbClr val="16A34A"/>
                </a:solidFill>
                <a:effectLst/>
                <a:uLnTx/>
                <a:uFillTx/>
                <a:latin typeface="Plus Jakarta Sans"/>
                <a:ea typeface="Plus Jakarta Sans"/>
                <a:cs typeface="Plus Jakarta Sans"/>
                <a:sym typeface="Plus Jakarta Sans"/>
              </a:rPr>
              <a:t>Rail: 96.4% • Bus: 88.2%</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58" name="Google Shape;158;p14"/>
          <p:cNvSpPr txBox="1"/>
          <p:nvPr/>
        </p:nvSpPr>
        <p:spPr>
          <a:xfrm>
            <a:off x="6410325" y="4853880"/>
            <a:ext cx="2257425" cy="16192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a:ln>
                  <a:noFill/>
                </a:ln>
                <a:solidFill>
                  <a:srgbClr val="0D9488"/>
                </a:solidFill>
                <a:effectLst/>
                <a:uLnTx/>
                <a:uFillTx/>
                <a:latin typeface="Plus Jakarta Sans"/>
                <a:ea typeface="Plus Jakarta Sans"/>
                <a:cs typeface="Plus Jakarta Sans"/>
                <a:sym typeface="Plus Jakarta Sans"/>
              </a:rPr>
              <a:t>Municipal Subsidy: $0.38/km</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59" name="Google Shape;159;p14"/>
          <p:cNvSpPr txBox="1"/>
          <p:nvPr/>
        </p:nvSpPr>
        <p:spPr>
          <a:xfrm>
            <a:off x="9201150" y="4853880"/>
            <a:ext cx="2257425" cy="16192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a:ln>
                  <a:noFill/>
                </a:ln>
                <a:solidFill>
                  <a:srgbClr val="8B5CF6"/>
                </a:solidFill>
                <a:effectLst/>
                <a:uLnTx/>
                <a:uFillTx/>
                <a:latin typeface="Plus Jakarta Sans"/>
                <a:ea typeface="Plus Jakarta Sans"/>
                <a:cs typeface="Plus Jakarta Sans"/>
                <a:sym typeface="Plus Jakarta Sans"/>
              </a:rPr>
              <a:t>Spare Ratio: 1.9%</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60" name="Google Shape;160;p14"/>
          <p:cNvSpPr txBox="1"/>
          <p:nvPr/>
        </p:nvSpPr>
        <p:spPr>
          <a:xfrm>
            <a:off x="828675" y="3356669"/>
            <a:ext cx="2837854" cy="50482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a:ln>
                  <a:noFill/>
                </a:ln>
                <a:solidFill>
                  <a:srgbClr val="0F172A"/>
                </a:solidFill>
                <a:effectLst/>
                <a:uLnTx/>
                <a:uFillTx/>
                <a:latin typeface="JetBrains Mono"/>
                <a:ea typeface="JetBrains Mono"/>
                <a:cs typeface="JetBrains Mono"/>
                <a:sym typeface="JetBrains Mono"/>
              </a:rPr>
              <a:t>4.2M</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61" name="Google Shape;161;p14"/>
          <p:cNvSpPr txBox="1"/>
          <p:nvPr/>
        </p:nvSpPr>
        <p:spPr>
          <a:xfrm>
            <a:off x="828675" y="3918644"/>
            <a:ext cx="2702718" cy="21907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a:ln>
                  <a:noFill/>
                </a:ln>
                <a:solidFill>
                  <a:srgbClr val="1E293B"/>
                </a:solidFill>
                <a:effectLst/>
                <a:uLnTx/>
                <a:uFillTx/>
                <a:latin typeface="Plus Jakarta Sans"/>
                <a:ea typeface="Plus Jakarta Sans"/>
                <a:cs typeface="Plus Jakarta Sans"/>
                <a:sym typeface="Plus Jakarta Sans"/>
              </a:rPr>
              <a:t>Daily Passenger Trips</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62" name="Google Shape;162;p14"/>
          <p:cNvSpPr txBox="1"/>
          <p:nvPr/>
        </p:nvSpPr>
        <p:spPr>
          <a:xfrm>
            <a:off x="828675" y="4213919"/>
            <a:ext cx="2257425" cy="37326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solidFill>
                  <a:srgbClr val="64748B"/>
                </a:solidFill>
                <a:effectLst/>
                <a:uLnTx/>
                <a:uFillTx/>
                <a:latin typeface="Plus Jakarta Sans"/>
                <a:ea typeface="Plus Jakarta Sans"/>
                <a:cs typeface="Plus Jakarta Sans"/>
                <a:sym typeface="Plus Jakarta Sans"/>
              </a:rPr>
              <a:t>Peak hour: 680k trips/hr across primary interchanges.</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63" name="Google Shape;163;p14"/>
          <p:cNvSpPr txBox="1"/>
          <p:nvPr/>
        </p:nvSpPr>
        <p:spPr>
          <a:xfrm>
            <a:off x="3619500" y="3356669"/>
            <a:ext cx="2837854" cy="50482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a:ln>
                  <a:noFill/>
                </a:ln>
                <a:solidFill>
                  <a:srgbClr val="0F172A"/>
                </a:solidFill>
                <a:effectLst/>
                <a:uLnTx/>
                <a:uFillTx/>
                <a:latin typeface="JetBrains Mono"/>
                <a:ea typeface="JetBrains Mono"/>
                <a:cs typeface="JetBrains Mono"/>
                <a:sym typeface="JetBrains Mono"/>
              </a:rPr>
              <a:t>92.6%</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64" name="Google Shape;164;p14"/>
          <p:cNvSpPr txBox="1"/>
          <p:nvPr/>
        </p:nvSpPr>
        <p:spPr>
          <a:xfrm>
            <a:off x="3619500" y="3918644"/>
            <a:ext cx="2702718" cy="21907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a:ln>
                  <a:noFill/>
                </a:ln>
                <a:solidFill>
                  <a:srgbClr val="1E293B"/>
                </a:solidFill>
                <a:effectLst/>
                <a:uLnTx/>
                <a:uFillTx/>
                <a:latin typeface="Plus Jakarta Sans"/>
                <a:ea typeface="Plus Jakarta Sans"/>
                <a:cs typeface="Plus Jakarta Sans"/>
                <a:sym typeface="Plus Jakarta Sans"/>
              </a:rPr>
              <a:t>On-Time Arrival Rate</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65" name="Google Shape;165;p14"/>
          <p:cNvSpPr txBox="1"/>
          <p:nvPr/>
        </p:nvSpPr>
        <p:spPr>
          <a:xfrm>
            <a:off x="3619500" y="4213919"/>
            <a:ext cx="2257425" cy="37326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solidFill>
                  <a:srgbClr val="64748B"/>
                </a:solidFill>
                <a:effectLst/>
                <a:uLnTx/>
                <a:uFillTx/>
                <a:latin typeface="Plus Jakarta Sans"/>
                <a:ea typeface="Plus Jakarta Sans"/>
                <a:cs typeface="Plus Jakarta Sans"/>
                <a:sym typeface="Plus Jakarta Sans"/>
              </a:rPr>
              <a:t>Measured within a strict 3-minute scheduled window.</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66" name="Google Shape;166;p14"/>
          <p:cNvSpPr txBox="1"/>
          <p:nvPr/>
        </p:nvSpPr>
        <p:spPr>
          <a:xfrm>
            <a:off x="6410325" y="3356669"/>
            <a:ext cx="2837854" cy="50482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a:ln>
                  <a:noFill/>
                </a:ln>
                <a:solidFill>
                  <a:srgbClr val="0F172A"/>
                </a:solidFill>
                <a:effectLst/>
                <a:uLnTx/>
                <a:uFillTx/>
                <a:latin typeface="JetBrains Mono"/>
                <a:ea typeface="JetBrains Mono"/>
                <a:cs typeface="JetBrains Mono"/>
                <a:sym typeface="JetBrains Mono"/>
              </a:rPr>
              <a:t>$1.15</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67" name="Google Shape;167;p14"/>
          <p:cNvSpPr txBox="1"/>
          <p:nvPr/>
        </p:nvSpPr>
        <p:spPr>
          <a:xfrm>
            <a:off x="6410325" y="3918644"/>
            <a:ext cx="2702718" cy="21907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a:ln>
                  <a:noFill/>
                </a:ln>
                <a:solidFill>
                  <a:srgbClr val="1E293B"/>
                </a:solidFill>
                <a:effectLst/>
                <a:uLnTx/>
                <a:uFillTx/>
                <a:latin typeface="Plus Jakarta Sans"/>
                <a:ea typeface="Plus Jakarta Sans"/>
                <a:cs typeface="Plus Jakarta Sans"/>
                <a:sym typeface="Plus Jakarta Sans"/>
              </a:rPr>
              <a:t>Cost per Pax-Km</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68" name="Google Shape;168;p14"/>
          <p:cNvSpPr txBox="1"/>
          <p:nvPr/>
        </p:nvSpPr>
        <p:spPr>
          <a:xfrm>
            <a:off x="6410325" y="4213919"/>
            <a:ext cx="2257425" cy="37326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solidFill>
                  <a:srgbClr val="64748B"/>
                </a:solidFill>
                <a:effectLst/>
                <a:uLnTx/>
                <a:uFillTx/>
                <a:latin typeface="Plus Jakarta Sans"/>
                <a:ea typeface="Plus Jakarta Sans"/>
                <a:cs typeface="Plus Jakarta Sans"/>
                <a:sym typeface="Plus Jakarta Sans"/>
              </a:rPr>
              <a:t>Driven down by high-capacity electric bus corridors.</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69" name="Google Shape;169;p14"/>
          <p:cNvSpPr txBox="1"/>
          <p:nvPr/>
        </p:nvSpPr>
        <p:spPr>
          <a:xfrm>
            <a:off x="9201150" y="3356669"/>
            <a:ext cx="2837854" cy="50482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a:ln>
                  <a:noFill/>
                </a:ln>
                <a:solidFill>
                  <a:srgbClr val="0F172A"/>
                </a:solidFill>
                <a:effectLst/>
                <a:uLnTx/>
                <a:uFillTx/>
                <a:latin typeface="JetBrains Mono"/>
                <a:ea typeface="JetBrains Mono"/>
                <a:cs typeface="JetBrains Mono"/>
                <a:sym typeface="JetBrains Mono"/>
              </a:rPr>
              <a:t>98.1%</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70" name="Google Shape;170;p14"/>
          <p:cNvSpPr txBox="1"/>
          <p:nvPr/>
        </p:nvSpPr>
        <p:spPr>
          <a:xfrm>
            <a:off x="9201150" y="3918644"/>
            <a:ext cx="2702718" cy="21907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a:ln>
                  <a:noFill/>
                </a:ln>
                <a:solidFill>
                  <a:srgbClr val="1E293B"/>
                </a:solidFill>
                <a:effectLst/>
                <a:uLnTx/>
                <a:uFillTx/>
                <a:latin typeface="Plus Jakarta Sans"/>
                <a:ea typeface="Plus Jakarta Sans"/>
                <a:cs typeface="Plus Jakarta Sans"/>
                <a:sym typeface="Plus Jakarta Sans"/>
              </a:rPr>
              <a:t>Fleet Availability</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71" name="Google Shape;171;p14"/>
          <p:cNvSpPr txBox="1"/>
          <p:nvPr/>
        </p:nvSpPr>
        <p:spPr>
          <a:xfrm>
            <a:off x="9201150" y="4213919"/>
            <a:ext cx="2257425" cy="37326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solidFill>
                  <a:srgbClr val="64748B"/>
                </a:solidFill>
                <a:effectLst/>
                <a:uLnTx/>
                <a:uFillTx/>
                <a:latin typeface="Plus Jakarta Sans"/>
                <a:ea typeface="Plus Jakarta Sans"/>
                <a:cs typeface="Plus Jakarta Sans"/>
                <a:sym typeface="Plus Jakarta Sans"/>
              </a:rPr>
              <a:t>Predictive depot maintenance reduced breakdowns by 22%.</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72" name="Google Shape;172;p14"/>
          <p:cNvSpPr txBox="1"/>
          <p:nvPr/>
        </p:nvSpPr>
        <p:spPr>
          <a:xfrm>
            <a:off x="2228850" y="2923282"/>
            <a:ext cx="781050" cy="16192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a:ln>
                  <a:noFill/>
                </a:ln>
                <a:solidFill>
                  <a:srgbClr val="16A34A"/>
                </a:solidFill>
                <a:effectLst/>
                <a:uLnTx/>
                <a:uFillTx/>
                <a:latin typeface="JetBrains Mono"/>
                <a:ea typeface="JetBrains Mono"/>
                <a:cs typeface="JetBrains Mono"/>
                <a:sym typeface="JetBrains Mono"/>
              </a:rPr>
              <a:t>+8.4% YoY</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73" name="Google Shape;173;p14"/>
          <p:cNvSpPr txBox="1"/>
          <p:nvPr/>
        </p:nvSpPr>
        <p:spPr>
          <a:xfrm>
            <a:off x="4791075" y="2923282"/>
            <a:ext cx="1009650" cy="16192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a:ln>
                  <a:noFill/>
                </a:ln>
                <a:solidFill>
                  <a:srgbClr val="16A34A"/>
                </a:solidFill>
                <a:effectLst/>
                <a:uLnTx/>
                <a:uFillTx/>
                <a:latin typeface="JetBrains Mono"/>
                <a:ea typeface="JetBrains Mono"/>
                <a:cs typeface="JetBrains Mono"/>
                <a:sym typeface="JetBrains Mono"/>
              </a:rPr>
              <a:t>Target: &gt;90%</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74" name="Google Shape;174;p14"/>
          <p:cNvSpPr txBox="1"/>
          <p:nvPr/>
        </p:nvSpPr>
        <p:spPr>
          <a:xfrm>
            <a:off x="7734300" y="2923282"/>
            <a:ext cx="857250" cy="16192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a:ln>
                  <a:noFill/>
                </a:ln>
                <a:solidFill>
                  <a:srgbClr val="0D9488"/>
                </a:solidFill>
                <a:effectLst/>
                <a:uLnTx/>
                <a:uFillTx/>
                <a:latin typeface="JetBrains Mono"/>
                <a:ea typeface="JetBrains Mono"/>
                <a:cs typeface="JetBrains Mono"/>
                <a:sym typeface="JetBrains Mono"/>
              </a:rPr>
              <a:t>-6.2% Cost</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75" name="Google Shape;175;p14"/>
          <p:cNvSpPr txBox="1"/>
          <p:nvPr/>
        </p:nvSpPr>
        <p:spPr>
          <a:xfrm>
            <a:off x="10372725" y="2923282"/>
            <a:ext cx="1009650" cy="16192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a:ln>
                  <a:noFill/>
                </a:ln>
                <a:solidFill>
                  <a:srgbClr val="8B5CF6"/>
                </a:solidFill>
                <a:effectLst/>
                <a:uLnTx/>
                <a:uFillTx/>
                <a:latin typeface="JetBrains Mono"/>
                <a:ea typeface="JetBrains Mono"/>
                <a:cs typeface="JetBrains Mono"/>
                <a:sym typeface="JetBrains Mono"/>
              </a:rPr>
              <a:t>3,776 Active</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65191909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DEFCF6"/>
        </a:solidFill>
        <a:effectLst/>
      </p:bgPr>
    </p:bg>
    <p:spTree>
      <p:nvGrpSpPr>
        <p:cNvPr id="1" name="Shape 179"/>
        <p:cNvGrpSpPr/>
        <p:nvPr/>
      </p:nvGrpSpPr>
      <p:grpSpPr>
        <a:xfrm>
          <a:off x="0" y="0"/>
          <a:ext cx="0" cy="0"/>
          <a:chOff x="0" y="0"/>
          <a:chExt cx="0" cy="0"/>
        </a:xfrm>
      </p:grpSpPr>
      <p:pic>
        <p:nvPicPr>
          <p:cNvPr id="180" name="Google Shape;180;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81" name="Google Shape;181;p15"/>
          <p:cNvSpPr/>
          <p:nvPr/>
        </p:nvSpPr>
        <p:spPr>
          <a:xfrm>
            <a:off x="609600" y="2128837"/>
            <a:ext cx="6049267" cy="3524250"/>
          </a:xfrm>
          <a:prstGeom prst="roundRect">
            <a:avLst>
              <a:gd name="adj" fmla="val 4324"/>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82" name="Google Shape;182;p15"/>
          <p:cNvSpPr/>
          <p:nvPr/>
        </p:nvSpPr>
        <p:spPr>
          <a:xfrm>
            <a:off x="7001767" y="2185987"/>
            <a:ext cx="4580632" cy="1047750"/>
          </a:xfrm>
          <a:prstGeom prst="roundRect">
            <a:avLst>
              <a:gd name="adj" fmla="val 10909"/>
            </a:avLst>
          </a:prstGeom>
          <a:solidFill>
            <a:srgbClr val="FFFFFF"/>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83" name="Google Shape;183;p15"/>
          <p:cNvSpPr/>
          <p:nvPr/>
        </p:nvSpPr>
        <p:spPr>
          <a:xfrm>
            <a:off x="7001767" y="3367087"/>
            <a:ext cx="4580632" cy="1047750"/>
          </a:xfrm>
          <a:prstGeom prst="roundRect">
            <a:avLst>
              <a:gd name="adj" fmla="val 10909"/>
            </a:avLst>
          </a:prstGeom>
          <a:solidFill>
            <a:srgbClr val="FFFFFF"/>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84" name="Google Shape;184;p15"/>
          <p:cNvSpPr/>
          <p:nvPr/>
        </p:nvSpPr>
        <p:spPr>
          <a:xfrm>
            <a:off x="7001767" y="4548187"/>
            <a:ext cx="4580632" cy="1047750"/>
          </a:xfrm>
          <a:prstGeom prst="roundRect">
            <a:avLst>
              <a:gd name="adj" fmla="val 10909"/>
            </a:avLst>
          </a:prstGeom>
          <a:solidFill>
            <a:srgbClr val="FFFFFF"/>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85" name="Google Shape;185;p15"/>
          <p:cNvSpPr/>
          <p:nvPr/>
        </p:nvSpPr>
        <p:spPr>
          <a:xfrm>
            <a:off x="885825" y="2671762"/>
            <a:ext cx="5496817" cy="95250"/>
          </a:xfrm>
          <a:prstGeom prst="roundRect">
            <a:avLst>
              <a:gd name="adj" fmla="val 50000"/>
            </a:avLst>
          </a:prstGeom>
          <a:solidFill>
            <a:srgbClr val="F1F5F9"/>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86" name="Google Shape;186;p15"/>
          <p:cNvSpPr/>
          <p:nvPr/>
        </p:nvSpPr>
        <p:spPr>
          <a:xfrm>
            <a:off x="885825" y="3462337"/>
            <a:ext cx="5496817" cy="95250"/>
          </a:xfrm>
          <a:prstGeom prst="roundRect">
            <a:avLst>
              <a:gd name="adj" fmla="val 50000"/>
            </a:avLst>
          </a:prstGeom>
          <a:solidFill>
            <a:srgbClr val="F1F5F9"/>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87" name="Google Shape;187;p15"/>
          <p:cNvSpPr/>
          <p:nvPr/>
        </p:nvSpPr>
        <p:spPr>
          <a:xfrm>
            <a:off x="885825" y="4252912"/>
            <a:ext cx="5496817" cy="95250"/>
          </a:xfrm>
          <a:prstGeom prst="roundRect">
            <a:avLst>
              <a:gd name="adj" fmla="val 50000"/>
            </a:avLst>
          </a:prstGeom>
          <a:solidFill>
            <a:srgbClr val="F1F5F9"/>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88" name="Google Shape;188;p15"/>
          <p:cNvSpPr/>
          <p:nvPr/>
        </p:nvSpPr>
        <p:spPr>
          <a:xfrm>
            <a:off x="885825" y="5043487"/>
            <a:ext cx="5496817" cy="95250"/>
          </a:xfrm>
          <a:prstGeom prst="roundRect">
            <a:avLst>
              <a:gd name="adj" fmla="val 50000"/>
            </a:avLst>
          </a:prstGeom>
          <a:solidFill>
            <a:srgbClr val="F1F5F9"/>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89" name="Google Shape;189;p15"/>
          <p:cNvSpPr/>
          <p:nvPr/>
        </p:nvSpPr>
        <p:spPr>
          <a:xfrm>
            <a:off x="7001767" y="3224212"/>
            <a:ext cx="4580632"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90" name="Google Shape;190;p15"/>
          <p:cNvSpPr/>
          <p:nvPr/>
        </p:nvSpPr>
        <p:spPr>
          <a:xfrm>
            <a:off x="7001767" y="2185987"/>
            <a:ext cx="4580632"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91" name="Google Shape;191;p15"/>
          <p:cNvSpPr/>
          <p:nvPr/>
        </p:nvSpPr>
        <p:spPr>
          <a:xfrm>
            <a:off x="7001767" y="2185987"/>
            <a:ext cx="47625" cy="1047750"/>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92" name="Google Shape;192;p15"/>
          <p:cNvSpPr/>
          <p:nvPr/>
        </p:nvSpPr>
        <p:spPr>
          <a:xfrm>
            <a:off x="11572875" y="2185987"/>
            <a:ext cx="9525" cy="1047750"/>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93" name="Google Shape;193;p15"/>
          <p:cNvSpPr/>
          <p:nvPr/>
        </p:nvSpPr>
        <p:spPr>
          <a:xfrm>
            <a:off x="7001767" y="4405312"/>
            <a:ext cx="4580632"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94" name="Google Shape;194;p15"/>
          <p:cNvSpPr/>
          <p:nvPr/>
        </p:nvSpPr>
        <p:spPr>
          <a:xfrm>
            <a:off x="7001767" y="3367087"/>
            <a:ext cx="4580632"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95" name="Google Shape;195;p15"/>
          <p:cNvSpPr/>
          <p:nvPr/>
        </p:nvSpPr>
        <p:spPr>
          <a:xfrm>
            <a:off x="7001767" y="3367087"/>
            <a:ext cx="47625" cy="10477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96" name="Google Shape;196;p15"/>
          <p:cNvSpPr/>
          <p:nvPr/>
        </p:nvSpPr>
        <p:spPr>
          <a:xfrm>
            <a:off x="11572875" y="3367087"/>
            <a:ext cx="9525" cy="1047750"/>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97" name="Google Shape;197;p15"/>
          <p:cNvSpPr/>
          <p:nvPr/>
        </p:nvSpPr>
        <p:spPr>
          <a:xfrm>
            <a:off x="7001767" y="5586412"/>
            <a:ext cx="4580632"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98" name="Google Shape;198;p15"/>
          <p:cNvSpPr/>
          <p:nvPr/>
        </p:nvSpPr>
        <p:spPr>
          <a:xfrm>
            <a:off x="7001767" y="4548187"/>
            <a:ext cx="4580632"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99" name="Google Shape;199;p15"/>
          <p:cNvSpPr/>
          <p:nvPr/>
        </p:nvSpPr>
        <p:spPr>
          <a:xfrm>
            <a:off x="7001767" y="4548187"/>
            <a:ext cx="47625" cy="1047750"/>
          </a:xfrm>
          <a:prstGeom prst="rect">
            <a:avLst/>
          </a:prstGeom>
          <a:solidFill>
            <a:srgbClr val="16A34A"/>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00" name="Google Shape;200;p15"/>
          <p:cNvSpPr/>
          <p:nvPr/>
        </p:nvSpPr>
        <p:spPr>
          <a:xfrm>
            <a:off x="11572875" y="4548187"/>
            <a:ext cx="9525" cy="1047750"/>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01" name="Google Shape;201;p15"/>
          <p:cNvSpPr/>
          <p:nvPr/>
        </p:nvSpPr>
        <p:spPr>
          <a:xfrm>
            <a:off x="885825" y="2671762"/>
            <a:ext cx="2638425" cy="95250"/>
          </a:xfrm>
          <a:prstGeom prst="roundRect">
            <a:avLst>
              <a:gd name="adj" fmla="val 50000"/>
            </a:avLst>
          </a:prstGeom>
          <a:solidFill>
            <a:srgbClr val="0284C7"/>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02" name="Google Shape;202;p15"/>
          <p:cNvSpPr/>
          <p:nvPr/>
        </p:nvSpPr>
        <p:spPr>
          <a:xfrm>
            <a:off x="885825" y="3462337"/>
            <a:ext cx="1758850" cy="95250"/>
          </a:xfrm>
          <a:prstGeom prst="roundRect">
            <a:avLst>
              <a:gd name="adj" fmla="val 50000"/>
            </a:avLst>
          </a:prstGeom>
          <a:solidFill>
            <a:srgbClr val="2563EB"/>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03" name="Google Shape;203;p15"/>
          <p:cNvSpPr/>
          <p:nvPr/>
        </p:nvSpPr>
        <p:spPr>
          <a:xfrm>
            <a:off x="885825" y="4252912"/>
            <a:ext cx="769441" cy="95250"/>
          </a:xfrm>
          <a:prstGeom prst="roundRect">
            <a:avLst>
              <a:gd name="adj" fmla="val 50000"/>
            </a:avLst>
          </a:prstGeom>
          <a:solidFill>
            <a:srgbClr val="0D9488"/>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04" name="Google Shape;204;p15"/>
          <p:cNvSpPr/>
          <p:nvPr/>
        </p:nvSpPr>
        <p:spPr>
          <a:xfrm>
            <a:off x="885825" y="5043487"/>
            <a:ext cx="329803" cy="95250"/>
          </a:xfrm>
          <a:prstGeom prst="roundRect">
            <a:avLst>
              <a:gd name="adj" fmla="val 50000"/>
            </a:avLst>
          </a:prstGeom>
          <a:solidFill>
            <a:srgbClr val="16A34A"/>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pic>
        <p:nvPicPr>
          <p:cNvPr id="205" name="Google Shape;205;p15" descr="image.png"/>
          <p:cNvPicPr preferRelativeResize="0"/>
          <p:nvPr/>
        </p:nvPicPr>
        <p:blipFill rotWithShape="1">
          <a:blip r:embed="rId4">
            <a:alphaModFix/>
          </a:blip>
          <a:srcRect/>
          <a:stretch/>
        </p:blipFill>
        <p:spPr>
          <a:xfrm>
            <a:off x="885825" y="2433637"/>
            <a:ext cx="142875" cy="161925"/>
          </a:xfrm>
          <a:prstGeom prst="rect">
            <a:avLst/>
          </a:prstGeom>
          <a:noFill/>
          <a:ln>
            <a:noFill/>
          </a:ln>
        </p:spPr>
      </p:pic>
      <p:pic>
        <p:nvPicPr>
          <p:cNvPr id="206" name="Google Shape;206;p15" descr="image.png"/>
          <p:cNvPicPr preferRelativeResize="0"/>
          <p:nvPr/>
        </p:nvPicPr>
        <p:blipFill rotWithShape="1">
          <a:blip r:embed="rId5">
            <a:alphaModFix/>
          </a:blip>
          <a:srcRect/>
          <a:stretch/>
        </p:blipFill>
        <p:spPr>
          <a:xfrm>
            <a:off x="885825" y="3224212"/>
            <a:ext cx="180975" cy="161925"/>
          </a:xfrm>
          <a:prstGeom prst="rect">
            <a:avLst/>
          </a:prstGeom>
          <a:noFill/>
          <a:ln>
            <a:noFill/>
          </a:ln>
        </p:spPr>
      </p:pic>
      <p:pic>
        <p:nvPicPr>
          <p:cNvPr id="207" name="Google Shape;207;p15" descr="image.png"/>
          <p:cNvPicPr preferRelativeResize="0"/>
          <p:nvPr/>
        </p:nvPicPr>
        <p:blipFill rotWithShape="1">
          <a:blip r:embed="rId6">
            <a:alphaModFix/>
          </a:blip>
          <a:srcRect/>
          <a:stretch/>
        </p:blipFill>
        <p:spPr>
          <a:xfrm>
            <a:off x="885825" y="4014787"/>
            <a:ext cx="142875" cy="161925"/>
          </a:xfrm>
          <a:prstGeom prst="rect">
            <a:avLst/>
          </a:prstGeom>
          <a:noFill/>
          <a:ln>
            <a:noFill/>
          </a:ln>
        </p:spPr>
      </p:pic>
      <p:pic>
        <p:nvPicPr>
          <p:cNvPr id="208" name="Google Shape;208;p15" descr="image.png"/>
          <p:cNvPicPr preferRelativeResize="0"/>
          <p:nvPr/>
        </p:nvPicPr>
        <p:blipFill rotWithShape="1">
          <a:blip r:embed="rId7">
            <a:alphaModFix/>
          </a:blip>
          <a:srcRect/>
          <a:stretch/>
        </p:blipFill>
        <p:spPr>
          <a:xfrm>
            <a:off x="885825" y="4805362"/>
            <a:ext cx="200025" cy="161925"/>
          </a:xfrm>
          <a:prstGeom prst="rect">
            <a:avLst/>
          </a:prstGeom>
          <a:noFill/>
          <a:ln>
            <a:noFill/>
          </a:ln>
        </p:spPr>
      </p:pic>
      <p:sp>
        <p:nvSpPr>
          <p:cNvPr id="209" name="Google Shape;209;p15"/>
          <p:cNvSpPr txBox="1"/>
          <p:nvPr/>
        </p:nvSpPr>
        <p:spPr>
          <a:xfrm>
            <a:off x="609600" y="533400"/>
            <a:ext cx="11582400" cy="17145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D9488"/>
                </a:solidFill>
                <a:effectLst/>
                <a:uLnTx/>
                <a:uFillTx/>
                <a:latin typeface="Plus Jakarta Sans"/>
                <a:ea typeface="Plus Jakarta Sans"/>
                <a:cs typeface="Plus Jakarta Sans"/>
                <a:sym typeface="Plus Jakarta Sans"/>
              </a:rPr>
              <a:t>MODAL DISTRIBUTION &amp; SPEED</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10" name="Google Shape;210;p15"/>
          <p:cNvSpPr txBox="1"/>
          <p:nvPr/>
        </p:nvSpPr>
        <p:spPr>
          <a:xfrm>
            <a:off x="609600" y="762000"/>
            <a:ext cx="11582400" cy="42862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0F172A"/>
                </a:solidFill>
                <a:effectLst/>
                <a:uLnTx/>
                <a:uFillTx/>
                <a:latin typeface="Plus Jakarta Sans"/>
                <a:ea typeface="Plus Jakarta Sans"/>
                <a:cs typeface="Plus Jakarta Sans"/>
                <a:sym typeface="Plus Jakarta Sans"/>
              </a:rPr>
              <a:t>Ridership Breakdown &amp; Speed Metrics</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11" name="Google Shape;211;p15"/>
          <p:cNvSpPr txBox="1"/>
          <p:nvPr/>
        </p:nvSpPr>
        <p:spPr>
          <a:xfrm>
            <a:off x="885825" y="2843212"/>
            <a:ext cx="3988593" cy="15240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75" b="0" i="0" u="none" strike="noStrike" kern="1200" cap="none" spc="0" normalizeH="0" baseline="0" noProof="0">
                <a:ln>
                  <a:noFill/>
                </a:ln>
                <a:solidFill>
                  <a:srgbClr val="64748B"/>
                </a:solidFill>
                <a:effectLst/>
                <a:uLnTx/>
                <a:uFillTx/>
                <a:latin typeface="Plus Jakarta Sans"/>
                <a:ea typeface="Plus Jakarta Sans"/>
                <a:cs typeface="Plus Jakarta Sans"/>
                <a:sym typeface="Plus Jakarta Sans"/>
              </a:rPr>
              <a:t>Avg Commercial Speed: </a:t>
            </a:r>
            <a:r>
              <a:rPr kumimoji="0" lang="en-US" sz="975" b="1" i="0" u="none" strike="noStrike" kern="1200" cap="none" spc="0" normalizeH="0" baseline="0" noProof="0">
                <a:ln>
                  <a:noFill/>
                </a:ln>
                <a:solidFill>
                  <a:srgbClr val="64748B"/>
                </a:solidFill>
                <a:effectLst/>
                <a:uLnTx/>
                <a:uFillTx/>
                <a:latin typeface="Plus Jakarta Sans"/>
                <a:ea typeface="Plus Jakarta Sans"/>
                <a:cs typeface="Plus Jakarta Sans"/>
                <a:sym typeface="Plus Jakarta Sans"/>
              </a:rPr>
              <a:t>45 km/h</a:t>
            </a:r>
            <a:r>
              <a:rPr kumimoji="0" lang="en-US" sz="975" b="0" i="0" u="none" strike="noStrike" kern="1200" cap="none" spc="0" normalizeH="0" baseline="0" noProof="0">
                <a:ln>
                  <a:noFill/>
                </a:ln>
                <a:solidFill>
                  <a:srgbClr val="64748B"/>
                </a:solidFill>
                <a:effectLst/>
                <a:uLnTx/>
                <a:uFillTx/>
                <a:latin typeface="Plus Jakarta Sans"/>
                <a:ea typeface="Plus Jakarta Sans"/>
                <a:cs typeface="Plus Jakarta Sans"/>
                <a:sym typeface="Plus Jakarta Sans"/>
              </a:rPr>
              <a:t> • Capacity Use: </a:t>
            </a:r>
            <a:r>
              <a:rPr kumimoji="0" lang="en-US" sz="975" b="1" i="0" u="none" strike="noStrike" kern="1200" cap="none" spc="0" normalizeH="0" baseline="0" noProof="0">
                <a:ln>
                  <a:noFill/>
                </a:ln>
                <a:solidFill>
                  <a:srgbClr val="64748B"/>
                </a:solidFill>
                <a:effectLst/>
                <a:uLnTx/>
                <a:uFillTx/>
                <a:latin typeface="Plus Jakarta Sans"/>
                <a:ea typeface="Plus Jakarta Sans"/>
                <a:cs typeface="Plus Jakarta Sans"/>
                <a:sym typeface="Plus Jakarta Sans"/>
              </a:rPr>
              <a:t>88%</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12" name="Google Shape;212;p15"/>
          <p:cNvSpPr txBox="1"/>
          <p:nvPr/>
        </p:nvSpPr>
        <p:spPr>
          <a:xfrm>
            <a:off x="885825" y="3633787"/>
            <a:ext cx="3952875" cy="15240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75" b="0" i="0" u="none" strike="noStrike" kern="1200" cap="none" spc="0" normalizeH="0" baseline="0" noProof="0">
                <a:ln>
                  <a:noFill/>
                </a:ln>
                <a:solidFill>
                  <a:srgbClr val="64748B"/>
                </a:solidFill>
                <a:effectLst/>
                <a:uLnTx/>
                <a:uFillTx/>
                <a:latin typeface="Plus Jakarta Sans"/>
                <a:ea typeface="Plus Jakarta Sans"/>
                <a:cs typeface="Plus Jakarta Sans"/>
                <a:sym typeface="Plus Jakarta Sans"/>
              </a:rPr>
              <a:t>Avg Commercial Speed: </a:t>
            </a:r>
            <a:r>
              <a:rPr kumimoji="0" lang="en-US" sz="975" b="1" i="0" u="none" strike="noStrike" kern="1200" cap="none" spc="0" normalizeH="0" baseline="0" noProof="0">
                <a:ln>
                  <a:noFill/>
                </a:ln>
                <a:solidFill>
                  <a:srgbClr val="64748B"/>
                </a:solidFill>
                <a:effectLst/>
                <a:uLnTx/>
                <a:uFillTx/>
                <a:latin typeface="Plus Jakarta Sans"/>
                <a:ea typeface="Plus Jakarta Sans"/>
                <a:cs typeface="Plus Jakarta Sans"/>
                <a:sym typeface="Plus Jakarta Sans"/>
              </a:rPr>
              <a:t>28 km/h</a:t>
            </a:r>
            <a:r>
              <a:rPr kumimoji="0" lang="en-US" sz="975" b="0" i="0" u="none" strike="noStrike" kern="1200" cap="none" spc="0" normalizeH="0" baseline="0" noProof="0">
                <a:ln>
                  <a:noFill/>
                </a:ln>
                <a:solidFill>
                  <a:srgbClr val="64748B"/>
                </a:solidFill>
                <a:effectLst/>
                <a:uLnTx/>
                <a:uFillTx/>
                <a:latin typeface="Plus Jakarta Sans"/>
                <a:ea typeface="Plus Jakarta Sans"/>
                <a:cs typeface="Plus Jakarta Sans"/>
                <a:sym typeface="Plus Jakarta Sans"/>
              </a:rPr>
              <a:t> • Capacity Use: </a:t>
            </a:r>
            <a:r>
              <a:rPr kumimoji="0" lang="en-US" sz="975" b="1" i="0" u="none" strike="noStrike" kern="1200" cap="none" spc="0" normalizeH="0" baseline="0" noProof="0">
                <a:ln>
                  <a:noFill/>
                </a:ln>
                <a:solidFill>
                  <a:srgbClr val="64748B"/>
                </a:solidFill>
                <a:effectLst/>
                <a:uLnTx/>
                <a:uFillTx/>
                <a:latin typeface="Plus Jakarta Sans"/>
                <a:ea typeface="Plus Jakarta Sans"/>
                <a:cs typeface="Plus Jakarta Sans"/>
                <a:sym typeface="Plus Jakarta Sans"/>
              </a:rPr>
              <a:t>76%</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13" name="Google Shape;213;p15"/>
          <p:cNvSpPr txBox="1"/>
          <p:nvPr/>
        </p:nvSpPr>
        <p:spPr>
          <a:xfrm>
            <a:off x="885825" y="4424362"/>
            <a:ext cx="3988593" cy="15240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75" b="0" i="0" u="none" strike="noStrike" kern="1200" cap="none" spc="0" normalizeH="0" baseline="0" noProof="0">
                <a:ln>
                  <a:noFill/>
                </a:ln>
                <a:solidFill>
                  <a:srgbClr val="64748B"/>
                </a:solidFill>
                <a:effectLst/>
                <a:uLnTx/>
                <a:uFillTx/>
                <a:latin typeface="Plus Jakarta Sans"/>
                <a:ea typeface="Plus Jakarta Sans"/>
                <a:cs typeface="Plus Jakarta Sans"/>
                <a:sym typeface="Plus Jakarta Sans"/>
              </a:rPr>
              <a:t>Avg Commercial Speed: </a:t>
            </a:r>
            <a:r>
              <a:rPr kumimoji="0" lang="en-US" sz="975" b="1" i="0" u="none" strike="noStrike" kern="1200" cap="none" spc="0" normalizeH="0" baseline="0" noProof="0">
                <a:ln>
                  <a:noFill/>
                </a:ln>
                <a:solidFill>
                  <a:srgbClr val="64748B"/>
                </a:solidFill>
                <a:effectLst/>
                <a:uLnTx/>
                <a:uFillTx/>
                <a:latin typeface="Plus Jakarta Sans"/>
                <a:ea typeface="Plus Jakarta Sans"/>
                <a:cs typeface="Plus Jakarta Sans"/>
                <a:sym typeface="Plus Jakarta Sans"/>
              </a:rPr>
              <a:t>22 km/h</a:t>
            </a:r>
            <a:r>
              <a:rPr kumimoji="0" lang="en-US" sz="975" b="0" i="0" u="none" strike="noStrike" kern="1200" cap="none" spc="0" normalizeH="0" baseline="0" noProof="0">
                <a:ln>
                  <a:noFill/>
                </a:ln>
                <a:solidFill>
                  <a:srgbClr val="64748B"/>
                </a:solidFill>
                <a:effectLst/>
                <a:uLnTx/>
                <a:uFillTx/>
                <a:latin typeface="Plus Jakarta Sans"/>
                <a:ea typeface="Plus Jakarta Sans"/>
                <a:cs typeface="Plus Jakarta Sans"/>
                <a:sym typeface="Plus Jakarta Sans"/>
              </a:rPr>
              <a:t> • Capacity Use: </a:t>
            </a:r>
            <a:r>
              <a:rPr kumimoji="0" lang="en-US" sz="975" b="1" i="0" u="none" strike="noStrike" kern="1200" cap="none" spc="0" normalizeH="0" baseline="0" noProof="0">
                <a:ln>
                  <a:noFill/>
                </a:ln>
                <a:solidFill>
                  <a:srgbClr val="64748B"/>
                </a:solidFill>
                <a:effectLst/>
                <a:uLnTx/>
                <a:uFillTx/>
                <a:latin typeface="Plus Jakarta Sans"/>
                <a:ea typeface="Plus Jakarta Sans"/>
                <a:cs typeface="Plus Jakarta Sans"/>
                <a:sym typeface="Plus Jakarta Sans"/>
              </a:rPr>
              <a:t>64%</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14" name="Google Shape;214;p15"/>
          <p:cNvSpPr txBox="1"/>
          <p:nvPr/>
        </p:nvSpPr>
        <p:spPr>
          <a:xfrm>
            <a:off x="885825" y="5214937"/>
            <a:ext cx="3393281" cy="15240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75" b="0" i="0" u="none" strike="noStrike" kern="1200" cap="none" spc="0" normalizeH="0" baseline="0" noProof="0">
                <a:ln>
                  <a:noFill/>
                </a:ln>
                <a:solidFill>
                  <a:srgbClr val="64748B"/>
                </a:solidFill>
                <a:effectLst/>
                <a:uLnTx/>
                <a:uFillTx/>
                <a:latin typeface="Plus Jakarta Sans"/>
                <a:ea typeface="Plus Jakarta Sans"/>
                <a:cs typeface="Plus Jakarta Sans"/>
                <a:sym typeface="Plus Jakarta Sans"/>
              </a:rPr>
              <a:t>Avg Distance: </a:t>
            </a:r>
            <a:r>
              <a:rPr kumimoji="0" lang="en-US" sz="975" b="1" i="0" u="none" strike="noStrike" kern="1200" cap="none" spc="0" normalizeH="0" baseline="0" noProof="0">
                <a:ln>
                  <a:noFill/>
                </a:ln>
                <a:solidFill>
                  <a:srgbClr val="64748B"/>
                </a:solidFill>
                <a:effectLst/>
                <a:uLnTx/>
                <a:uFillTx/>
                <a:latin typeface="Plus Jakarta Sans"/>
                <a:ea typeface="Plus Jakarta Sans"/>
                <a:cs typeface="Plus Jakarta Sans"/>
                <a:sym typeface="Plus Jakarta Sans"/>
              </a:rPr>
              <a:t>2.4 km/trip</a:t>
            </a:r>
            <a:r>
              <a:rPr kumimoji="0" lang="en-US" sz="975" b="0" i="0" u="none" strike="noStrike" kern="1200" cap="none" spc="0" normalizeH="0" baseline="0" noProof="0">
                <a:ln>
                  <a:noFill/>
                </a:ln>
                <a:solidFill>
                  <a:srgbClr val="64748B"/>
                </a:solidFill>
                <a:effectLst/>
                <a:uLnTx/>
                <a:uFillTx/>
                <a:latin typeface="Plus Jakarta Sans"/>
                <a:ea typeface="Plus Jakarta Sans"/>
                <a:cs typeface="Plus Jakarta Sans"/>
                <a:sym typeface="Plus Jakarta Sans"/>
              </a:rPr>
              <a:t> • Transfer Rate: </a:t>
            </a:r>
            <a:r>
              <a:rPr kumimoji="0" lang="en-US" sz="975" b="1" i="0" u="none" strike="noStrike" kern="1200" cap="none" spc="0" normalizeH="0" baseline="0" noProof="0">
                <a:ln>
                  <a:noFill/>
                </a:ln>
                <a:solidFill>
                  <a:srgbClr val="64748B"/>
                </a:solidFill>
                <a:effectLst/>
                <a:uLnTx/>
                <a:uFillTx/>
                <a:latin typeface="Plus Jakarta Sans"/>
                <a:ea typeface="Plus Jakarta Sans"/>
                <a:cs typeface="Plus Jakarta Sans"/>
                <a:sym typeface="Plus Jakarta Sans"/>
              </a:rPr>
              <a:t>92%</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15" name="Google Shape;215;p15"/>
          <p:cNvSpPr txBox="1"/>
          <p:nvPr/>
        </p:nvSpPr>
        <p:spPr>
          <a:xfrm>
            <a:off x="7220842" y="2366962"/>
            <a:ext cx="4971157" cy="20955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75" b="1" i="0" u="none" strike="noStrike" kern="1200" cap="none" spc="0" normalizeH="0" baseline="0" noProof="0">
                <a:ln>
                  <a:noFill/>
                </a:ln>
                <a:solidFill>
                  <a:srgbClr val="0F172A"/>
                </a:solidFill>
                <a:effectLst/>
                <a:uLnTx/>
                <a:uFillTx/>
                <a:latin typeface="Plus Jakarta Sans"/>
                <a:ea typeface="Plus Jakarta Sans"/>
                <a:cs typeface="Plus Jakarta Sans"/>
                <a:sym typeface="Plus Jakarta Sans"/>
              </a:rPr>
              <a:t>Metro Spine Capacity</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16" name="Google Shape;216;p15"/>
          <p:cNvSpPr txBox="1"/>
          <p:nvPr/>
        </p:nvSpPr>
        <p:spPr>
          <a:xfrm>
            <a:off x="7220842" y="2614612"/>
            <a:ext cx="4275832" cy="43815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a:ln>
                  <a:noFill/>
                </a:ln>
                <a:solidFill>
                  <a:srgbClr val="334155"/>
                </a:solidFill>
                <a:effectLst/>
                <a:uLnTx/>
                <a:uFillTx/>
                <a:latin typeface="Plus Jakarta Sans"/>
                <a:ea typeface="Plus Jakarta Sans"/>
                <a:cs typeface="Plus Jakarta Sans"/>
                <a:sym typeface="Plus Jakarta Sans"/>
              </a:rPr>
              <a:t>+14% Peak Headway:</a:t>
            </a:r>
            <a:r>
              <a:rPr kumimoji="0" lang="en-US" sz="1350" b="0" i="0" u="none" strike="noStrike" kern="1200" cap="none" spc="0" normalizeH="0" baseline="0" noProof="0">
                <a:ln>
                  <a:noFill/>
                </a:ln>
                <a:solidFill>
                  <a:srgbClr val="334155"/>
                </a:solidFill>
                <a:effectLst/>
                <a:uLnTx/>
                <a:uFillTx/>
                <a:latin typeface="Plus Jakarta Sans"/>
                <a:ea typeface="Plus Jakarta Sans"/>
                <a:cs typeface="Plus Jakarta Sans"/>
                <a:sym typeface="Plus Jakarta Sans"/>
              </a:rPr>
              <a:t> 90-sec train intervals implemented on Line 1.</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17" name="Google Shape;217;p15"/>
          <p:cNvSpPr txBox="1"/>
          <p:nvPr/>
        </p:nvSpPr>
        <p:spPr>
          <a:xfrm>
            <a:off x="7220842" y="3548062"/>
            <a:ext cx="4971157" cy="20955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75" b="1" i="0" u="none" strike="noStrike" kern="1200" cap="none" spc="0" normalizeH="0" baseline="0" noProof="0">
                <a:ln>
                  <a:noFill/>
                </a:ln>
                <a:solidFill>
                  <a:srgbClr val="0F172A"/>
                </a:solidFill>
                <a:effectLst/>
                <a:uLnTx/>
                <a:uFillTx/>
                <a:latin typeface="Plus Jakarta Sans"/>
                <a:ea typeface="Plus Jakarta Sans"/>
                <a:cs typeface="Plus Jakarta Sans"/>
                <a:sym typeface="Plus Jakarta Sans"/>
              </a:rPr>
              <a:t>BRT Feeder Expansion</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18" name="Google Shape;218;p15"/>
          <p:cNvSpPr txBox="1"/>
          <p:nvPr/>
        </p:nvSpPr>
        <p:spPr>
          <a:xfrm>
            <a:off x="7220842" y="3795712"/>
            <a:ext cx="4275832" cy="43815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a:ln>
                  <a:noFill/>
                </a:ln>
                <a:solidFill>
                  <a:srgbClr val="334155"/>
                </a:solidFill>
                <a:effectLst/>
                <a:uLnTx/>
                <a:uFillTx/>
                <a:latin typeface="Plus Jakarta Sans"/>
                <a:ea typeface="Plus Jakarta Sans"/>
                <a:cs typeface="Plus Jakarta Sans"/>
                <a:sym typeface="Plus Jakarta Sans"/>
              </a:rPr>
              <a:t>18 Dedicated Corridors:</a:t>
            </a:r>
            <a:r>
              <a:rPr kumimoji="0" lang="en-US" sz="1350" b="0" i="0" u="none" strike="noStrike" kern="1200" cap="none" spc="0" normalizeH="0" baseline="0" noProof="0">
                <a:ln>
                  <a:noFill/>
                </a:ln>
                <a:solidFill>
                  <a:srgbClr val="334155"/>
                </a:solidFill>
                <a:effectLst/>
                <a:uLnTx/>
                <a:uFillTx/>
                <a:latin typeface="Plus Jakarta Sans"/>
                <a:ea typeface="Plus Jakarta Sans"/>
                <a:cs typeface="Plus Jakarta Sans"/>
                <a:sym typeface="Plus Jakarta Sans"/>
              </a:rPr>
              <a:t> Speed increased by 4.2 km/h citywide.</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19" name="Google Shape;219;p15"/>
          <p:cNvSpPr txBox="1"/>
          <p:nvPr/>
        </p:nvSpPr>
        <p:spPr>
          <a:xfrm>
            <a:off x="7220842" y="4729162"/>
            <a:ext cx="4971157" cy="20955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75" b="1" i="0" u="none" strike="noStrike" kern="1200" cap="none" spc="0" normalizeH="0" baseline="0" noProof="0">
                <a:ln>
                  <a:noFill/>
                </a:ln>
                <a:solidFill>
                  <a:srgbClr val="0F172A"/>
                </a:solidFill>
                <a:effectLst/>
                <a:uLnTx/>
                <a:uFillTx/>
                <a:latin typeface="Plus Jakarta Sans"/>
                <a:ea typeface="Plus Jakarta Sans"/>
                <a:cs typeface="Plus Jakarta Sans"/>
                <a:sym typeface="Plus Jakarta Sans"/>
              </a:rPr>
              <a:t>First/Last Mile Integration</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20" name="Google Shape;220;p15"/>
          <p:cNvSpPr txBox="1"/>
          <p:nvPr/>
        </p:nvSpPr>
        <p:spPr>
          <a:xfrm>
            <a:off x="7220842" y="4976812"/>
            <a:ext cx="4275832" cy="43815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a:ln>
                  <a:noFill/>
                </a:ln>
                <a:solidFill>
                  <a:srgbClr val="334155"/>
                </a:solidFill>
                <a:effectLst/>
                <a:uLnTx/>
                <a:uFillTx/>
                <a:latin typeface="Plus Jakarta Sans"/>
                <a:ea typeface="Plus Jakarta Sans"/>
                <a:cs typeface="Plus Jakarta Sans"/>
                <a:sym typeface="Plus Jakarta Sans"/>
              </a:rPr>
              <a:t>42 Mobility Hubs:</a:t>
            </a:r>
            <a:r>
              <a:rPr kumimoji="0" lang="en-US" sz="1350" b="0" i="0" u="none" strike="noStrike" kern="1200" cap="none" spc="0" normalizeH="0" baseline="0" noProof="0">
                <a:ln>
                  <a:noFill/>
                </a:ln>
                <a:solidFill>
                  <a:srgbClr val="334155"/>
                </a:solidFill>
                <a:effectLst/>
                <a:uLnTx/>
                <a:uFillTx/>
                <a:latin typeface="Plus Jakarta Sans"/>
                <a:ea typeface="Plus Jakarta Sans"/>
                <a:cs typeface="Plus Jakarta Sans"/>
                <a:sym typeface="Plus Jakarta Sans"/>
              </a:rPr>
              <a:t> Reduced average station walk times by 6.5 min.</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21" name="Google Shape;221;p15"/>
          <p:cNvSpPr txBox="1"/>
          <p:nvPr/>
        </p:nvSpPr>
        <p:spPr>
          <a:xfrm>
            <a:off x="885825" y="2405062"/>
            <a:ext cx="2071687" cy="209550"/>
          </a:xfrm>
          <a:prstGeom prst="rect">
            <a:avLst/>
          </a:prstGeom>
          <a:noFill/>
          <a:ln>
            <a:noFill/>
          </a:ln>
        </p:spPr>
        <p:txBody>
          <a:bodyPr spcFirstLastPara="1" wrap="square" lIns="219075"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75" b="1" i="0" u="none" strike="noStrike" kern="1200" cap="none" spc="0" normalizeH="0" baseline="0" noProof="0">
                <a:ln>
                  <a:noFill/>
                </a:ln>
                <a:solidFill>
                  <a:srgbClr val="0F172A"/>
                </a:solidFill>
                <a:effectLst/>
                <a:uLnTx/>
                <a:uFillTx/>
                <a:latin typeface="Plus Jakarta Sans"/>
                <a:ea typeface="Plus Jakarta Sans"/>
                <a:cs typeface="Plus Jakarta Sans"/>
                <a:sym typeface="Plus Jakarta Sans"/>
              </a:rPr>
              <a:t>Heavy Rail / Metro</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22" name="Google Shape;222;p15"/>
          <p:cNvSpPr txBox="1"/>
          <p:nvPr/>
        </p:nvSpPr>
        <p:spPr>
          <a:xfrm>
            <a:off x="4477642" y="2405062"/>
            <a:ext cx="2381250" cy="20955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75" b="1" i="0" u="none" strike="noStrike" kern="1200" cap="none" spc="0" normalizeH="0" baseline="0" noProof="0">
                <a:ln>
                  <a:noFill/>
                </a:ln>
                <a:solidFill>
                  <a:srgbClr val="0284C7"/>
                </a:solidFill>
                <a:effectLst/>
                <a:uLnTx/>
                <a:uFillTx/>
                <a:latin typeface="JetBrains Mono"/>
                <a:ea typeface="JetBrains Mono"/>
                <a:cs typeface="JetBrains Mono"/>
                <a:sym typeface="JetBrains Mono"/>
              </a:rPr>
              <a:t>48% Share (2.0M pax)</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23" name="Google Shape;223;p15"/>
          <p:cNvSpPr txBox="1"/>
          <p:nvPr/>
        </p:nvSpPr>
        <p:spPr>
          <a:xfrm>
            <a:off x="885825" y="3195637"/>
            <a:ext cx="2559843" cy="209550"/>
          </a:xfrm>
          <a:prstGeom prst="rect">
            <a:avLst/>
          </a:prstGeom>
          <a:noFill/>
          <a:ln>
            <a:noFill/>
          </a:ln>
        </p:spPr>
        <p:txBody>
          <a:bodyPr spcFirstLastPara="1" wrap="square" lIns="257175"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75" b="1" i="0" u="none" strike="noStrike" kern="1200" cap="none" spc="0" normalizeH="0" baseline="0" noProof="0">
                <a:ln>
                  <a:noFill/>
                </a:ln>
                <a:solidFill>
                  <a:srgbClr val="0F172A"/>
                </a:solidFill>
                <a:effectLst/>
                <a:uLnTx/>
                <a:uFillTx/>
                <a:latin typeface="Plus Jakarta Sans"/>
                <a:ea typeface="Plus Jakarta Sans"/>
                <a:cs typeface="Plus Jakarta Sans"/>
                <a:sym typeface="Plus Jakarta Sans"/>
              </a:rPr>
              <a:t>Bus Rapid Transit (BRT)</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24" name="Google Shape;224;p15"/>
          <p:cNvSpPr txBox="1"/>
          <p:nvPr/>
        </p:nvSpPr>
        <p:spPr>
          <a:xfrm>
            <a:off x="4477642" y="3195637"/>
            <a:ext cx="2381250" cy="20955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75" b="1" i="0" u="none" strike="noStrike" kern="1200" cap="none" spc="0" normalizeH="0" baseline="0" noProof="0">
                <a:ln>
                  <a:noFill/>
                </a:ln>
                <a:solidFill>
                  <a:srgbClr val="2563EB"/>
                </a:solidFill>
                <a:effectLst/>
                <a:uLnTx/>
                <a:uFillTx/>
                <a:latin typeface="JetBrains Mono"/>
                <a:ea typeface="JetBrains Mono"/>
                <a:cs typeface="JetBrains Mono"/>
                <a:sym typeface="JetBrains Mono"/>
              </a:rPr>
              <a:t>32% Share (1.3M pax)</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25" name="Google Shape;225;p15"/>
          <p:cNvSpPr txBox="1"/>
          <p:nvPr/>
        </p:nvSpPr>
        <p:spPr>
          <a:xfrm>
            <a:off x="885825" y="3986212"/>
            <a:ext cx="1702593" cy="209550"/>
          </a:xfrm>
          <a:prstGeom prst="rect">
            <a:avLst/>
          </a:prstGeom>
          <a:noFill/>
          <a:ln>
            <a:noFill/>
          </a:ln>
        </p:spPr>
        <p:txBody>
          <a:bodyPr spcFirstLastPara="1" wrap="square" lIns="219075"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75" b="1" i="0" u="none" strike="noStrike" kern="1200" cap="none" spc="0" normalizeH="0" baseline="0" noProof="0">
                <a:ln>
                  <a:noFill/>
                </a:ln>
                <a:solidFill>
                  <a:srgbClr val="0F172A"/>
                </a:solidFill>
                <a:effectLst/>
                <a:uLnTx/>
                <a:uFillTx/>
                <a:latin typeface="Plus Jakarta Sans"/>
                <a:ea typeface="Plus Jakarta Sans"/>
                <a:cs typeface="Plus Jakarta Sans"/>
                <a:sym typeface="Plus Jakarta Sans"/>
              </a:rPr>
              <a:t>Light Rail (LRT)</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26" name="Google Shape;226;p15"/>
          <p:cNvSpPr txBox="1"/>
          <p:nvPr/>
        </p:nvSpPr>
        <p:spPr>
          <a:xfrm>
            <a:off x="4477642" y="3986212"/>
            <a:ext cx="2381250" cy="20955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75" b="1" i="0" u="none" strike="noStrike" kern="1200" cap="none" spc="0" normalizeH="0" baseline="0" noProof="0">
                <a:ln>
                  <a:noFill/>
                </a:ln>
                <a:solidFill>
                  <a:srgbClr val="0D9488"/>
                </a:solidFill>
                <a:effectLst/>
                <a:uLnTx/>
                <a:uFillTx/>
                <a:latin typeface="JetBrains Mono"/>
                <a:ea typeface="JetBrains Mono"/>
                <a:cs typeface="JetBrains Mono"/>
                <a:sym typeface="JetBrains Mono"/>
              </a:rPr>
              <a:t>14% Share (580k pax)</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27" name="Google Shape;227;p15"/>
          <p:cNvSpPr txBox="1"/>
          <p:nvPr/>
        </p:nvSpPr>
        <p:spPr>
          <a:xfrm>
            <a:off x="885825" y="4776787"/>
            <a:ext cx="2750343" cy="209550"/>
          </a:xfrm>
          <a:prstGeom prst="rect">
            <a:avLst/>
          </a:prstGeom>
          <a:noFill/>
          <a:ln>
            <a:noFill/>
          </a:ln>
        </p:spPr>
        <p:txBody>
          <a:bodyPr spcFirstLastPara="1" wrap="square" lIns="276225"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75" b="1" i="0" u="none" strike="noStrike" kern="1200" cap="none" spc="0" normalizeH="0" baseline="0" noProof="0">
                <a:ln>
                  <a:noFill/>
                </a:ln>
                <a:solidFill>
                  <a:srgbClr val="0F172A"/>
                </a:solidFill>
                <a:effectLst/>
                <a:uLnTx/>
                <a:uFillTx/>
                <a:latin typeface="Plus Jakarta Sans"/>
                <a:ea typeface="Plus Jakarta Sans"/>
                <a:cs typeface="Plus Jakarta Sans"/>
                <a:sym typeface="Plus Jakarta Sans"/>
              </a:rPr>
              <a:t>Micro-mobility &amp; Feeder</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28" name="Google Shape;228;p15"/>
          <p:cNvSpPr txBox="1"/>
          <p:nvPr/>
        </p:nvSpPr>
        <p:spPr>
          <a:xfrm>
            <a:off x="4572892" y="4776787"/>
            <a:ext cx="2262187" cy="20955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75" b="1" i="0" u="none" strike="noStrike" kern="1200" cap="none" spc="0" normalizeH="0" baseline="0" noProof="0">
                <a:ln>
                  <a:noFill/>
                </a:ln>
                <a:solidFill>
                  <a:srgbClr val="16A34A"/>
                </a:solidFill>
                <a:effectLst/>
                <a:uLnTx/>
                <a:uFillTx/>
                <a:latin typeface="JetBrains Mono"/>
                <a:ea typeface="JetBrains Mono"/>
                <a:cs typeface="JetBrains Mono"/>
                <a:sym typeface="JetBrains Mono"/>
              </a:rPr>
              <a:t>6% Share (250k pax)</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64252500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DEFCF6"/>
        </a:solidFill>
        <a:effectLst/>
      </p:bgPr>
    </p:bg>
    <p:spTree>
      <p:nvGrpSpPr>
        <p:cNvPr id="1" name="Shape 179"/>
        <p:cNvGrpSpPr/>
        <p:nvPr/>
      </p:nvGrpSpPr>
      <p:grpSpPr>
        <a:xfrm>
          <a:off x="0" y="0"/>
          <a:ext cx="0" cy="0"/>
          <a:chOff x="0" y="0"/>
          <a:chExt cx="0" cy="0"/>
        </a:xfrm>
      </p:grpSpPr>
      <p:pic>
        <p:nvPicPr>
          <p:cNvPr id="180" name="Google Shape;180;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09" name="Google Shape;209;p15"/>
          <p:cNvSpPr txBox="1"/>
          <p:nvPr/>
        </p:nvSpPr>
        <p:spPr>
          <a:xfrm>
            <a:off x="609600" y="533400"/>
            <a:ext cx="11582400" cy="17145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D9488"/>
                </a:solidFill>
                <a:effectLst/>
                <a:uLnTx/>
                <a:uFillTx/>
                <a:latin typeface="Plus Jakarta Sans"/>
                <a:ea typeface="Plus Jakarta Sans"/>
                <a:cs typeface="Plus Jakarta Sans"/>
                <a:sym typeface="Plus Jakarta Sans"/>
              </a:rPr>
              <a:t>DASHBOARD VISUAL OPTIONS</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10" name="Google Shape;210;p15"/>
          <p:cNvSpPr txBox="1"/>
          <p:nvPr/>
        </p:nvSpPr>
        <p:spPr>
          <a:xfrm>
            <a:off x="609600" y="762000"/>
            <a:ext cx="11582400" cy="42862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0F172A"/>
                </a:solidFill>
                <a:effectLst/>
                <a:uLnTx/>
                <a:uFillTx/>
                <a:latin typeface="Plus Jakarta Sans"/>
                <a:ea typeface="Plus Jakarta Sans"/>
                <a:cs typeface="Plus Jakarta Sans"/>
                <a:sym typeface="Plus Jakarta Sans"/>
              </a:rPr>
              <a:t>Other Ways to Visualize the Dashboard</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500" name="Tile 1 card"/>
          <p:cNvSpPr/>
          <p:nvPr/>
        </p:nvSpPr>
        <p:spPr>
          <a:xfrm>
            <a:off x="609904" y="1554480"/>
            <a:ext cx="3504895" cy="2286000"/>
          </a:xfrm>
          <a:prstGeom prst="roundRect">
            <a:avLst>
              <a:gd name="adj" fmla="val 4324"/>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501" name="Tile 1 title"/>
          <p:cNvSpPr txBox="1"/>
          <p:nvPr/>
        </p:nvSpPr>
        <p:spPr>
          <a:xfrm>
            <a:off x="774496" y="1682495"/>
            <a:ext cx="3175711" cy="2286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50" b="1" i="0" u="none" strike="noStrike" kern="1200" cap="none" spc="0" normalizeH="0" baseline="0" noProof="0">
                <a:ln>
                  <a:noFill/>
                </a:ln>
                <a:solidFill>
                  <a:srgbClr val="0F172A"/>
                </a:solidFill>
                <a:effectLst/>
                <a:uLnTx/>
                <a:uFillTx/>
                <a:latin typeface="Plus Jakarta Sans"/>
                <a:ea typeface="+mn-ea"/>
                <a:cs typeface="+mn-cs"/>
              </a:rPr>
              <a:t>Donut chart</a:t>
            </a:r>
          </a:p>
        </p:txBody>
      </p:sp>
      <p:sp>
        <p:nvSpPr>
          <p:cNvPr id="502" name="Tile 1 caption"/>
          <p:cNvSpPr txBox="1"/>
          <p:nvPr/>
        </p:nvSpPr>
        <p:spPr>
          <a:xfrm>
            <a:off x="774496" y="1929384"/>
            <a:ext cx="3175711" cy="2011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64748B"/>
                </a:solidFill>
                <a:effectLst/>
                <a:uLnTx/>
                <a:uFillTx/>
                <a:latin typeface="Plus Jakarta Sans"/>
                <a:ea typeface="+mn-ea"/>
                <a:cs typeface="+mn-cs"/>
              </a:rPr>
              <a:t>Parts of a whole: modal share</a:t>
            </a:r>
          </a:p>
        </p:txBody>
      </p:sp>
      <p:pic>
        <p:nvPicPr>
          <p:cNvPr id="503" name="Tile 1 chart" descr="Donut chart: Parts of a whole: modal share"/>
          <p:cNvPicPr>
            <a:picLocks noChangeAspect="1"/>
          </p:cNvPicPr>
          <p:nvPr/>
        </p:nvPicPr>
        <p:blipFill>
          <a:blip r:embed="rId4"/>
          <a:stretch>
            <a:fillRect/>
          </a:stretch>
        </p:blipFill>
        <p:spPr>
          <a:xfrm>
            <a:off x="762609" y="2194560"/>
            <a:ext cx="3200400" cy="1532586"/>
          </a:xfrm>
          <a:prstGeom prst="rect">
            <a:avLst/>
          </a:prstGeom>
        </p:spPr>
      </p:pic>
      <p:sp>
        <p:nvSpPr>
          <p:cNvPr id="510" name="Tile 2 card"/>
          <p:cNvSpPr/>
          <p:nvPr/>
        </p:nvSpPr>
        <p:spPr>
          <a:xfrm>
            <a:off x="4343400" y="1554480"/>
            <a:ext cx="3504895" cy="2286000"/>
          </a:xfrm>
          <a:prstGeom prst="roundRect">
            <a:avLst>
              <a:gd name="adj" fmla="val 4324"/>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511" name="Tile 2 title"/>
          <p:cNvSpPr txBox="1"/>
          <p:nvPr/>
        </p:nvSpPr>
        <p:spPr>
          <a:xfrm>
            <a:off x="4507992" y="1682495"/>
            <a:ext cx="3175711" cy="2286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50" b="1" i="0" u="none" strike="noStrike" kern="1200" cap="none" spc="0" normalizeH="0" baseline="0" noProof="0">
                <a:ln>
                  <a:noFill/>
                </a:ln>
                <a:solidFill>
                  <a:srgbClr val="0F172A"/>
                </a:solidFill>
                <a:effectLst/>
                <a:uLnTx/>
                <a:uFillTx/>
                <a:latin typeface="Plus Jakarta Sans"/>
                <a:ea typeface="+mn-ea"/>
                <a:cs typeface="+mn-cs"/>
              </a:rPr>
              <a:t>Bar chart</a:t>
            </a:r>
          </a:p>
        </p:txBody>
      </p:sp>
      <p:sp>
        <p:nvSpPr>
          <p:cNvPr id="512" name="Tile 2 caption"/>
          <p:cNvSpPr txBox="1"/>
          <p:nvPr/>
        </p:nvSpPr>
        <p:spPr>
          <a:xfrm>
            <a:off x="4507992" y="1929384"/>
            <a:ext cx="3175711" cy="2011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64748B"/>
                </a:solidFill>
                <a:effectLst/>
                <a:uLnTx/>
                <a:uFillTx/>
                <a:latin typeface="Plus Jakarta Sans"/>
                <a:ea typeface="+mn-ea"/>
                <a:cs typeface="+mn-cs"/>
              </a:rPr>
              <a:t>Compare categories: speed by mode</a:t>
            </a:r>
          </a:p>
        </p:txBody>
      </p:sp>
      <p:pic>
        <p:nvPicPr>
          <p:cNvPr id="513" name="Tile 2 chart" descr="Bar chart: Compare categories: speed by mode"/>
          <p:cNvPicPr>
            <a:picLocks noChangeAspect="1"/>
          </p:cNvPicPr>
          <p:nvPr/>
        </p:nvPicPr>
        <p:blipFill>
          <a:blip r:embed="rId5"/>
          <a:stretch>
            <a:fillRect/>
          </a:stretch>
        </p:blipFill>
        <p:spPr>
          <a:xfrm>
            <a:off x="4496104" y="2194560"/>
            <a:ext cx="3200400" cy="1532586"/>
          </a:xfrm>
          <a:prstGeom prst="rect">
            <a:avLst/>
          </a:prstGeom>
        </p:spPr>
      </p:pic>
      <p:sp>
        <p:nvSpPr>
          <p:cNvPr id="520" name="Tile 3 card"/>
          <p:cNvSpPr/>
          <p:nvPr/>
        </p:nvSpPr>
        <p:spPr>
          <a:xfrm>
            <a:off x="8076895" y="1554480"/>
            <a:ext cx="3504895" cy="2286000"/>
          </a:xfrm>
          <a:prstGeom prst="roundRect">
            <a:avLst>
              <a:gd name="adj" fmla="val 4324"/>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521" name="Tile 3 title"/>
          <p:cNvSpPr txBox="1"/>
          <p:nvPr/>
        </p:nvSpPr>
        <p:spPr>
          <a:xfrm>
            <a:off x="8241487" y="1682495"/>
            <a:ext cx="3175711" cy="2286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50" b="1" i="0" u="none" strike="noStrike" kern="1200" cap="none" spc="0" normalizeH="0" baseline="0" noProof="0">
                <a:ln>
                  <a:noFill/>
                </a:ln>
                <a:solidFill>
                  <a:srgbClr val="0F172A"/>
                </a:solidFill>
                <a:effectLst/>
                <a:uLnTx/>
                <a:uFillTx/>
                <a:latin typeface="Plus Jakarta Sans"/>
                <a:ea typeface="+mn-ea"/>
                <a:cs typeface="+mn-cs"/>
              </a:rPr>
              <a:t>Target bar</a:t>
            </a:r>
          </a:p>
        </p:txBody>
      </p:sp>
      <p:sp>
        <p:nvSpPr>
          <p:cNvPr id="522" name="Tile 3 caption"/>
          <p:cNvSpPr txBox="1"/>
          <p:nvPr/>
        </p:nvSpPr>
        <p:spPr>
          <a:xfrm>
            <a:off x="8241487" y="1929384"/>
            <a:ext cx="3175711" cy="2011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64748B"/>
                </a:solidFill>
                <a:effectLst/>
                <a:uLnTx/>
                <a:uFillTx/>
                <a:latin typeface="Plus Jakarta Sans"/>
                <a:ea typeface="+mn-ea"/>
                <a:cs typeface="+mn-cs"/>
              </a:rPr>
              <a:t>Performance vs. a goal: on-time rate</a:t>
            </a:r>
          </a:p>
        </p:txBody>
      </p:sp>
      <p:pic>
        <p:nvPicPr>
          <p:cNvPr id="523" name="Tile 3 chart" descr="Target bar: Performance vs. a goal: on-time rate"/>
          <p:cNvPicPr>
            <a:picLocks noChangeAspect="1"/>
          </p:cNvPicPr>
          <p:nvPr/>
        </p:nvPicPr>
        <p:blipFill>
          <a:blip r:embed="rId6"/>
          <a:stretch>
            <a:fillRect/>
          </a:stretch>
        </p:blipFill>
        <p:spPr>
          <a:xfrm>
            <a:off x="8229600" y="2194560"/>
            <a:ext cx="3200400" cy="1532586"/>
          </a:xfrm>
          <a:prstGeom prst="rect">
            <a:avLst/>
          </a:prstGeom>
        </p:spPr>
      </p:pic>
      <p:sp>
        <p:nvSpPr>
          <p:cNvPr id="530" name="Tile 4 card"/>
          <p:cNvSpPr/>
          <p:nvPr/>
        </p:nvSpPr>
        <p:spPr>
          <a:xfrm>
            <a:off x="609904" y="4023360"/>
            <a:ext cx="3504895" cy="2286000"/>
          </a:xfrm>
          <a:prstGeom prst="roundRect">
            <a:avLst>
              <a:gd name="adj" fmla="val 4324"/>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531" name="Tile 4 title"/>
          <p:cNvSpPr txBox="1"/>
          <p:nvPr/>
        </p:nvSpPr>
        <p:spPr>
          <a:xfrm>
            <a:off x="774496" y="4151376"/>
            <a:ext cx="3175711" cy="2286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50" b="1" i="0" u="none" strike="noStrike" kern="1200" cap="none" spc="0" normalizeH="0" baseline="0" noProof="0">
                <a:ln>
                  <a:noFill/>
                </a:ln>
                <a:solidFill>
                  <a:srgbClr val="0F172A"/>
                </a:solidFill>
                <a:effectLst/>
                <a:uLnTx/>
                <a:uFillTx/>
                <a:latin typeface="Plus Jakarta Sans"/>
                <a:ea typeface="+mn-ea"/>
                <a:cs typeface="+mn-cs"/>
              </a:rPr>
              <a:t>Scorecard heat map</a:t>
            </a:r>
          </a:p>
        </p:txBody>
      </p:sp>
      <p:sp>
        <p:nvSpPr>
          <p:cNvPr id="532" name="Tile 4 caption"/>
          <p:cNvSpPr txBox="1"/>
          <p:nvPr/>
        </p:nvSpPr>
        <p:spPr>
          <a:xfrm>
            <a:off x="774496" y="4398264"/>
            <a:ext cx="3175711" cy="2011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64748B"/>
                </a:solidFill>
                <a:effectLst/>
                <a:uLnTx/>
                <a:uFillTx/>
                <a:latin typeface="Plus Jakarta Sans"/>
                <a:ea typeface="+mn-ea"/>
                <a:cs typeface="+mn-cs"/>
              </a:rPr>
              <a:t>Spot highs and lows across metrics</a:t>
            </a:r>
          </a:p>
        </p:txBody>
      </p:sp>
      <p:pic>
        <p:nvPicPr>
          <p:cNvPr id="533" name="Tile 4 chart" descr="Scorecard heat map: Spot highs and lows across metrics"/>
          <p:cNvPicPr>
            <a:picLocks noChangeAspect="1"/>
          </p:cNvPicPr>
          <p:nvPr/>
        </p:nvPicPr>
        <p:blipFill>
          <a:blip r:embed="rId7"/>
          <a:stretch>
            <a:fillRect/>
          </a:stretch>
        </p:blipFill>
        <p:spPr>
          <a:xfrm>
            <a:off x="762609" y="4663440"/>
            <a:ext cx="3200400" cy="1532586"/>
          </a:xfrm>
          <a:prstGeom prst="rect">
            <a:avLst/>
          </a:prstGeom>
        </p:spPr>
      </p:pic>
      <p:sp>
        <p:nvSpPr>
          <p:cNvPr id="540" name="Tile 5 card"/>
          <p:cNvSpPr/>
          <p:nvPr/>
        </p:nvSpPr>
        <p:spPr>
          <a:xfrm>
            <a:off x="4343400" y="4023360"/>
            <a:ext cx="3504895" cy="2286000"/>
          </a:xfrm>
          <a:prstGeom prst="roundRect">
            <a:avLst>
              <a:gd name="adj" fmla="val 4324"/>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541" name="Tile 5 title"/>
          <p:cNvSpPr txBox="1"/>
          <p:nvPr/>
        </p:nvSpPr>
        <p:spPr>
          <a:xfrm>
            <a:off x="4507992" y="4151376"/>
            <a:ext cx="3175711" cy="2286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50" b="1" i="0" u="none" strike="noStrike" kern="1200" cap="none" spc="0" normalizeH="0" baseline="0" noProof="0">
                <a:ln>
                  <a:noFill/>
                </a:ln>
                <a:solidFill>
                  <a:srgbClr val="0F172A"/>
                </a:solidFill>
                <a:effectLst/>
                <a:uLnTx/>
                <a:uFillTx/>
                <a:latin typeface="Plus Jakarta Sans"/>
                <a:ea typeface="+mn-ea"/>
                <a:cs typeface="+mn-cs"/>
              </a:rPr>
              <a:t>Time-of-day heat map</a:t>
            </a:r>
          </a:p>
        </p:txBody>
      </p:sp>
      <p:sp>
        <p:nvSpPr>
          <p:cNvPr id="542" name="Tile 5 caption"/>
          <p:cNvSpPr txBox="1"/>
          <p:nvPr/>
        </p:nvSpPr>
        <p:spPr>
          <a:xfrm>
            <a:off x="4507992" y="4398264"/>
            <a:ext cx="3175711" cy="2011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64748B"/>
                </a:solidFill>
                <a:effectLst/>
                <a:uLnTx/>
                <a:uFillTx/>
                <a:latin typeface="Plus Jakarta Sans"/>
                <a:ea typeface="+mn-ea"/>
                <a:cs typeface="+mn-cs"/>
              </a:rPr>
              <a:t>Patterns over time (illustrative values)</a:t>
            </a:r>
          </a:p>
        </p:txBody>
      </p:sp>
      <p:pic>
        <p:nvPicPr>
          <p:cNvPr id="543" name="Tile 5 chart" descr="Time-of-day heat map: Patterns over time (illustrative values)"/>
          <p:cNvPicPr>
            <a:picLocks noChangeAspect="1"/>
          </p:cNvPicPr>
          <p:nvPr/>
        </p:nvPicPr>
        <p:blipFill>
          <a:blip r:embed="rId8"/>
          <a:stretch>
            <a:fillRect/>
          </a:stretch>
        </p:blipFill>
        <p:spPr>
          <a:xfrm>
            <a:off x="4496104" y="4663440"/>
            <a:ext cx="3200400" cy="1532586"/>
          </a:xfrm>
          <a:prstGeom prst="rect">
            <a:avLst/>
          </a:prstGeom>
        </p:spPr>
      </p:pic>
      <p:sp>
        <p:nvSpPr>
          <p:cNvPr id="550" name="Tile 6 card"/>
          <p:cNvSpPr/>
          <p:nvPr/>
        </p:nvSpPr>
        <p:spPr>
          <a:xfrm>
            <a:off x="8076895" y="4023360"/>
            <a:ext cx="3504895" cy="2286000"/>
          </a:xfrm>
          <a:prstGeom prst="roundRect">
            <a:avLst>
              <a:gd name="adj" fmla="val 4324"/>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551" name="Tile 6 title"/>
          <p:cNvSpPr txBox="1"/>
          <p:nvPr/>
        </p:nvSpPr>
        <p:spPr>
          <a:xfrm>
            <a:off x="8241487" y="4151376"/>
            <a:ext cx="3175711" cy="2286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50" b="1" i="0" u="none" strike="noStrike" kern="1200" cap="none" spc="0" normalizeH="0" baseline="0" noProof="0">
                <a:ln>
                  <a:noFill/>
                </a:ln>
                <a:solidFill>
                  <a:srgbClr val="0F172A"/>
                </a:solidFill>
                <a:effectLst/>
                <a:uLnTx/>
                <a:uFillTx/>
                <a:latin typeface="Plus Jakarta Sans"/>
                <a:ea typeface="+mn-ea"/>
                <a:cs typeface="+mn-cs"/>
              </a:rPr>
              <a:t>Bubble chart</a:t>
            </a:r>
          </a:p>
        </p:txBody>
      </p:sp>
      <p:sp>
        <p:nvSpPr>
          <p:cNvPr id="552" name="Tile 6 caption"/>
          <p:cNvSpPr txBox="1"/>
          <p:nvPr/>
        </p:nvSpPr>
        <p:spPr>
          <a:xfrm>
            <a:off x="8241487" y="4398264"/>
            <a:ext cx="3175711" cy="2011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64748B"/>
                </a:solidFill>
                <a:effectLst/>
                <a:uLnTx/>
                <a:uFillTx/>
                <a:latin typeface="Plus Jakarta Sans"/>
                <a:ea typeface="+mn-ea"/>
                <a:cs typeface="+mn-cs"/>
              </a:rPr>
              <a:t>Relate three metrics: speed, capacity, riders</a:t>
            </a:r>
          </a:p>
        </p:txBody>
      </p:sp>
      <p:pic>
        <p:nvPicPr>
          <p:cNvPr id="553" name="Tile 6 chart" descr="Bubble chart: Relate three metrics: speed, capacity, riders"/>
          <p:cNvPicPr>
            <a:picLocks noChangeAspect="1"/>
          </p:cNvPicPr>
          <p:nvPr/>
        </p:nvPicPr>
        <p:blipFill>
          <a:blip r:embed="rId9"/>
          <a:stretch>
            <a:fillRect/>
          </a:stretch>
        </p:blipFill>
        <p:spPr>
          <a:xfrm>
            <a:off x="8229600" y="4663440"/>
            <a:ext cx="3200400" cy="1532586"/>
          </a:xfrm>
          <a:prstGeom prst="rect">
            <a:avLst/>
          </a:prstGeom>
        </p:spPr>
      </p:pic>
    </p:spTree>
    <p:extLst>
      <p:ext uri="{BB962C8B-B14F-4D97-AF65-F5344CB8AC3E}">
        <p14:creationId xmlns:p14="http://schemas.microsoft.com/office/powerpoint/2010/main" val="343017510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FFF2E1"/>
        </a:solidFill>
        <a:effectLst/>
      </p:bgPr>
    </p:bg>
    <p:spTree>
      <p:nvGrpSpPr>
        <p:cNvPr id="1" name="Shape 232"/>
        <p:cNvGrpSpPr/>
        <p:nvPr/>
      </p:nvGrpSpPr>
      <p:grpSpPr>
        <a:xfrm>
          <a:off x="0" y="0"/>
          <a:ext cx="0" cy="0"/>
          <a:chOff x="0" y="0"/>
          <a:chExt cx="0" cy="0"/>
        </a:xfrm>
      </p:grpSpPr>
      <p:pic>
        <p:nvPicPr>
          <p:cNvPr id="233" name="Google Shape;233;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34" name="Google Shape;234;p16"/>
          <p:cNvSpPr/>
          <p:nvPr/>
        </p:nvSpPr>
        <p:spPr>
          <a:xfrm>
            <a:off x="609600" y="2473821"/>
            <a:ext cx="3530649" cy="2834282"/>
          </a:xfrm>
          <a:prstGeom prst="roundRect">
            <a:avLst>
              <a:gd name="adj" fmla="val 5377"/>
            </a:avLst>
          </a:prstGeom>
          <a:solidFill>
            <a:srgbClr val="FFFFFF"/>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35" name="Google Shape;235;p16"/>
          <p:cNvSpPr/>
          <p:nvPr/>
        </p:nvSpPr>
        <p:spPr>
          <a:xfrm>
            <a:off x="4330749" y="2473821"/>
            <a:ext cx="3530649" cy="2834282"/>
          </a:xfrm>
          <a:prstGeom prst="roundRect">
            <a:avLst>
              <a:gd name="adj" fmla="val 5377"/>
            </a:avLst>
          </a:prstGeom>
          <a:solidFill>
            <a:srgbClr val="FFFFFF"/>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36" name="Google Shape;236;p16"/>
          <p:cNvSpPr/>
          <p:nvPr/>
        </p:nvSpPr>
        <p:spPr>
          <a:xfrm>
            <a:off x="8051899" y="2473821"/>
            <a:ext cx="3530649" cy="2834282"/>
          </a:xfrm>
          <a:prstGeom prst="roundRect">
            <a:avLst>
              <a:gd name="adj" fmla="val 5377"/>
            </a:avLst>
          </a:prstGeom>
          <a:solidFill>
            <a:srgbClr val="FFFFFF"/>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37" name="Google Shape;237;p16"/>
          <p:cNvSpPr/>
          <p:nvPr/>
        </p:nvSpPr>
        <p:spPr>
          <a:xfrm>
            <a:off x="609600" y="5298578"/>
            <a:ext cx="3530649" cy="9525"/>
          </a:xfrm>
          <a:prstGeom prst="rect">
            <a:avLst/>
          </a:prstGeom>
          <a:solidFill>
            <a:srgbClr val="FED7AA"/>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38" name="Google Shape;238;p16"/>
          <p:cNvSpPr/>
          <p:nvPr/>
        </p:nvSpPr>
        <p:spPr>
          <a:xfrm>
            <a:off x="609600" y="2473821"/>
            <a:ext cx="3530649" cy="47625"/>
          </a:xfrm>
          <a:prstGeom prst="rect">
            <a:avLst/>
          </a:prstGeom>
          <a:solidFill>
            <a:srgbClr val="EF4444"/>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39" name="Google Shape;239;p16"/>
          <p:cNvSpPr/>
          <p:nvPr/>
        </p:nvSpPr>
        <p:spPr>
          <a:xfrm>
            <a:off x="609600" y="2473821"/>
            <a:ext cx="9525" cy="2834282"/>
          </a:xfrm>
          <a:prstGeom prst="rect">
            <a:avLst/>
          </a:prstGeom>
          <a:solidFill>
            <a:srgbClr val="FED7AA"/>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40" name="Google Shape;240;p16"/>
          <p:cNvSpPr/>
          <p:nvPr/>
        </p:nvSpPr>
        <p:spPr>
          <a:xfrm>
            <a:off x="4130724" y="2473821"/>
            <a:ext cx="9525" cy="2834282"/>
          </a:xfrm>
          <a:prstGeom prst="rect">
            <a:avLst/>
          </a:prstGeom>
          <a:solidFill>
            <a:srgbClr val="FED7AA"/>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41" name="Google Shape;241;p16"/>
          <p:cNvSpPr/>
          <p:nvPr/>
        </p:nvSpPr>
        <p:spPr>
          <a:xfrm>
            <a:off x="828675" y="4755653"/>
            <a:ext cx="3092499"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42" name="Google Shape;242;p16"/>
          <p:cNvSpPr/>
          <p:nvPr/>
        </p:nvSpPr>
        <p:spPr>
          <a:xfrm>
            <a:off x="4330749" y="5298578"/>
            <a:ext cx="3530649" cy="9525"/>
          </a:xfrm>
          <a:prstGeom prst="rect">
            <a:avLst/>
          </a:prstGeom>
          <a:solidFill>
            <a:srgbClr val="FED7AA"/>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43" name="Google Shape;243;p16"/>
          <p:cNvSpPr/>
          <p:nvPr/>
        </p:nvSpPr>
        <p:spPr>
          <a:xfrm>
            <a:off x="4330749" y="2473821"/>
            <a:ext cx="3530649" cy="47625"/>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44" name="Google Shape;244;p16"/>
          <p:cNvSpPr/>
          <p:nvPr/>
        </p:nvSpPr>
        <p:spPr>
          <a:xfrm>
            <a:off x="4330749" y="2473821"/>
            <a:ext cx="9525" cy="2834282"/>
          </a:xfrm>
          <a:prstGeom prst="rect">
            <a:avLst/>
          </a:prstGeom>
          <a:solidFill>
            <a:srgbClr val="FED7AA"/>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45" name="Google Shape;245;p16"/>
          <p:cNvSpPr/>
          <p:nvPr/>
        </p:nvSpPr>
        <p:spPr>
          <a:xfrm>
            <a:off x="7851874" y="2473821"/>
            <a:ext cx="9525" cy="2834282"/>
          </a:xfrm>
          <a:prstGeom prst="rect">
            <a:avLst/>
          </a:prstGeom>
          <a:solidFill>
            <a:srgbClr val="FED7AA"/>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46" name="Google Shape;246;p16"/>
          <p:cNvSpPr/>
          <p:nvPr/>
        </p:nvSpPr>
        <p:spPr>
          <a:xfrm>
            <a:off x="4549824" y="4755653"/>
            <a:ext cx="3092499"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47" name="Google Shape;247;p16"/>
          <p:cNvSpPr/>
          <p:nvPr/>
        </p:nvSpPr>
        <p:spPr>
          <a:xfrm>
            <a:off x="8051899" y="5298578"/>
            <a:ext cx="3530649" cy="9525"/>
          </a:xfrm>
          <a:prstGeom prst="rect">
            <a:avLst/>
          </a:prstGeom>
          <a:solidFill>
            <a:srgbClr val="FED7AA"/>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48" name="Google Shape;248;p16"/>
          <p:cNvSpPr/>
          <p:nvPr/>
        </p:nvSpPr>
        <p:spPr>
          <a:xfrm>
            <a:off x="8051899" y="2473821"/>
            <a:ext cx="3530649" cy="47625"/>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49" name="Google Shape;249;p16"/>
          <p:cNvSpPr/>
          <p:nvPr/>
        </p:nvSpPr>
        <p:spPr>
          <a:xfrm>
            <a:off x="8051899" y="2473821"/>
            <a:ext cx="9525" cy="2834282"/>
          </a:xfrm>
          <a:prstGeom prst="rect">
            <a:avLst/>
          </a:prstGeom>
          <a:solidFill>
            <a:srgbClr val="FED7AA"/>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50" name="Google Shape;250;p16"/>
          <p:cNvSpPr/>
          <p:nvPr/>
        </p:nvSpPr>
        <p:spPr>
          <a:xfrm>
            <a:off x="11573023" y="2473821"/>
            <a:ext cx="9525" cy="2834282"/>
          </a:xfrm>
          <a:prstGeom prst="rect">
            <a:avLst/>
          </a:prstGeom>
          <a:solidFill>
            <a:srgbClr val="FED7AA"/>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51" name="Google Shape;251;p16"/>
          <p:cNvSpPr/>
          <p:nvPr/>
        </p:nvSpPr>
        <p:spPr>
          <a:xfrm>
            <a:off x="8270974" y="4755653"/>
            <a:ext cx="3092499" cy="9525"/>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52" name="Google Shape;252;p16"/>
          <p:cNvSpPr/>
          <p:nvPr/>
        </p:nvSpPr>
        <p:spPr>
          <a:xfrm>
            <a:off x="2930574" y="2878633"/>
            <a:ext cx="990600" cy="238125"/>
          </a:xfrm>
          <a:prstGeom prst="roundRect">
            <a:avLst>
              <a:gd name="adj" fmla="val 40000"/>
            </a:avLst>
          </a:prstGeom>
          <a:solidFill>
            <a:srgbClr val="FEF2F2"/>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53" name="Google Shape;253;p16"/>
          <p:cNvSpPr/>
          <p:nvPr/>
        </p:nvSpPr>
        <p:spPr>
          <a:xfrm>
            <a:off x="6499324" y="2878633"/>
            <a:ext cx="1143000" cy="238125"/>
          </a:xfrm>
          <a:prstGeom prst="roundRect">
            <a:avLst>
              <a:gd name="adj" fmla="val 40000"/>
            </a:avLst>
          </a:prstGeom>
          <a:solidFill>
            <a:srgbClr val="FEF3C7"/>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54" name="Google Shape;254;p16"/>
          <p:cNvSpPr/>
          <p:nvPr/>
        </p:nvSpPr>
        <p:spPr>
          <a:xfrm>
            <a:off x="9991873" y="2878633"/>
            <a:ext cx="1371600" cy="238125"/>
          </a:xfrm>
          <a:prstGeom prst="roundRect">
            <a:avLst>
              <a:gd name="adj" fmla="val 40000"/>
            </a:avLst>
          </a:prstGeom>
          <a:solidFill>
            <a:srgbClr val="E0F2FE"/>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pic>
        <p:nvPicPr>
          <p:cNvPr id="255" name="Google Shape;255;p16" descr="image.png"/>
          <p:cNvPicPr preferRelativeResize="0"/>
          <p:nvPr/>
        </p:nvPicPr>
        <p:blipFill rotWithShape="1">
          <a:blip r:embed="rId4">
            <a:alphaModFix/>
          </a:blip>
          <a:srcRect/>
          <a:stretch/>
        </p:blipFill>
        <p:spPr>
          <a:xfrm>
            <a:off x="828675" y="2788146"/>
            <a:ext cx="419100" cy="419100"/>
          </a:xfrm>
          <a:prstGeom prst="rect">
            <a:avLst/>
          </a:prstGeom>
          <a:noFill/>
          <a:ln>
            <a:noFill/>
          </a:ln>
        </p:spPr>
      </p:pic>
      <p:pic>
        <p:nvPicPr>
          <p:cNvPr id="256" name="Google Shape;256;p16" descr="image.png"/>
          <p:cNvPicPr preferRelativeResize="0"/>
          <p:nvPr/>
        </p:nvPicPr>
        <p:blipFill rotWithShape="1">
          <a:blip r:embed="rId5">
            <a:alphaModFix/>
          </a:blip>
          <a:srcRect/>
          <a:stretch/>
        </p:blipFill>
        <p:spPr>
          <a:xfrm>
            <a:off x="4549824" y="2788146"/>
            <a:ext cx="419100" cy="419100"/>
          </a:xfrm>
          <a:prstGeom prst="rect">
            <a:avLst/>
          </a:prstGeom>
          <a:noFill/>
          <a:ln>
            <a:noFill/>
          </a:ln>
        </p:spPr>
      </p:pic>
      <p:pic>
        <p:nvPicPr>
          <p:cNvPr id="257" name="Google Shape;257;p16" descr="image.png"/>
          <p:cNvPicPr preferRelativeResize="0"/>
          <p:nvPr/>
        </p:nvPicPr>
        <p:blipFill rotWithShape="1">
          <a:blip r:embed="rId6">
            <a:alphaModFix/>
          </a:blip>
          <a:srcRect/>
          <a:stretch/>
        </p:blipFill>
        <p:spPr>
          <a:xfrm>
            <a:off x="8270974" y="2788146"/>
            <a:ext cx="419100" cy="419100"/>
          </a:xfrm>
          <a:prstGeom prst="rect">
            <a:avLst/>
          </a:prstGeom>
          <a:noFill/>
          <a:ln>
            <a:noFill/>
          </a:ln>
        </p:spPr>
      </p:pic>
      <p:pic>
        <p:nvPicPr>
          <p:cNvPr id="258" name="Google Shape;258;p16" descr="image.png"/>
          <p:cNvPicPr preferRelativeResize="0"/>
          <p:nvPr/>
        </p:nvPicPr>
        <p:blipFill rotWithShape="1">
          <a:blip r:embed="rId7">
            <a:alphaModFix/>
          </a:blip>
          <a:srcRect/>
          <a:stretch/>
        </p:blipFill>
        <p:spPr>
          <a:xfrm>
            <a:off x="976312" y="2902446"/>
            <a:ext cx="123825" cy="190500"/>
          </a:xfrm>
          <a:prstGeom prst="rect">
            <a:avLst/>
          </a:prstGeom>
          <a:noFill/>
          <a:ln>
            <a:noFill/>
          </a:ln>
        </p:spPr>
      </p:pic>
      <p:pic>
        <p:nvPicPr>
          <p:cNvPr id="259" name="Google Shape;259;p16" descr="image.png"/>
          <p:cNvPicPr preferRelativeResize="0"/>
          <p:nvPr/>
        </p:nvPicPr>
        <p:blipFill rotWithShape="1">
          <a:blip r:embed="rId8">
            <a:alphaModFix/>
          </a:blip>
          <a:srcRect/>
          <a:stretch/>
        </p:blipFill>
        <p:spPr>
          <a:xfrm>
            <a:off x="4673649" y="2902446"/>
            <a:ext cx="171450" cy="190500"/>
          </a:xfrm>
          <a:prstGeom prst="rect">
            <a:avLst/>
          </a:prstGeom>
          <a:noFill/>
          <a:ln>
            <a:noFill/>
          </a:ln>
        </p:spPr>
      </p:pic>
      <p:pic>
        <p:nvPicPr>
          <p:cNvPr id="260" name="Google Shape;260;p16" descr="image.png"/>
          <p:cNvPicPr preferRelativeResize="0"/>
          <p:nvPr/>
        </p:nvPicPr>
        <p:blipFill rotWithShape="1">
          <a:blip r:embed="rId9">
            <a:alphaModFix/>
          </a:blip>
          <a:srcRect/>
          <a:stretch/>
        </p:blipFill>
        <p:spPr>
          <a:xfrm>
            <a:off x="8361461" y="2902446"/>
            <a:ext cx="238125" cy="190500"/>
          </a:xfrm>
          <a:prstGeom prst="rect">
            <a:avLst/>
          </a:prstGeom>
          <a:noFill/>
          <a:ln>
            <a:noFill/>
          </a:ln>
        </p:spPr>
      </p:pic>
      <p:sp>
        <p:nvSpPr>
          <p:cNvPr id="261" name="Google Shape;261;p16"/>
          <p:cNvSpPr txBox="1"/>
          <p:nvPr/>
        </p:nvSpPr>
        <p:spPr>
          <a:xfrm>
            <a:off x="609600" y="533400"/>
            <a:ext cx="11582400" cy="17145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C2410C"/>
                </a:solidFill>
                <a:effectLst/>
                <a:uLnTx/>
                <a:uFillTx/>
                <a:latin typeface="Plus Jakarta Sans"/>
                <a:ea typeface="Plus Jakarta Sans"/>
                <a:cs typeface="Plus Jakarta Sans"/>
                <a:sym typeface="Plus Jakarta Sans"/>
              </a:rPr>
              <a:t>RELIABILITY &amp; BOTTLENECKS</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62" name="Google Shape;262;p16"/>
          <p:cNvSpPr txBox="1"/>
          <p:nvPr/>
        </p:nvSpPr>
        <p:spPr>
          <a:xfrm>
            <a:off x="609600" y="762000"/>
            <a:ext cx="11582400" cy="42862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0F172A"/>
                </a:solidFill>
                <a:effectLst/>
                <a:uLnTx/>
                <a:uFillTx/>
                <a:latin typeface="Plus Jakarta Sans"/>
                <a:ea typeface="Plus Jakarta Sans"/>
                <a:cs typeface="Plus Jakarta Sans"/>
                <a:sym typeface="Plus Jakarta Sans"/>
              </a:rPr>
              <a:t>Primary Delay Drivers &amp; System Bottlenecks</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63" name="Google Shape;263;p16"/>
          <p:cNvSpPr txBox="1"/>
          <p:nvPr/>
        </p:nvSpPr>
        <p:spPr>
          <a:xfrm>
            <a:off x="828675" y="4869953"/>
            <a:ext cx="3187749" cy="16192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a:ln>
                  <a:noFill/>
                </a:ln>
                <a:solidFill>
                  <a:srgbClr val="C2410C"/>
                </a:solidFill>
                <a:effectLst/>
                <a:uLnTx/>
                <a:uFillTx/>
                <a:latin typeface="Plus Jakarta Sans"/>
                <a:ea typeface="Plus Jakarta Sans"/>
                <a:cs typeface="Plus Jakarta Sans"/>
                <a:sym typeface="Plus Jakarta Sans"/>
              </a:rPr>
              <a:t>Fix: Transit Priority Signal roll-out</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64" name="Google Shape;264;p16"/>
          <p:cNvSpPr txBox="1"/>
          <p:nvPr/>
        </p:nvSpPr>
        <p:spPr>
          <a:xfrm>
            <a:off x="4549824" y="4869953"/>
            <a:ext cx="3187749" cy="16192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a:ln>
                  <a:noFill/>
                </a:ln>
                <a:solidFill>
                  <a:srgbClr val="D97706"/>
                </a:solidFill>
                <a:effectLst/>
                <a:uLnTx/>
                <a:uFillTx/>
                <a:latin typeface="Plus Jakarta Sans"/>
                <a:ea typeface="Plus Jakarta Sans"/>
                <a:cs typeface="Plus Jakarta Sans"/>
                <a:sym typeface="Plus Jakarta Sans"/>
              </a:rPr>
              <a:t>Fix: 450kW Pantograph Chargers</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65" name="Google Shape;265;p16"/>
          <p:cNvSpPr txBox="1"/>
          <p:nvPr/>
        </p:nvSpPr>
        <p:spPr>
          <a:xfrm>
            <a:off x="8270974" y="4869953"/>
            <a:ext cx="3187749" cy="16192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a:ln>
                  <a:noFill/>
                </a:ln>
                <a:solidFill>
                  <a:srgbClr val="0284C7"/>
                </a:solidFill>
                <a:effectLst/>
                <a:uLnTx/>
                <a:uFillTx/>
                <a:latin typeface="Plus Jakarta Sans"/>
                <a:ea typeface="Plus Jakarta Sans"/>
                <a:cs typeface="Plus Jakarta Sans"/>
                <a:sym typeface="Plus Jakarta Sans"/>
              </a:rPr>
              <a:t>Fix: Platform Screen Doors &amp; Gates</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66" name="Google Shape;266;p16"/>
          <p:cNvSpPr txBox="1"/>
          <p:nvPr/>
        </p:nvSpPr>
        <p:spPr>
          <a:xfrm>
            <a:off x="828675" y="3359646"/>
            <a:ext cx="4058905" cy="23812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0F172A"/>
                </a:solidFill>
                <a:effectLst/>
                <a:uLnTx/>
                <a:uFillTx/>
                <a:latin typeface="Plus Jakarta Sans"/>
                <a:ea typeface="Plus Jakarta Sans"/>
                <a:cs typeface="Plus Jakarta Sans"/>
                <a:sym typeface="Plus Jakarta Sans"/>
              </a:rPr>
              <a:t>Signal Conflict</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67" name="Google Shape;267;p16"/>
          <p:cNvSpPr txBox="1"/>
          <p:nvPr/>
        </p:nvSpPr>
        <p:spPr>
          <a:xfrm>
            <a:off x="828675" y="3673971"/>
            <a:ext cx="3187749" cy="479821"/>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39925"/>
              </a:lnSpc>
              <a:spcBef>
                <a:spcPts val="0"/>
              </a:spcBef>
              <a:spcAft>
                <a:spcPts val="0"/>
              </a:spcAft>
              <a:buClrTx/>
              <a:buSzTx/>
              <a:buFontTx/>
              <a:buNone/>
              <a:tabLst/>
              <a:defRPr/>
            </a:pPr>
            <a:r>
              <a:rPr kumimoji="0" lang="en-US" sz="1350" b="1" i="0" u="none" strike="noStrike" kern="1200" cap="none" spc="0" normalizeH="0" baseline="0" noProof="0">
                <a:ln>
                  <a:noFill/>
                </a:ln>
                <a:solidFill>
                  <a:srgbClr val="334155"/>
                </a:solidFill>
                <a:effectLst/>
                <a:uLnTx/>
                <a:uFillTx/>
                <a:latin typeface="Plus Jakarta Sans"/>
                <a:ea typeface="Plus Jakarta Sans"/>
                <a:cs typeface="Plus Jakarta Sans"/>
                <a:sym typeface="Plus Jakarta Sans"/>
              </a:rPr>
              <a:t>+4.2 min delay per trip</a:t>
            </a:r>
            <a:r>
              <a:rPr kumimoji="0" lang="en-US" sz="1350" b="0" i="0" u="none" strike="noStrike" kern="1200" cap="none" spc="0" normalizeH="0" baseline="0" noProof="0">
                <a:ln>
                  <a:noFill/>
                </a:ln>
                <a:solidFill>
                  <a:srgbClr val="334155"/>
                </a:solidFill>
                <a:effectLst/>
                <a:uLnTx/>
                <a:uFillTx/>
                <a:latin typeface="Plus Jakarta Sans"/>
                <a:ea typeface="Plus Jakarta Sans"/>
                <a:cs typeface="Plus Jakarta Sans"/>
                <a:sym typeface="Plus Jakarta Sans"/>
              </a:rPr>
              <a:t> at Line 4 un-prioritized intersections.</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68" name="Google Shape;268;p16"/>
          <p:cNvSpPr txBox="1"/>
          <p:nvPr/>
        </p:nvSpPr>
        <p:spPr>
          <a:xfrm>
            <a:off x="828675" y="4229992"/>
            <a:ext cx="3187749" cy="37326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solidFill>
                  <a:srgbClr val="64748B"/>
                </a:solidFill>
                <a:effectLst/>
                <a:uLnTx/>
                <a:uFillTx/>
                <a:latin typeface="Plus Jakarta Sans"/>
                <a:ea typeface="Plus Jakarta Sans"/>
                <a:cs typeface="Plus Jakarta Sans"/>
                <a:sym typeface="Plus Jakarta Sans"/>
              </a:rPr>
              <a:t>Affects 140k daily passengers during peak morning traffic.</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69" name="Google Shape;269;p16"/>
          <p:cNvSpPr txBox="1"/>
          <p:nvPr/>
        </p:nvSpPr>
        <p:spPr>
          <a:xfrm>
            <a:off x="4549824" y="3359646"/>
            <a:ext cx="4058905" cy="23812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0F172A"/>
                </a:solidFill>
                <a:effectLst/>
                <a:uLnTx/>
                <a:uFillTx/>
                <a:latin typeface="Plus Jakarta Sans"/>
                <a:ea typeface="Plus Jakarta Sans"/>
                <a:cs typeface="Plus Jakarta Sans"/>
                <a:sym typeface="Plus Jakarta Sans"/>
              </a:rPr>
              <a:t>Depot Charging Limits</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70" name="Google Shape;270;p16"/>
          <p:cNvSpPr txBox="1"/>
          <p:nvPr/>
        </p:nvSpPr>
        <p:spPr>
          <a:xfrm>
            <a:off x="4549824" y="3673971"/>
            <a:ext cx="3187749" cy="479821"/>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39925"/>
              </a:lnSpc>
              <a:spcBef>
                <a:spcPts val="0"/>
              </a:spcBef>
              <a:spcAft>
                <a:spcPts val="0"/>
              </a:spcAft>
              <a:buClrTx/>
              <a:buSzTx/>
              <a:buFontTx/>
              <a:buNone/>
              <a:tabLst/>
              <a:defRPr/>
            </a:pPr>
            <a:r>
              <a:rPr kumimoji="0" lang="en-US" sz="1350" b="1" i="0" u="none" strike="noStrike" kern="1200" cap="none" spc="0" normalizeH="0" baseline="0" noProof="0">
                <a:ln>
                  <a:noFill/>
                </a:ln>
                <a:solidFill>
                  <a:srgbClr val="334155"/>
                </a:solidFill>
                <a:effectLst/>
                <a:uLnTx/>
                <a:uFillTx/>
                <a:latin typeface="Plus Jakarta Sans"/>
                <a:ea typeface="Plus Jakarta Sans"/>
                <a:cs typeface="Plus Jakarta Sans"/>
                <a:sym typeface="Plus Jakarta Sans"/>
              </a:rPr>
              <a:t>18% fleet idle time</a:t>
            </a:r>
            <a:r>
              <a:rPr kumimoji="0" lang="en-US" sz="1350" b="0" i="0" u="none" strike="noStrike" kern="1200" cap="none" spc="0" normalizeH="0" baseline="0" noProof="0">
                <a:ln>
                  <a:noFill/>
                </a:ln>
                <a:solidFill>
                  <a:srgbClr val="334155"/>
                </a:solidFill>
                <a:effectLst/>
                <a:uLnTx/>
                <a:uFillTx/>
                <a:latin typeface="Plus Jakarta Sans"/>
                <a:ea typeface="Plus Jakarta Sans"/>
                <a:cs typeface="Plus Jakarta Sans"/>
                <a:sym typeface="Plus Jakarta Sans"/>
              </a:rPr>
              <a:t> due to insufficient fast-charging bays.</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71" name="Google Shape;271;p16"/>
          <p:cNvSpPr txBox="1"/>
          <p:nvPr/>
        </p:nvSpPr>
        <p:spPr>
          <a:xfrm>
            <a:off x="4549824" y="4229992"/>
            <a:ext cx="3187749" cy="37326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solidFill>
                  <a:srgbClr val="64748B"/>
                </a:solidFill>
                <a:effectLst/>
                <a:uLnTx/>
                <a:uFillTx/>
                <a:latin typeface="Plus Jakarta Sans"/>
                <a:ea typeface="Plus Jakarta Sans"/>
                <a:cs typeface="Plus Jakarta Sans"/>
                <a:sym typeface="Plus Jakarta Sans"/>
              </a:rPr>
              <a:t>Constrains midday bus turnaround on suburban feeder routes.</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72" name="Google Shape;272;p16"/>
          <p:cNvSpPr txBox="1"/>
          <p:nvPr/>
        </p:nvSpPr>
        <p:spPr>
          <a:xfrm>
            <a:off x="8270974" y="3359646"/>
            <a:ext cx="3921025" cy="23812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0F172A"/>
                </a:solidFill>
                <a:effectLst/>
                <a:uLnTx/>
                <a:uFillTx/>
                <a:latin typeface="Plus Jakarta Sans"/>
                <a:ea typeface="Plus Jakarta Sans"/>
                <a:cs typeface="Plus Jakarta Sans"/>
                <a:sym typeface="Plus Jakarta Sans"/>
              </a:rPr>
              <a:t>Station Crowding</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73" name="Google Shape;273;p16"/>
          <p:cNvSpPr txBox="1"/>
          <p:nvPr/>
        </p:nvSpPr>
        <p:spPr>
          <a:xfrm>
            <a:off x="8270974" y="3673971"/>
            <a:ext cx="3187749" cy="479821"/>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39925"/>
              </a:lnSpc>
              <a:spcBef>
                <a:spcPts val="0"/>
              </a:spcBef>
              <a:spcAft>
                <a:spcPts val="0"/>
              </a:spcAft>
              <a:buClrTx/>
              <a:buSzTx/>
              <a:buFontTx/>
              <a:buNone/>
              <a:tabLst/>
              <a:defRPr/>
            </a:pPr>
            <a:r>
              <a:rPr kumimoji="0" lang="en-US" sz="1350" b="1" i="0" u="none" strike="noStrike" kern="1200" cap="none" spc="0" normalizeH="0" baseline="0" noProof="0">
                <a:ln>
                  <a:noFill/>
                </a:ln>
                <a:solidFill>
                  <a:srgbClr val="334155"/>
                </a:solidFill>
                <a:effectLst/>
                <a:uLnTx/>
                <a:uFillTx/>
                <a:latin typeface="Plus Jakarta Sans"/>
                <a:ea typeface="Plus Jakarta Sans"/>
                <a:cs typeface="Plus Jakarta Sans"/>
                <a:sym typeface="Plus Jakarta Sans"/>
              </a:rPr>
              <a:t>+45 sec dwell times</a:t>
            </a:r>
            <a:r>
              <a:rPr kumimoji="0" lang="en-US" sz="1350" b="0" i="0" u="none" strike="noStrike" kern="1200" cap="none" spc="0" normalizeH="0" baseline="0" noProof="0">
                <a:ln>
                  <a:noFill/>
                </a:ln>
                <a:solidFill>
                  <a:srgbClr val="334155"/>
                </a:solidFill>
                <a:effectLst/>
                <a:uLnTx/>
                <a:uFillTx/>
                <a:latin typeface="Plus Jakarta Sans"/>
                <a:ea typeface="Plus Jakarta Sans"/>
                <a:cs typeface="Plus Jakarta Sans"/>
                <a:sym typeface="Plus Jakarta Sans"/>
              </a:rPr>
              <a:t> at Central Interchange platforms.</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74" name="Google Shape;274;p16"/>
          <p:cNvSpPr txBox="1"/>
          <p:nvPr/>
        </p:nvSpPr>
        <p:spPr>
          <a:xfrm>
            <a:off x="8270974" y="4229992"/>
            <a:ext cx="3187749" cy="37326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sz="1050" b="0" i="0" u="none" strike="noStrike" kern="1200" cap="none" spc="0" normalizeH="0" baseline="0" noProof="0">
                <a:ln>
                  <a:noFill/>
                </a:ln>
                <a:solidFill>
                  <a:srgbClr val="64748B"/>
                </a:solidFill>
                <a:effectLst/>
                <a:uLnTx/>
                <a:uFillTx/>
                <a:latin typeface="Plus Jakarta Sans"/>
                <a:ea typeface="Plus Jakarta Sans"/>
                <a:cs typeface="Plus Jakarta Sans"/>
                <a:sym typeface="Plus Jakarta Sans"/>
              </a:rPr>
              <a:t>Creates knock-on delays across 3 connecting subway lines.</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75" name="Google Shape;275;p16"/>
          <p:cNvSpPr txBox="1"/>
          <p:nvPr/>
        </p:nvSpPr>
        <p:spPr>
          <a:xfrm>
            <a:off x="3006774" y="2916733"/>
            <a:ext cx="933450" cy="16192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a:ln>
                  <a:noFill/>
                </a:ln>
                <a:solidFill>
                  <a:srgbClr val="EF4444"/>
                </a:solidFill>
                <a:effectLst/>
                <a:uLnTx/>
                <a:uFillTx/>
                <a:latin typeface="JetBrains Mono"/>
                <a:ea typeface="JetBrains Mono"/>
                <a:cs typeface="JetBrains Mono"/>
                <a:sym typeface="JetBrains Mono"/>
              </a:rPr>
              <a:t>High Impact</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76" name="Google Shape;276;p16"/>
          <p:cNvSpPr txBox="1"/>
          <p:nvPr/>
        </p:nvSpPr>
        <p:spPr>
          <a:xfrm>
            <a:off x="6575524" y="2916733"/>
            <a:ext cx="1085850" cy="16192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a:ln>
                  <a:noFill/>
                </a:ln>
                <a:solidFill>
                  <a:srgbClr val="0F172A"/>
                </a:solidFill>
                <a:effectLst/>
                <a:uLnTx/>
                <a:uFillTx/>
                <a:latin typeface="JetBrains Mono"/>
                <a:ea typeface="JetBrains Mono"/>
                <a:cs typeface="JetBrains Mono"/>
                <a:sym typeface="JetBrains Mono"/>
              </a:rPr>
              <a:t>Medium Impact</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277" name="Google Shape;277;p16"/>
          <p:cNvSpPr txBox="1"/>
          <p:nvPr/>
        </p:nvSpPr>
        <p:spPr>
          <a:xfrm>
            <a:off x="10068073" y="2916733"/>
            <a:ext cx="1314450" cy="16192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a:ln>
                  <a:noFill/>
                </a:ln>
                <a:solidFill>
                  <a:srgbClr val="0284C7"/>
                </a:solidFill>
                <a:effectLst/>
                <a:uLnTx/>
                <a:uFillTx/>
                <a:latin typeface="JetBrains Mono"/>
                <a:ea typeface="JetBrains Mono"/>
                <a:cs typeface="JetBrains Mono"/>
                <a:sym typeface="JetBrains Mono"/>
              </a:rPr>
              <a:t>Capacity Limiter</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26936857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101729"/>
        </a:solidFill>
        <a:effectLst/>
      </p:bgPr>
    </p:bg>
    <p:spTree>
      <p:nvGrpSpPr>
        <p:cNvPr id="1" name="Shape 281"/>
        <p:cNvGrpSpPr/>
        <p:nvPr/>
      </p:nvGrpSpPr>
      <p:grpSpPr>
        <a:xfrm>
          <a:off x="0" y="0"/>
          <a:ext cx="0" cy="0"/>
          <a:chOff x="0" y="0"/>
          <a:chExt cx="0" cy="0"/>
        </a:xfrm>
      </p:grpSpPr>
      <p:pic>
        <p:nvPicPr>
          <p:cNvPr id="282" name="Google Shape;282;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83" name="Google Shape;283;p17"/>
          <p:cNvSpPr/>
          <p:nvPr/>
        </p:nvSpPr>
        <p:spPr>
          <a:xfrm>
            <a:off x="609600" y="4225528"/>
            <a:ext cx="3530649" cy="2099071"/>
          </a:xfrm>
          <a:prstGeom prst="roundRect">
            <a:avLst>
              <a:gd name="adj" fmla="val 7260"/>
            </a:avLst>
          </a:prstGeom>
          <a:solidFill>
            <a:srgbClr val="1A2436"/>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84" name="Google Shape;284;p17"/>
          <p:cNvSpPr/>
          <p:nvPr/>
        </p:nvSpPr>
        <p:spPr>
          <a:xfrm>
            <a:off x="4330749" y="4225528"/>
            <a:ext cx="3530649" cy="2099071"/>
          </a:xfrm>
          <a:prstGeom prst="roundRect">
            <a:avLst>
              <a:gd name="adj" fmla="val 7260"/>
            </a:avLst>
          </a:prstGeom>
          <a:solidFill>
            <a:srgbClr val="1A2436"/>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85" name="Google Shape;285;p17"/>
          <p:cNvSpPr/>
          <p:nvPr/>
        </p:nvSpPr>
        <p:spPr>
          <a:xfrm>
            <a:off x="8051899" y="4225528"/>
            <a:ext cx="3530649" cy="2099071"/>
          </a:xfrm>
          <a:prstGeom prst="roundRect">
            <a:avLst>
              <a:gd name="adj" fmla="val 7260"/>
            </a:avLst>
          </a:prstGeom>
          <a:solidFill>
            <a:srgbClr val="1A2436"/>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86" name="Google Shape;286;p17"/>
          <p:cNvSpPr/>
          <p:nvPr/>
        </p:nvSpPr>
        <p:spPr>
          <a:xfrm>
            <a:off x="4681537" y="533400"/>
            <a:ext cx="2828925" cy="304800"/>
          </a:xfrm>
          <a:prstGeom prst="roundRect">
            <a:avLst>
              <a:gd name="adj" fmla="val 50000"/>
            </a:avLst>
          </a:prstGeom>
          <a:solidFill>
            <a:srgbClr val="163048"/>
          </a:solidFill>
          <a:ln w="9525" cap="flat" cmpd="sng">
            <a:solidFill>
              <a:srgbClr val="20597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87" name="Google Shape;287;p17"/>
          <p:cNvSpPr/>
          <p:nvPr/>
        </p:nvSpPr>
        <p:spPr>
          <a:xfrm>
            <a:off x="609600" y="6315075"/>
            <a:ext cx="3530649"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88" name="Google Shape;288;p17"/>
          <p:cNvSpPr/>
          <p:nvPr/>
        </p:nvSpPr>
        <p:spPr>
          <a:xfrm>
            <a:off x="609600" y="4225528"/>
            <a:ext cx="3530649" cy="381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89" name="Google Shape;289;p17"/>
          <p:cNvSpPr/>
          <p:nvPr/>
        </p:nvSpPr>
        <p:spPr>
          <a:xfrm>
            <a:off x="609600" y="4225528"/>
            <a:ext cx="9525" cy="2099071"/>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90" name="Google Shape;290;p17"/>
          <p:cNvSpPr/>
          <p:nvPr/>
        </p:nvSpPr>
        <p:spPr>
          <a:xfrm>
            <a:off x="4130724" y="4225528"/>
            <a:ext cx="9525" cy="2099071"/>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91" name="Google Shape;291;p17"/>
          <p:cNvSpPr/>
          <p:nvPr/>
        </p:nvSpPr>
        <p:spPr>
          <a:xfrm>
            <a:off x="847725" y="5753100"/>
            <a:ext cx="305439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92" name="Google Shape;292;p17"/>
          <p:cNvSpPr/>
          <p:nvPr/>
        </p:nvSpPr>
        <p:spPr>
          <a:xfrm>
            <a:off x="4330749" y="6315075"/>
            <a:ext cx="3530649"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93" name="Google Shape;293;p17"/>
          <p:cNvSpPr/>
          <p:nvPr/>
        </p:nvSpPr>
        <p:spPr>
          <a:xfrm>
            <a:off x="4330749" y="4225528"/>
            <a:ext cx="3530649" cy="38100"/>
          </a:xfrm>
          <a:prstGeom prst="rect">
            <a:avLst/>
          </a:prstGeom>
          <a:solidFill>
            <a:srgbClr val="34D399"/>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94" name="Google Shape;294;p17"/>
          <p:cNvSpPr/>
          <p:nvPr/>
        </p:nvSpPr>
        <p:spPr>
          <a:xfrm>
            <a:off x="4330749" y="4225528"/>
            <a:ext cx="9525" cy="2099071"/>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95" name="Google Shape;295;p17"/>
          <p:cNvSpPr/>
          <p:nvPr/>
        </p:nvSpPr>
        <p:spPr>
          <a:xfrm>
            <a:off x="7851874" y="4225528"/>
            <a:ext cx="9525" cy="2099071"/>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96" name="Google Shape;296;p17"/>
          <p:cNvSpPr/>
          <p:nvPr/>
        </p:nvSpPr>
        <p:spPr>
          <a:xfrm>
            <a:off x="4568874" y="5743575"/>
            <a:ext cx="305439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97" name="Google Shape;297;p17"/>
          <p:cNvSpPr/>
          <p:nvPr/>
        </p:nvSpPr>
        <p:spPr>
          <a:xfrm>
            <a:off x="8051899" y="6315075"/>
            <a:ext cx="3530649"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98" name="Google Shape;298;p17"/>
          <p:cNvSpPr/>
          <p:nvPr/>
        </p:nvSpPr>
        <p:spPr>
          <a:xfrm>
            <a:off x="8051899" y="4225528"/>
            <a:ext cx="3530649" cy="38100"/>
          </a:xfrm>
          <a:prstGeom prst="rect">
            <a:avLst/>
          </a:prstGeom>
          <a:solidFill>
            <a:srgbClr val="A78BFA"/>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299" name="Google Shape;299;p17"/>
          <p:cNvSpPr/>
          <p:nvPr/>
        </p:nvSpPr>
        <p:spPr>
          <a:xfrm>
            <a:off x="8051899" y="4225528"/>
            <a:ext cx="9525" cy="2099071"/>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300" name="Google Shape;300;p17"/>
          <p:cNvSpPr/>
          <p:nvPr/>
        </p:nvSpPr>
        <p:spPr>
          <a:xfrm>
            <a:off x="11573023" y="4225528"/>
            <a:ext cx="9525" cy="2099071"/>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301" name="Google Shape;301;p17"/>
          <p:cNvSpPr/>
          <p:nvPr/>
        </p:nvSpPr>
        <p:spPr>
          <a:xfrm>
            <a:off x="8290024" y="5753100"/>
            <a:ext cx="305439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302" name="Google Shape;302;p17"/>
          <p:cNvSpPr/>
          <p:nvPr/>
        </p:nvSpPr>
        <p:spPr>
          <a:xfrm>
            <a:off x="3282999" y="4530328"/>
            <a:ext cx="619125" cy="190500"/>
          </a:xfrm>
          <a:prstGeom prst="roundRect">
            <a:avLst>
              <a:gd name="adj" fmla="val 30000"/>
            </a:avLst>
          </a:prstGeom>
          <a:solidFill>
            <a:srgbClr val="313A4A"/>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303" name="Google Shape;303;p17"/>
          <p:cNvSpPr/>
          <p:nvPr/>
        </p:nvSpPr>
        <p:spPr>
          <a:xfrm>
            <a:off x="7004149" y="4530328"/>
            <a:ext cx="619125" cy="190500"/>
          </a:xfrm>
          <a:prstGeom prst="roundRect">
            <a:avLst>
              <a:gd name="adj" fmla="val 30000"/>
            </a:avLst>
          </a:prstGeom>
          <a:solidFill>
            <a:srgbClr val="313A4A"/>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304" name="Google Shape;304;p17"/>
          <p:cNvSpPr/>
          <p:nvPr/>
        </p:nvSpPr>
        <p:spPr>
          <a:xfrm>
            <a:off x="10725298" y="4530328"/>
            <a:ext cx="619125" cy="190500"/>
          </a:xfrm>
          <a:prstGeom prst="roundRect">
            <a:avLst>
              <a:gd name="adj" fmla="val 30000"/>
            </a:avLst>
          </a:prstGeom>
          <a:solidFill>
            <a:srgbClr val="313A4A"/>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305" name="Google Shape;305;p17"/>
          <p:cNvSpPr txBox="1"/>
          <p:nvPr/>
        </p:nvSpPr>
        <p:spPr>
          <a:xfrm>
            <a:off x="1307901" y="990600"/>
            <a:ext cx="9576196" cy="533400"/>
          </a:xfrm>
          <a:prstGeom prst="rect">
            <a:avLst/>
          </a:prstGeom>
          <a:noFill/>
          <a:ln>
            <a:noFill/>
          </a:ln>
        </p:spPr>
        <p:txBody>
          <a:bodyPr spcFirstLastPara="1" wrap="squar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300" b="1" i="0" u="none" strike="noStrike" kern="1200" cap="none" spc="0" normalizeH="0" baseline="0" noProof="0">
                <a:ln>
                  <a:noFill/>
                </a:ln>
                <a:solidFill>
                  <a:srgbClr val="F8FAFC"/>
                </a:solidFill>
                <a:effectLst/>
                <a:uLnTx/>
                <a:uFillTx/>
                <a:latin typeface="Plus Jakarta Sans"/>
                <a:ea typeface="Plus Jakarta Sans"/>
                <a:cs typeface="Plus Jakarta Sans"/>
                <a:sym typeface="Plus Jakarta Sans"/>
              </a:rPr>
              <a:t>Strategic Transit Roadmap &amp; CapEx</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306" name="Google Shape;306;p17"/>
          <p:cNvSpPr txBox="1"/>
          <p:nvPr/>
        </p:nvSpPr>
        <p:spPr>
          <a:xfrm>
            <a:off x="1590675" y="1638300"/>
            <a:ext cx="8572500" cy="542925"/>
          </a:xfrm>
          <a:prstGeom prst="rect">
            <a:avLst/>
          </a:prstGeom>
          <a:noFill/>
          <a:ln>
            <a:noFill/>
          </a:ln>
        </p:spPr>
        <p:txBody>
          <a:bodyPr spcFirstLastPara="1" wrap="square" lIns="0" tIns="0" rIns="0" bIns="0" anchor="t" anchorCtr="0">
            <a:spAutoFit/>
          </a:bodyPr>
          <a:lstStyle/>
          <a:p>
            <a:pPr marL="0" marR="0" lvl="0" indent="0" algn="ctr" defTabSz="457200" rtl="0" eaLnBrk="1" fontAlgn="auto" latinLnBrk="0" hangingPunct="1">
              <a:lnSpc>
                <a:spcPct val="149964"/>
              </a:lnSpc>
              <a:spcBef>
                <a:spcPts val="0"/>
              </a:spcBef>
              <a:spcAft>
                <a:spcPts val="0"/>
              </a:spcAft>
              <a:buClrTx/>
              <a:buSzTx/>
              <a:buFontTx/>
              <a:buNone/>
              <a:tabLst/>
              <a:defRPr/>
            </a:pPr>
            <a:r>
              <a:rPr kumimoji="0" lang="en-US" sz="1425" b="0" i="0" u="none" strike="noStrike" kern="1200" cap="none" spc="0" normalizeH="0" baseline="0" noProof="0">
                <a:ln>
                  <a:noFill/>
                </a:ln>
                <a:solidFill>
                  <a:srgbClr val="94A3B8"/>
                </a:solidFill>
                <a:effectLst/>
                <a:uLnTx/>
                <a:uFillTx/>
                <a:latin typeface="Plus Jakarta Sans"/>
                <a:ea typeface="Plus Jakarta Sans"/>
                <a:cs typeface="Plus Jakarta Sans"/>
                <a:sym typeface="Plus Jakarta Sans"/>
              </a:rPr>
              <a:t>Targeted $65M infrastructure investment over 18 months to eliminate bottlenecks and expand capacity by 25%.</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307" name="Google Shape;307;p17"/>
          <p:cNvSpPr txBox="1"/>
          <p:nvPr/>
        </p:nvSpPr>
        <p:spPr>
          <a:xfrm>
            <a:off x="4480321" y="590550"/>
            <a:ext cx="3231356" cy="190500"/>
          </a:xfrm>
          <a:prstGeom prst="rect">
            <a:avLst/>
          </a:prstGeom>
          <a:noFill/>
          <a:ln>
            <a:noFill/>
          </a:ln>
        </p:spPr>
        <p:txBody>
          <a:bodyPr spcFirstLastPara="1" wrap="squar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38BDF8"/>
                </a:solidFill>
                <a:effectLst/>
                <a:uLnTx/>
                <a:uFillTx/>
                <a:latin typeface="Plus Jakarta Sans"/>
                <a:ea typeface="Plus Jakarta Sans"/>
                <a:cs typeface="Plus Jakarta Sans"/>
                <a:sym typeface="Plus Jakarta Sans"/>
              </a:rPr>
              <a:t>FUTURE INVESTMENT PRIORITIES</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308" name="Google Shape;308;p17"/>
          <p:cNvSpPr txBox="1"/>
          <p:nvPr/>
        </p:nvSpPr>
        <p:spPr>
          <a:xfrm>
            <a:off x="847725" y="5867400"/>
            <a:ext cx="3149649" cy="18097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38BDF8"/>
                </a:solidFill>
                <a:effectLst/>
                <a:uLnTx/>
                <a:uFillTx/>
                <a:latin typeface="Plus Jakarta Sans"/>
                <a:ea typeface="Plus Jakarta Sans"/>
                <a:cs typeface="Plus Jakarta Sans"/>
                <a:sym typeface="Plus Jakarta Sans"/>
              </a:rPr>
              <a:t>Budget: $12M • Est. Speed +15%</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309" name="Google Shape;309;p17"/>
          <p:cNvSpPr txBox="1"/>
          <p:nvPr/>
        </p:nvSpPr>
        <p:spPr>
          <a:xfrm>
            <a:off x="4568874" y="5857875"/>
            <a:ext cx="3149649" cy="19050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34D399"/>
                </a:solidFill>
                <a:effectLst/>
                <a:uLnTx/>
                <a:uFillTx/>
                <a:latin typeface="Plus Jakarta Sans"/>
                <a:ea typeface="Plus Jakarta Sans"/>
                <a:cs typeface="Plus Jakarta Sans"/>
                <a:sym typeface="Plus Jakarta Sans"/>
              </a:rPr>
              <a:t>Budget: $45M • -18k Tons CO₂</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310" name="Google Shape;310;p17"/>
          <p:cNvSpPr txBox="1"/>
          <p:nvPr/>
        </p:nvSpPr>
        <p:spPr>
          <a:xfrm>
            <a:off x="8290024" y="5867400"/>
            <a:ext cx="3149649" cy="18097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A78BFA"/>
                </a:solidFill>
                <a:effectLst/>
                <a:uLnTx/>
                <a:uFillTx/>
                <a:latin typeface="Plus Jakarta Sans"/>
                <a:ea typeface="Plus Jakarta Sans"/>
                <a:cs typeface="Plus Jakarta Sans"/>
                <a:sym typeface="Plus Jakarta Sans"/>
              </a:rPr>
              <a:t>Budget: $8M • Boarding Time -35%</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311" name="Google Shape;311;p17"/>
          <p:cNvSpPr txBox="1"/>
          <p:nvPr/>
        </p:nvSpPr>
        <p:spPr>
          <a:xfrm>
            <a:off x="847725" y="4835128"/>
            <a:ext cx="4008899" cy="23812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Plus Jakarta Sans"/>
                <a:ea typeface="Plus Jakarta Sans"/>
                <a:cs typeface="Plus Jakarta Sans"/>
                <a:sym typeface="Plus Jakarta Sans"/>
              </a:rPr>
              <a:t>Transit Priority Signals</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312" name="Google Shape;312;p17"/>
          <p:cNvSpPr txBox="1"/>
          <p:nvPr/>
        </p:nvSpPr>
        <p:spPr>
          <a:xfrm>
            <a:off x="847725" y="5149453"/>
            <a:ext cx="3149649" cy="479821"/>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39925"/>
              </a:lnSpc>
              <a:spcBef>
                <a:spcPts val="0"/>
              </a:spcBef>
              <a:spcAft>
                <a:spcPts val="0"/>
              </a:spcAft>
              <a:buClrTx/>
              <a:buSzTx/>
              <a:buFontTx/>
              <a:buNone/>
              <a:tabLst/>
              <a:defRPr/>
            </a:pPr>
            <a:r>
              <a:rPr kumimoji="0" lang="en-US" sz="1350" b="0" i="0" u="none" strike="noStrike" kern="1200" cap="none" spc="0" normalizeH="0" baseline="0" noProof="0">
                <a:ln>
                  <a:noFill/>
                </a:ln>
                <a:solidFill>
                  <a:srgbClr val="CBD5E1"/>
                </a:solidFill>
                <a:effectLst/>
                <a:uLnTx/>
                <a:uFillTx/>
                <a:latin typeface="Plus Jakarta Sans"/>
                <a:ea typeface="Plus Jakarta Sans"/>
                <a:cs typeface="Plus Jakarta Sans"/>
                <a:sym typeface="Plus Jakarta Sans"/>
              </a:rPr>
              <a:t>Deploy smart signal priority at 45 key corridor intersections.</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313" name="Google Shape;313;p17"/>
          <p:cNvSpPr txBox="1"/>
          <p:nvPr/>
        </p:nvSpPr>
        <p:spPr>
          <a:xfrm>
            <a:off x="4568874" y="4835128"/>
            <a:ext cx="4008899" cy="23812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Plus Jakarta Sans"/>
                <a:ea typeface="Plus Jakarta Sans"/>
                <a:cs typeface="Plus Jakarta Sans"/>
                <a:sym typeface="Plus Jakarta Sans"/>
              </a:rPr>
              <a:t>100% Zero-Emission Fleet</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314" name="Google Shape;314;p17"/>
          <p:cNvSpPr txBox="1"/>
          <p:nvPr/>
        </p:nvSpPr>
        <p:spPr>
          <a:xfrm>
            <a:off x="4568874" y="5149453"/>
            <a:ext cx="3149649" cy="479821"/>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39925"/>
              </a:lnSpc>
              <a:spcBef>
                <a:spcPts val="0"/>
              </a:spcBef>
              <a:spcAft>
                <a:spcPts val="0"/>
              </a:spcAft>
              <a:buClrTx/>
              <a:buSzTx/>
              <a:buFontTx/>
              <a:buNone/>
              <a:tabLst/>
              <a:defRPr/>
            </a:pPr>
            <a:r>
              <a:rPr kumimoji="0" lang="en-US" sz="1350" b="0" i="0" u="none" strike="noStrike" kern="1200" cap="none" spc="0" normalizeH="0" baseline="0" noProof="0">
                <a:ln>
                  <a:noFill/>
                </a:ln>
                <a:solidFill>
                  <a:srgbClr val="CBD5E1"/>
                </a:solidFill>
                <a:effectLst/>
                <a:uLnTx/>
                <a:uFillTx/>
                <a:latin typeface="Plus Jakarta Sans"/>
                <a:ea typeface="Plus Jakarta Sans"/>
                <a:cs typeface="Plus Jakarta Sans"/>
                <a:sym typeface="Plus Jakarta Sans"/>
              </a:rPr>
              <a:t>Procure 120 e-buses and build 24 rapid pantograph charging bays.</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315" name="Google Shape;315;p17"/>
          <p:cNvSpPr txBox="1"/>
          <p:nvPr/>
        </p:nvSpPr>
        <p:spPr>
          <a:xfrm>
            <a:off x="8290024" y="4835128"/>
            <a:ext cx="3901975" cy="23812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Plus Jakarta Sans"/>
                <a:ea typeface="Plus Jakarta Sans"/>
                <a:cs typeface="Plus Jakarta Sans"/>
                <a:sym typeface="Plus Jakarta Sans"/>
              </a:rPr>
              <a:t>Unified Fare Payment</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316" name="Google Shape;316;p17"/>
          <p:cNvSpPr txBox="1"/>
          <p:nvPr/>
        </p:nvSpPr>
        <p:spPr>
          <a:xfrm>
            <a:off x="8290024" y="5149453"/>
            <a:ext cx="3149649" cy="479821"/>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39925"/>
              </a:lnSpc>
              <a:spcBef>
                <a:spcPts val="0"/>
              </a:spcBef>
              <a:spcAft>
                <a:spcPts val="0"/>
              </a:spcAft>
              <a:buClrTx/>
              <a:buSzTx/>
              <a:buFontTx/>
              <a:buNone/>
              <a:tabLst/>
              <a:defRPr/>
            </a:pPr>
            <a:r>
              <a:rPr kumimoji="0" lang="en-US" sz="1350" b="0" i="0" u="none" strike="noStrike" kern="1200" cap="none" spc="0" normalizeH="0" baseline="0" noProof="0">
                <a:ln>
                  <a:noFill/>
                </a:ln>
                <a:solidFill>
                  <a:srgbClr val="CBD5E1"/>
                </a:solidFill>
                <a:effectLst/>
                <a:uLnTx/>
                <a:uFillTx/>
                <a:latin typeface="Plus Jakarta Sans"/>
                <a:ea typeface="Plus Jakarta Sans"/>
                <a:cs typeface="Plus Jakarta Sans"/>
                <a:sym typeface="Plus Jakarta Sans"/>
              </a:rPr>
              <a:t>Contactless open-loop ticketing across rail, bus, and micro-mobility.</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317" name="Google Shape;317;p17"/>
          <p:cNvSpPr txBox="1"/>
          <p:nvPr/>
        </p:nvSpPr>
        <p:spPr>
          <a:xfrm>
            <a:off x="847725" y="4544615"/>
            <a:ext cx="971550" cy="16192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a:ln>
                  <a:noFill/>
                </a:ln>
                <a:solidFill>
                  <a:srgbClr val="38BDF8"/>
                </a:solidFill>
                <a:effectLst/>
                <a:uLnTx/>
                <a:uFillTx/>
                <a:latin typeface="JetBrains Mono"/>
                <a:ea typeface="JetBrains Mono"/>
                <a:cs typeface="JetBrains Mono"/>
                <a:sym typeface="JetBrains Mono"/>
              </a:rPr>
              <a:t>PILLAR 01</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318" name="Google Shape;318;p17"/>
          <p:cNvSpPr txBox="1"/>
          <p:nvPr/>
        </p:nvSpPr>
        <p:spPr>
          <a:xfrm>
            <a:off x="3359199" y="4549378"/>
            <a:ext cx="561975" cy="15240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94A3B8"/>
                </a:solidFill>
                <a:effectLst/>
                <a:uLnTx/>
                <a:uFillTx/>
                <a:latin typeface="JetBrains Mono"/>
                <a:ea typeface="JetBrains Mono"/>
                <a:cs typeface="JetBrains Mono"/>
                <a:sym typeface="JetBrains Mono"/>
              </a:rPr>
              <a:t>Q1 2027</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319" name="Google Shape;319;p17"/>
          <p:cNvSpPr txBox="1"/>
          <p:nvPr/>
        </p:nvSpPr>
        <p:spPr>
          <a:xfrm>
            <a:off x="4568874" y="4544615"/>
            <a:ext cx="971550" cy="16192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a:ln>
                  <a:noFill/>
                </a:ln>
                <a:solidFill>
                  <a:srgbClr val="34D399"/>
                </a:solidFill>
                <a:effectLst/>
                <a:uLnTx/>
                <a:uFillTx/>
                <a:latin typeface="JetBrains Mono"/>
                <a:ea typeface="JetBrains Mono"/>
                <a:cs typeface="JetBrains Mono"/>
                <a:sym typeface="JetBrains Mono"/>
              </a:rPr>
              <a:t>PILLAR 02</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320" name="Google Shape;320;p17"/>
          <p:cNvSpPr txBox="1"/>
          <p:nvPr/>
        </p:nvSpPr>
        <p:spPr>
          <a:xfrm>
            <a:off x="7080349" y="4549378"/>
            <a:ext cx="561975" cy="15240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94A3B8"/>
                </a:solidFill>
                <a:effectLst/>
                <a:uLnTx/>
                <a:uFillTx/>
                <a:latin typeface="JetBrains Mono"/>
                <a:ea typeface="JetBrains Mono"/>
                <a:cs typeface="JetBrains Mono"/>
                <a:sym typeface="JetBrains Mono"/>
              </a:rPr>
              <a:t>Q3 2027</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321" name="Google Shape;321;p17"/>
          <p:cNvSpPr txBox="1"/>
          <p:nvPr/>
        </p:nvSpPr>
        <p:spPr>
          <a:xfrm>
            <a:off x="8290024" y="4544615"/>
            <a:ext cx="971550" cy="16192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a:ln>
                  <a:noFill/>
                </a:ln>
                <a:solidFill>
                  <a:srgbClr val="A78BFA"/>
                </a:solidFill>
                <a:effectLst/>
                <a:uLnTx/>
                <a:uFillTx/>
                <a:latin typeface="JetBrains Mono"/>
                <a:ea typeface="JetBrains Mono"/>
                <a:cs typeface="JetBrains Mono"/>
                <a:sym typeface="JetBrains Mono"/>
              </a:rPr>
              <a:t>PILLAR 03</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322" name="Google Shape;322;p17"/>
          <p:cNvSpPr txBox="1"/>
          <p:nvPr/>
        </p:nvSpPr>
        <p:spPr>
          <a:xfrm>
            <a:off x="10801498" y="4549378"/>
            <a:ext cx="561975" cy="152400"/>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94A3B8"/>
                </a:solidFill>
                <a:effectLst/>
                <a:uLnTx/>
                <a:uFillTx/>
                <a:latin typeface="JetBrains Mono"/>
                <a:ea typeface="JetBrains Mono"/>
                <a:cs typeface="JetBrains Mono"/>
                <a:sym typeface="JetBrains Mono"/>
              </a:rPr>
              <a:t>Q2 2028</a:t>
            </a: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6364463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Rush Hour EDA">
  <a:themeElements>
    <a:clrScheme name="Rush Hour EDA">
      <a:dk1>
        <a:srgbClr val="1B1F3B"/>
      </a:dk1>
      <a:lt1>
        <a:srgbClr val="FFFFFF"/>
      </a:lt1>
      <a:dk2>
        <a:srgbClr val="2D3A8C"/>
      </a:dk2>
      <a:lt2>
        <a:srgbClr val="F2F4FB"/>
      </a:lt2>
      <a:accent1>
        <a:srgbClr val="2D3A8C"/>
      </a:accent1>
      <a:accent2>
        <a:srgbClr val="F2A33A"/>
      </a:accent2>
      <a:accent3>
        <a:srgbClr val="3BAA8C"/>
      </a:accent3>
      <a:accent4>
        <a:srgbClr val="E55B5B"/>
      </a:accent4>
      <a:accent5>
        <a:srgbClr val="7A86D6"/>
      </a:accent5>
      <a:accent6>
        <a:srgbClr val="8A8FA8"/>
      </a:accent6>
      <a:hlink>
        <a:srgbClr val="2D3A8C"/>
      </a:hlink>
      <a:folHlink>
        <a:srgbClr val="7A86D6"/>
      </a:folHlink>
    </a:clrScheme>
    <a:fontScheme name="Rush Hour ED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Rush Hour EDA">
  <a:themeElements>
    <a:clrScheme name="Rush Hour EDA">
      <a:dk1>
        <a:srgbClr val="1B1F3B"/>
      </a:dk1>
      <a:lt1>
        <a:srgbClr val="FFFFFF"/>
      </a:lt1>
      <a:dk2>
        <a:srgbClr val="2D3A8C"/>
      </a:dk2>
      <a:lt2>
        <a:srgbClr val="F2F4FB"/>
      </a:lt2>
      <a:accent1>
        <a:srgbClr val="2D3A8C"/>
      </a:accent1>
      <a:accent2>
        <a:srgbClr val="F2A33A"/>
      </a:accent2>
      <a:accent3>
        <a:srgbClr val="3BAA8C"/>
      </a:accent3>
      <a:accent4>
        <a:srgbClr val="E55B5B"/>
      </a:accent4>
      <a:accent5>
        <a:srgbClr val="7A86D6"/>
      </a:accent5>
      <a:accent6>
        <a:srgbClr val="8A8FA8"/>
      </a:accent6>
      <a:hlink>
        <a:srgbClr val="2D3A8C"/>
      </a:hlink>
      <a:folHlink>
        <a:srgbClr val="7A86D6"/>
      </a:folHlink>
    </a:clrScheme>
    <a:fontScheme name="Rush Hour ED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15449</Words>
  <Application>Microsoft Office PowerPoint</Application>
  <PresentationFormat>Widescreen</PresentationFormat>
  <Paragraphs>1907</Paragraphs>
  <Slides>109</Slides>
  <Notes>103</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109</vt:i4>
      </vt:variant>
    </vt:vector>
  </HeadingPairs>
  <TitlesOfParts>
    <vt:vector size="122" baseType="lpstr">
      <vt:lpstr>Aptos</vt:lpstr>
      <vt:lpstr>Aptos Display</vt:lpstr>
      <vt:lpstr>Arial</vt:lpstr>
      <vt:lpstr>Calibri</vt:lpstr>
      <vt:lpstr>Cambria</vt:lpstr>
      <vt:lpstr>Consolas</vt:lpstr>
      <vt:lpstr>JetBrains Mono</vt:lpstr>
      <vt:lpstr>Plus Jakarta Sans</vt:lpstr>
      <vt:lpstr>Office Theme</vt:lpstr>
      <vt:lpstr>Rush Hour EDA</vt:lpstr>
      <vt:lpstr>1_Rush Hour EDA</vt:lpstr>
      <vt:lpstr>1_Office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TACTIX.ML WORKSHOP</vt:lpstr>
      <vt:lpstr>PowerPoint Presentation</vt:lpstr>
      <vt:lpstr>Supervised learning</vt:lpstr>
      <vt:lpstr>Decision tree</vt:lpstr>
      <vt:lpstr>Gini impurity</vt:lpstr>
      <vt:lpstr>Choosing a question</vt:lpstr>
      <vt:lpstr>Random forest</vt:lpstr>
      <vt:lpstr>One-hot encoding</vt:lpstr>
      <vt:lpstr>predict vs predict_proba</vt:lpstr>
      <vt:lpstr>Train vs test, overfitting</vt:lpstr>
      <vt:lpstr>Leakage</vt:lpstr>
      <vt:lpstr>Feature importance</vt:lpstr>
      <vt:lpstr>PowerPoint Presentation</vt:lpstr>
      <vt:lpstr>PowerPoint Presentation</vt:lpstr>
      <vt:lpstr>PowerPoint Presentation</vt:lpstr>
      <vt:lpstr>PowerPoint Presentation</vt:lpstr>
      <vt:lpstr>PowerPoint Presentation</vt:lpstr>
      <vt:lpstr>PowerPoint Presentation</vt:lpstr>
      <vt:lpstr>How to evaluate the model</vt:lpstr>
      <vt:lpstr>Accuracy</vt:lpstr>
      <vt:lpstr>PowerPoint Presentation</vt:lpstr>
      <vt:lpstr>PowerPoint Presentation</vt:lpstr>
      <vt:lpstr>PowerPoint Presentation</vt:lpstr>
      <vt:lpstr>PowerPoint Presentation</vt:lpstr>
      <vt:lpstr>PowerPoint Presentation</vt:lpstr>
      <vt:lpstr>Toy City</vt:lpstr>
      <vt:lpstr>PowerPoint Presentation</vt:lpstr>
      <vt:lpstr>Confusion Matrix</vt:lpstr>
      <vt:lpstr>PowerPoint Presentation</vt:lpstr>
      <vt:lpstr>Toy city — Lazy model</vt:lpstr>
      <vt:lpstr>Toy city — Smarter model</vt:lpstr>
      <vt:lpstr>PowerPoint Presentation</vt:lpstr>
      <vt:lpstr>Precision</vt:lpstr>
      <vt:lpstr>How many of my positive predictions were actually correct?</vt:lpstr>
      <vt:lpstr>Recall</vt:lpstr>
      <vt:lpstr>Recall = How many of the actual positives did I successfully find?</vt:lpstr>
      <vt:lpstr>F1 &amp; Macro F1</vt:lpstr>
      <vt:lpstr>PowerPoint Presentation</vt:lpstr>
      <vt:lpstr>PowerPoint Presentation</vt:lpstr>
      <vt:lpstr>F1 example (blocked)</vt:lpstr>
      <vt:lpstr>Macro F1: score each class, then average</vt:lpstr>
      <vt:lpstr>Lazy vs smarter model</vt:lpstr>
      <vt:lpstr>The Big Question</vt:lpstr>
      <vt:lpstr>Is incorrectly identifying an open road worse than incorrectly identifying a blocked road?</vt:lpstr>
      <vt:lpstr>Results in Asymmetric Error Costs</vt:lpstr>
      <vt:lpstr>Core idea: the mistakes have different costs</vt:lpstr>
      <vt:lpstr>A Solution</vt:lpstr>
      <vt:lpstr>The knob you control: the blocking threshold</vt:lpstr>
      <vt:lpstr>Precision–recall (PR) curve</vt:lpstr>
      <vt:lpstr>How to choose t</vt:lpstr>
      <vt:lpstr>Error Analysis</vt:lpstr>
      <vt:lpstr>Metrics show how much the model errs; error analysis reveals where and why</vt:lpstr>
      <vt:lpstr>You take the mistakes, especially missed blocked cells, and look for patterns in them</vt:lpstr>
      <vt:lpstr>PowerPoint Presentation</vt:lpstr>
      <vt:lpstr>Which metric, when?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Divij Kedia</dc:creator>
  <cp:lastModifiedBy>Divij Kedia</cp:lastModifiedBy>
  <cp:revision>1</cp:revision>
  <dcterms:created xsi:type="dcterms:W3CDTF">2026-10-24T07:11:21Z</dcterms:created>
  <dcterms:modified xsi:type="dcterms:W3CDTF">2026-10-24T07:32:04Z</dcterms:modified>
</cp:coreProperties>
</file>